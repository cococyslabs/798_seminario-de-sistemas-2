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18288000" cy="10287000"/>
  <p:embeddedFontLst>
    <p:embeddedFont>
      <p:font typeface="Geo"/>
      <p:regular r:id="rId29"/>
      <p:italic r:id="rId30"/>
    </p:embeddedFont>
    <p:embeddedFont>
      <p:font typeface="Montserrat SemiBold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Lora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  <p:embeddedFont>
      <p:font typeface="DM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gLJ2KYAoluVruUfYGYl4t48Ged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44" Type="http://schemas.openxmlformats.org/officeDocument/2006/relationships/font" Target="fonts/Lora-bold.fntdata"/><Relationship Id="rId43" Type="http://schemas.openxmlformats.org/officeDocument/2006/relationships/font" Target="fonts/Lora-regular.fntdata"/><Relationship Id="rId46" Type="http://schemas.openxmlformats.org/officeDocument/2006/relationships/font" Target="fonts/Lora-boldItalic.fntdata"/><Relationship Id="rId45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font" Target="fonts/Geo-italic.fntdata"/><Relationship Id="rId33" Type="http://schemas.openxmlformats.org/officeDocument/2006/relationships/font" Target="fonts/MontserratSemiBold-italic.fntdata"/><Relationship Id="rId32" Type="http://schemas.openxmlformats.org/officeDocument/2006/relationships/font" Target="fonts/MontserratSemiBold-bold.fntdata"/><Relationship Id="rId35" Type="http://schemas.openxmlformats.org/officeDocument/2006/relationships/font" Target="fonts/Montserrat-regular.fntdata"/><Relationship Id="rId34" Type="http://schemas.openxmlformats.org/officeDocument/2006/relationships/font" Target="fonts/MontserratSemiBold-boldItalic.fntdata"/><Relationship Id="rId37" Type="http://schemas.openxmlformats.org/officeDocument/2006/relationships/font" Target="fonts/Montserrat-italic.fntdata"/><Relationship Id="rId36" Type="http://schemas.openxmlformats.org/officeDocument/2006/relationships/font" Target="fonts/Montserrat-bold.fntdata"/><Relationship Id="rId39" Type="http://schemas.openxmlformats.org/officeDocument/2006/relationships/font" Target="fonts/MontserratMedium-regular.fntdata"/><Relationship Id="rId38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font" Target="fonts/Geo-regular.fntdata"/><Relationship Id="rId51" Type="http://schemas.openxmlformats.org/officeDocument/2006/relationships/font" Target="fonts/DMSans-regular.fntdata"/><Relationship Id="rId50" Type="http://schemas.openxmlformats.org/officeDocument/2006/relationships/font" Target="fonts/MontserratLight-boldItalic.fntdata"/><Relationship Id="rId53" Type="http://schemas.openxmlformats.org/officeDocument/2006/relationships/font" Target="fonts/DMSans-italic.fntdata"/><Relationship Id="rId52" Type="http://schemas.openxmlformats.org/officeDocument/2006/relationships/font" Target="fonts/DM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a64ab221e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7" name="Google Shape;57;g39a64ab221e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a64ab221e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5" name="Google Shape;75;g39a64ab221e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64ab221e_0_13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9a64ab221e_0_13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64ab221e_0_16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9a64ab221e_0_16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a64ab221e_0_18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9a64ab221e_0_18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0"/>
          <p:cNvSpPr txBox="1"/>
          <p:nvPr>
            <p:ph type="ctrTitle"/>
          </p:nvPr>
        </p:nvSpPr>
        <p:spPr>
          <a:xfrm>
            <a:off x="9617075" y="333678"/>
            <a:ext cx="216725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2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64ab221e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g39a64ab221e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0" name="Google Shape;50;g39a64ab221e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a64ab221e_0_12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g39a64ab221e_0_12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4" name="Google Shape;54;g39a64ab221e_0_12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9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" name="Google Shape;8;p19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" name="Google Shape;9;p19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" name="Google Shape;10;p19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q5MOKiZzSFA" TargetMode="External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youtube.com/watch?v=odZHmYgebbw" TargetMode="External"/><Relationship Id="rId4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youtube.com/watch?v=MvV2xY_u1rw" TargetMode="External"/><Relationship Id="rId4" Type="http://schemas.openxmlformats.org/officeDocument/2006/relationships/image" Target="../media/image2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64ab221e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" name="Google Shape;60;g39a64ab221e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1" name="Google Shape;61;g39a64ab221e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" name="Google Shape;62;g39a64ab221e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g39a64ab221e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9a64ab221e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-MX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9a64ab221e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g39a64ab221e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67" name="Google Shape;67;g39a64ab221e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8" name="Google Shape;68;g39a64ab221e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g39a64ab221e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g39a64ab221e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9a64ab221e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29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/04/2026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9a64ab221e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64ab221e_0_72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s-MX" sz="15000">
                <a:solidFill>
                  <a:schemeClr val="dk1"/>
                </a:solidFill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8" name="Google Shape;78;g39a64ab221e_0_72"/>
          <p:cNvSpPr txBox="1"/>
          <p:nvPr/>
        </p:nvSpPr>
        <p:spPr>
          <a:xfrm>
            <a:off x="8136743" y="4184800"/>
            <a:ext cx="9618600" cy="4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Horarios de calificación proyecto 2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5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Examen Final</a:t>
            </a:r>
            <a:endParaRPr sz="5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9" name="Google Shape;79;g39a64ab221e_0_72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699778" y="4665290"/>
            <a:ext cx="7145377" cy="369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12700" marR="5080" rtl="0" algn="l">
              <a:lnSpc>
                <a:spcPct val="109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500">
                <a:latin typeface="Montserrat SemiBold"/>
                <a:ea typeface="Montserrat SemiBold"/>
                <a:cs typeface="Montserrat SemiBold"/>
                <a:sym typeface="Montserrat SemiBold"/>
              </a:rPr>
              <a:t>Roles en Equipos de Datos</a:t>
            </a:r>
            <a:endParaRPr sz="8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1279146" y="9353550"/>
            <a:ext cx="9964042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" name="Google Shape;86;p1"/>
          <p:cNvSpPr/>
          <p:nvPr/>
        </p:nvSpPr>
        <p:spPr>
          <a:xfrm>
            <a:off x="14260055" y="9344025"/>
            <a:ext cx="262852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1"/>
          <p:cNvSpPr/>
          <p:nvPr/>
        </p:nvSpPr>
        <p:spPr>
          <a:xfrm>
            <a:off x="8897457" y="9353550"/>
            <a:ext cx="5256311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" name="Google Shape;88;p1"/>
          <p:cNvSpPr/>
          <p:nvPr/>
        </p:nvSpPr>
        <p:spPr>
          <a:xfrm>
            <a:off x="16936609" y="9344025"/>
            <a:ext cx="135141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" name="Google Shape;89;p1"/>
          <p:cNvSpPr/>
          <p:nvPr/>
        </p:nvSpPr>
        <p:spPr>
          <a:xfrm>
            <a:off x="8354557" y="923925"/>
            <a:ext cx="9933444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descr="$PPTXTitle" id="90" name="Google Shape;90;p1"/>
          <p:cNvSpPr txBox="1"/>
          <p:nvPr>
            <p:ph type="ctrTitle"/>
          </p:nvPr>
        </p:nvSpPr>
        <p:spPr>
          <a:xfrm>
            <a:off x="9297873" y="333678"/>
            <a:ext cx="2486456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JAVIER ANDRÉS V.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773401" y="333863"/>
            <a:ext cx="1533546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649267" y="5832325"/>
            <a:ext cx="7956891" cy="1319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500">
                <a:latin typeface="Montserrat SemiBold"/>
                <a:ea typeface="Montserrat SemiBold"/>
                <a:cs typeface="Montserrat SemiBold"/>
                <a:sym typeface="Montserrat SemiBold"/>
              </a:rPr>
              <a:t>Orden del Día</a:t>
            </a:r>
            <a:endParaRPr sz="8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-288996" y="9353550"/>
            <a:ext cx="8973892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" name="Google Shape;98;p2"/>
          <p:cNvSpPr/>
          <p:nvPr/>
        </p:nvSpPr>
        <p:spPr>
          <a:xfrm>
            <a:off x="14521257" y="9344025"/>
            <a:ext cx="2367318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2"/>
          <p:cNvSpPr/>
          <p:nvPr/>
        </p:nvSpPr>
        <p:spPr>
          <a:xfrm>
            <a:off x="9419789" y="9353550"/>
            <a:ext cx="4733979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2"/>
          <p:cNvSpPr/>
          <p:nvPr/>
        </p:nvSpPr>
        <p:spPr>
          <a:xfrm>
            <a:off x="17070903" y="9344025"/>
            <a:ext cx="1217121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2"/>
          <p:cNvSpPr txBox="1"/>
          <p:nvPr/>
        </p:nvSpPr>
        <p:spPr>
          <a:xfrm>
            <a:off x="880431" y="295405"/>
            <a:ext cx="778827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latin typeface="Montserrat Light"/>
                <a:ea typeface="Montserrat Light"/>
                <a:cs typeface="Montserrat Light"/>
                <a:sym typeface="Montserrat Light"/>
              </a:rPr>
              <a:t>02.</a:t>
            </a:r>
            <a:endParaRPr sz="4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9341665" y="923925"/>
            <a:ext cx="894633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2"/>
          <p:cNvSpPr txBox="1"/>
          <p:nvPr/>
        </p:nvSpPr>
        <p:spPr>
          <a:xfrm>
            <a:off x="15925801" y="333863"/>
            <a:ext cx="1381154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364316" y="1987547"/>
            <a:ext cx="7848629" cy="351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95020" lvl="0" marL="8686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Introducción y especialización en roles de datos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500"/>
              <a:buFont typeface="Lora"/>
              <a:buNone/>
            </a:pPr>
            <a:r>
              <a:t/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648970" lvl="0" marL="668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Funciones, herramientas y comparación de roles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500"/>
              <a:buFont typeface="Lora"/>
              <a:buNone/>
            </a:pPr>
            <a:r>
              <a:t/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796925" lvl="0" marL="809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Colaboración, competencias y trayectorias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500"/>
              <a:buFont typeface="Lora"/>
              <a:buNone/>
            </a:pPr>
            <a:r>
              <a:t/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650240" lvl="0" marL="667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ora"/>
              <a:buAutoNum type="arabicPeriod"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Malentendidos y conclusiones clave</a:t>
            </a:r>
            <a:endParaRPr sz="2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9" name="Google Shape;109;p3"/>
          <p:cNvSpPr txBox="1"/>
          <p:nvPr>
            <p:ph type="title"/>
          </p:nvPr>
        </p:nvSpPr>
        <p:spPr>
          <a:xfrm>
            <a:off x="8925501" y="5050306"/>
            <a:ext cx="8352214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500">
                <a:latin typeface="Montserrat Medium"/>
                <a:ea typeface="Montserrat Medium"/>
                <a:cs typeface="Montserrat Medium"/>
                <a:sym typeface="Montserrat Medium"/>
              </a:rPr>
              <a:t>Introducción y especialización en roles de datos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-784040" y="9353550"/>
            <a:ext cx="946893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3"/>
          <p:cNvSpPr/>
          <p:nvPr/>
        </p:nvSpPr>
        <p:spPr>
          <a:xfrm>
            <a:off x="14390665" y="9344025"/>
            <a:ext cx="249791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3"/>
          <p:cNvSpPr/>
          <p:nvPr/>
        </p:nvSpPr>
        <p:spPr>
          <a:xfrm>
            <a:off x="9158641" y="9353550"/>
            <a:ext cx="4995128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3"/>
          <p:cNvSpPr/>
          <p:nvPr/>
        </p:nvSpPr>
        <p:spPr>
          <a:xfrm>
            <a:off x="17003761" y="9344025"/>
            <a:ext cx="1284264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3"/>
          <p:cNvSpPr/>
          <p:nvPr/>
        </p:nvSpPr>
        <p:spPr>
          <a:xfrm>
            <a:off x="8848143" y="923925"/>
            <a:ext cx="9439857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3"/>
          <p:cNvSpPr txBox="1"/>
          <p:nvPr/>
        </p:nvSpPr>
        <p:spPr>
          <a:xfrm>
            <a:off x="15849600" y="333863"/>
            <a:ext cx="1457345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42021" y="6778543"/>
            <a:ext cx="1974512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0">
                <a:latin typeface="Montserrat Light"/>
                <a:ea typeface="Montserrat Light"/>
                <a:cs typeface="Montserrat Light"/>
                <a:sym typeface="Montserrat Light"/>
              </a:rPr>
              <a:t>03.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4"/>
          <p:cNvSpPr txBox="1"/>
          <p:nvPr/>
        </p:nvSpPr>
        <p:spPr>
          <a:xfrm>
            <a:off x="9617075" y="333678"/>
            <a:ext cx="569722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Introducción y especialización en roles de datos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970242" y="333863"/>
            <a:ext cx="1336675" cy="62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24" name="Google Shape;124;p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04.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902444" y="1761127"/>
            <a:ext cx="11470005" cy="155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Introducción a los equipos de datos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6" name="Google Shape;126;p4"/>
          <p:cNvGrpSpPr/>
          <p:nvPr/>
        </p:nvGrpSpPr>
        <p:grpSpPr>
          <a:xfrm>
            <a:off x="12528625" y="3042904"/>
            <a:ext cx="4831715" cy="5835015"/>
            <a:chOff x="12528625" y="3042904"/>
            <a:chExt cx="4831715" cy="5835015"/>
          </a:xfrm>
        </p:grpSpPr>
        <p:sp>
          <p:nvSpPr>
            <p:cNvPr id="127" name="Google Shape;127;p4"/>
            <p:cNvSpPr/>
            <p:nvPr/>
          </p:nvSpPr>
          <p:spPr>
            <a:xfrm>
              <a:off x="12528625" y="3042904"/>
              <a:ext cx="4831715" cy="5835015"/>
            </a:xfrm>
            <a:custGeom>
              <a:rect b="b" l="l" r="r" t="t"/>
              <a:pathLst>
                <a:path extrusionOk="0" h="5835015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4641151" y="5834392"/>
                  </a:lnTo>
                  <a:lnTo>
                    <a:pt x="4656721" y="5833783"/>
                  </a:lnTo>
                  <a:lnTo>
                    <a:pt x="4711166" y="5821083"/>
                  </a:lnTo>
                  <a:lnTo>
                    <a:pt x="4757140" y="5795048"/>
                  </a:lnTo>
                  <a:lnTo>
                    <a:pt x="4792306" y="5759881"/>
                  </a:lnTo>
                  <a:lnTo>
                    <a:pt x="4815954" y="5719673"/>
                  </a:lnTo>
                  <a:lnTo>
                    <a:pt x="4830432" y="5665673"/>
                  </a:lnTo>
                  <a:lnTo>
                    <a:pt x="4831651" y="190500"/>
                  </a:lnTo>
                  <a:lnTo>
                    <a:pt x="4831041" y="174929"/>
                  </a:lnTo>
                  <a:lnTo>
                    <a:pt x="4818341" y="120484"/>
                  </a:lnTo>
                  <a:lnTo>
                    <a:pt x="4792306" y="74510"/>
                  </a:lnTo>
                  <a:lnTo>
                    <a:pt x="4757140" y="39344"/>
                  </a:lnTo>
                  <a:lnTo>
                    <a:pt x="4716932" y="15697"/>
                  </a:lnTo>
                  <a:lnTo>
                    <a:pt x="4662919" y="1219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8" name="Google Shape;12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8702" y="3053791"/>
              <a:ext cx="4831346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4"/>
          <p:cNvGrpSpPr/>
          <p:nvPr/>
        </p:nvGrpSpPr>
        <p:grpSpPr>
          <a:xfrm>
            <a:off x="6723408" y="3042904"/>
            <a:ext cx="4831715" cy="5834380"/>
            <a:chOff x="6723408" y="3042904"/>
            <a:chExt cx="4831715" cy="5834380"/>
          </a:xfrm>
        </p:grpSpPr>
        <p:sp>
          <p:nvSpPr>
            <p:cNvPr id="130" name="Google Shape;130;p4"/>
            <p:cNvSpPr/>
            <p:nvPr/>
          </p:nvSpPr>
          <p:spPr>
            <a:xfrm>
              <a:off x="6723408" y="3042904"/>
              <a:ext cx="4831715" cy="5834380"/>
            </a:xfrm>
            <a:custGeom>
              <a:rect b="b" l="l" r="r" t="t"/>
              <a:pathLst>
                <a:path extrusionOk="0" h="5834380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184264" y="5834316"/>
                  </a:lnTo>
                  <a:lnTo>
                    <a:pt x="4647387" y="5834316"/>
                  </a:lnTo>
                  <a:lnTo>
                    <a:pt x="4702390" y="5824308"/>
                  </a:lnTo>
                  <a:lnTo>
                    <a:pt x="4752124" y="5798769"/>
                  </a:lnTo>
                  <a:lnTo>
                    <a:pt x="4786439" y="5767158"/>
                  </a:lnTo>
                  <a:lnTo>
                    <a:pt x="4815954" y="5719673"/>
                  </a:lnTo>
                  <a:lnTo>
                    <a:pt x="4830432" y="5665673"/>
                  </a:lnTo>
                  <a:lnTo>
                    <a:pt x="4831575" y="5650128"/>
                  </a:lnTo>
                  <a:lnTo>
                    <a:pt x="4831575" y="184264"/>
                  </a:lnTo>
                  <a:lnTo>
                    <a:pt x="4821567" y="129260"/>
                  </a:lnTo>
                  <a:lnTo>
                    <a:pt x="4797818" y="82067"/>
                  </a:lnTo>
                  <a:lnTo>
                    <a:pt x="4764417" y="45224"/>
                  </a:lnTo>
                  <a:lnTo>
                    <a:pt x="4716932" y="15697"/>
                  </a:lnTo>
                  <a:lnTo>
                    <a:pt x="4662919" y="1219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1" name="Google Shape;13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23494" y="3053791"/>
              <a:ext cx="4831486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4"/>
          <p:cNvGrpSpPr/>
          <p:nvPr/>
        </p:nvGrpSpPr>
        <p:grpSpPr>
          <a:xfrm>
            <a:off x="918194" y="3042904"/>
            <a:ext cx="4831715" cy="5835015"/>
            <a:chOff x="918194" y="3042904"/>
            <a:chExt cx="4831715" cy="5835015"/>
          </a:xfrm>
        </p:grpSpPr>
        <p:sp>
          <p:nvSpPr>
            <p:cNvPr id="133" name="Google Shape;133;p4"/>
            <p:cNvSpPr/>
            <p:nvPr/>
          </p:nvSpPr>
          <p:spPr>
            <a:xfrm>
              <a:off x="918194" y="3042904"/>
              <a:ext cx="4831715" cy="5835015"/>
            </a:xfrm>
            <a:custGeom>
              <a:rect b="b" l="l" r="r" t="t"/>
              <a:pathLst>
                <a:path extrusionOk="0" h="5835015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4641151" y="5834392"/>
                  </a:lnTo>
                  <a:lnTo>
                    <a:pt x="4656721" y="5833783"/>
                  </a:lnTo>
                  <a:lnTo>
                    <a:pt x="4711166" y="5821083"/>
                  </a:lnTo>
                  <a:lnTo>
                    <a:pt x="4759591" y="5793130"/>
                  </a:lnTo>
                  <a:lnTo>
                    <a:pt x="4797806" y="5752325"/>
                  </a:lnTo>
                  <a:lnTo>
                    <a:pt x="4822545" y="5702185"/>
                  </a:lnTo>
                  <a:lnTo>
                    <a:pt x="4831575" y="5650128"/>
                  </a:lnTo>
                  <a:lnTo>
                    <a:pt x="4831651" y="190500"/>
                  </a:lnTo>
                  <a:lnTo>
                    <a:pt x="4831041" y="174929"/>
                  </a:lnTo>
                  <a:lnTo>
                    <a:pt x="4818341" y="120484"/>
                  </a:lnTo>
                  <a:lnTo>
                    <a:pt x="4790389" y="72059"/>
                  </a:lnTo>
                  <a:lnTo>
                    <a:pt x="4749584" y="33832"/>
                  </a:lnTo>
                  <a:lnTo>
                    <a:pt x="4699431" y="9105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4" name="Google Shape;134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8273" y="3053791"/>
              <a:ext cx="4831499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4"/>
          <p:cNvSpPr txBox="1"/>
          <p:nvPr/>
        </p:nvSpPr>
        <p:spPr>
          <a:xfrm>
            <a:off x="12528525" y="5619350"/>
            <a:ext cx="4831800" cy="3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598930" lvl="0" marL="1703705" marR="9715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Visión general de los roles clave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040" lvl="0" marL="481330" marR="28067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 de Datos: Construye y mantiene la infraestructura.</a:t>
            </a:r>
            <a:endParaRPr/>
          </a:p>
          <a:p>
            <a:pPr indent="-309880" lvl="1" marL="581025" marR="6985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Analista de Datos: Interpreta y 	comunica hallazgos para 	decisiones.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09880" lvl="1" marL="581025" marR="6985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Científico de Datos: Modela y 	predice 	fenómenos 	complejos.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6940207" y="5619347"/>
            <a:ext cx="4398000" cy="2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77279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Razones para roles especializados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040" lvl="0" marL="205104" marR="508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La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complejidad técnica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la variedad 	de tareas requieren perfiles 	diferenciados.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02450" y="5619350"/>
            <a:ext cx="48318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57985" lvl="0" marL="167005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Evolución de los equipos de datos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279400" lvl="0" marL="611505" marR="131445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Las organizaciones modernas distribuyen responsabilidades para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803910" rtl="0" algn="l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lograr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análisis sostenible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8848085" y="923925"/>
            <a:ext cx="943991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5"/>
          <p:cNvSpPr txBox="1"/>
          <p:nvPr/>
        </p:nvSpPr>
        <p:spPr>
          <a:xfrm>
            <a:off x="9102713" y="333678"/>
            <a:ext cx="6211582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Introducción y especialización en roles de datos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5849601" y="333863"/>
            <a:ext cx="1457354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45" name="Google Shape;145;p5"/>
          <p:cNvSpPr txBox="1"/>
          <p:nvPr>
            <p:ph type="title"/>
          </p:nvPr>
        </p:nvSpPr>
        <p:spPr>
          <a:xfrm>
            <a:off x="832743" y="295405"/>
            <a:ext cx="87856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05.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12387908" y="5547190"/>
            <a:ext cx="484700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Científico de Datos: modelado avanzado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29083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Aplica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estadística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machine learning para descubrir patrones.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448074" y="5547190"/>
            <a:ext cx="4850462" cy="167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207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Analista de Datos: interpretación y visualización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Transforma datos en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indicadores claros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reportes útiles.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33527" y="5547190"/>
            <a:ext cx="4548606" cy="167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Ingeniero de Datos: enfoque en infraestructura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685165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Domina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arquitectura de datos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, automatización y calidad.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49" name="Google Shape;149;p5"/>
          <p:cNvGrpSpPr/>
          <p:nvPr/>
        </p:nvGrpSpPr>
        <p:grpSpPr>
          <a:xfrm>
            <a:off x="12716648" y="4221467"/>
            <a:ext cx="1030187" cy="944880"/>
            <a:chOff x="12801955" y="4221467"/>
            <a:chExt cx="944880" cy="944880"/>
          </a:xfrm>
        </p:grpSpPr>
        <p:sp>
          <p:nvSpPr>
            <p:cNvPr id="150" name="Google Shape;150;p5"/>
            <p:cNvSpPr/>
            <p:nvPr/>
          </p:nvSpPr>
          <p:spPr>
            <a:xfrm>
              <a:off x="12801955" y="4221467"/>
              <a:ext cx="944880" cy="944880"/>
            </a:xfrm>
            <a:custGeom>
              <a:rect b="b" l="l" r="r" t="t"/>
              <a:pathLst>
                <a:path extrusionOk="0" h="944879" w="944880">
                  <a:moveTo>
                    <a:pt x="220446" y="353479"/>
                  </a:moveTo>
                  <a:lnTo>
                    <a:pt x="213398" y="346417"/>
                  </a:lnTo>
                  <a:lnTo>
                    <a:pt x="196011" y="346417"/>
                  </a:lnTo>
                  <a:lnTo>
                    <a:pt x="188950" y="353479"/>
                  </a:lnTo>
                  <a:lnTo>
                    <a:pt x="188950" y="370852"/>
                  </a:lnTo>
                  <a:lnTo>
                    <a:pt x="196011" y="377913"/>
                  </a:lnTo>
                  <a:lnTo>
                    <a:pt x="213398" y="377913"/>
                  </a:lnTo>
                  <a:lnTo>
                    <a:pt x="220446" y="370852"/>
                  </a:lnTo>
                  <a:lnTo>
                    <a:pt x="220446" y="362165"/>
                  </a:lnTo>
                  <a:lnTo>
                    <a:pt x="220446" y="353479"/>
                  </a:lnTo>
                  <a:close/>
                </a:path>
                <a:path extrusionOk="0" h="944879" w="944880">
                  <a:moveTo>
                    <a:pt x="377913" y="456641"/>
                  </a:moveTo>
                  <a:lnTo>
                    <a:pt x="371716" y="410654"/>
                  </a:lnTo>
                  <a:lnTo>
                    <a:pt x="354228" y="369290"/>
                  </a:lnTo>
                  <a:lnTo>
                    <a:pt x="327126" y="334225"/>
                  </a:lnTo>
                  <a:lnTo>
                    <a:pt x="292049" y="307124"/>
                  </a:lnTo>
                  <a:lnTo>
                    <a:pt x="251942" y="290169"/>
                  </a:lnTo>
                  <a:lnTo>
                    <a:pt x="251942" y="362165"/>
                  </a:lnTo>
                  <a:lnTo>
                    <a:pt x="251942" y="440893"/>
                  </a:lnTo>
                  <a:lnTo>
                    <a:pt x="251942" y="472389"/>
                  </a:lnTo>
                  <a:lnTo>
                    <a:pt x="220446" y="472389"/>
                  </a:lnTo>
                  <a:lnTo>
                    <a:pt x="220446" y="566864"/>
                  </a:lnTo>
                  <a:lnTo>
                    <a:pt x="251942" y="566864"/>
                  </a:lnTo>
                  <a:lnTo>
                    <a:pt x="251942" y="598360"/>
                  </a:lnTo>
                  <a:lnTo>
                    <a:pt x="157454" y="598360"/>
                  </a:lnTo>
                  <a:lnTo>
                    <a:pt x="157454" y="566864"/>
                  </a:lnTo>
                  <a:lnTo>
                    <a:pt x="188950" y="566864"/>
                  </a:lnTo>
                  <a:lnTo>
                    <a:pt x="188950" y="472389"/>
                  </a:lnTo>
                  <a:lnTo>
                    <a:pt x="157454" y="472389"/>
                  </a:lnTo>
                  <a:lnTo>
                    <a:pt x="157454" y="440893"/>
                  </a:lnTo>
                  <a:lnTo>
                    <a:pt x="251942" y="440893"/>
                  </a:lnTo>
                  <a:lnTo>
                    <a:pt x="251942" y="362165"/>
                  </a:lnTo>
                  <a:lnTo>
                    <a:pt x="248221" y="380542"/>
                  </a:lnTo>
                  <a:lnTo>
                    <a:pt x="238086" y="395566"/>
                  </a:lnTo>
                  <a:lnTo>
                    <a:pt x="223075" y="405701"/>
                  </a:lnTo>
                  <a:lnTo>
                    <a:pt x="204698" y="409409"/>
                  </a:lnTo>
                  <a:lnTo>
                    <a:pt x="186321" y="405701"/>
                  </a:lnTo>
                  <a:lnTo>
                    <a:pt x="171310" y="395566"/>
                  </a:lnTo>
                  <a:lnTo>
                    <a:pt x="161175" y="380542"/>
                  </a:lnTo>
                  <a:lnTo>
                    <a:pt x="157454" y="362165"/>
                  </a:lnTo>
                  <a:lnTo>
                    <a:pt x="161175" y="343801"/>
                  </a:lnTo>
                  <a:lnTo>
                    <a:pt x="171310" y="328777"/>
                  </a:lnTo>
                  <a:lnTo>
                    <a:pt x="186321" y="318643"/>
                  </a:lnTo>
                  <a:lnTo>
                    <a:pt x="204698" y="314921"/>
                  </a:lnTo>
                  <a:lnTo>
                    <a:pt x="223075" y="318643"/>
                  </a:lnTo>
                  <a:lnTo>
                    <a:pt x="238086" y="328777"/>
                  </a:lnTo>
                  <a:lnTo>
                    <a:pt x="248221" y="343801"/>
                  </a:lnTo>
                  <a:lnTo>
                    <a:pt x="251942" y="362165"/>
                  </a:lnTo>
                  <a:lnTo>
                    <a:pt x="251942" y="290169"/>
                  </a:lnTo>
                  <a:lnTo>
                    <a:pt x="250685" y="289636"/>
                  </a:lnTo>
                  <a:lnTo>
                    <a:pt x="204698" y="283438"/>
                  </a:lnTo>
                  <a:lnTo>
                    <a:pt x="158711" y="289636"/>
                  </a:lnTo>
                  <a:lnTo>
                    <a:pt x="117348" y="307124"/>
                  </a:lnTo>
                  <a:lnTo>
                    <a:pt x="82283" y="334225"/>
                  </a:lnTo>
                  <a:lnTo>
                    <a:pt x="55168" y="369290"/>
                  </a:lnTo>
                  <a:lnTo>
                    <a:pt x="37680" y="410654"/>
                  </a:lnTo>
                  <a:lnTo>
                    <a:pt x="31483" y="456641"/>
                  </a:lnTo>
                  <a:lnTo>
                    <a:pt x="37680" y="502640"/>
                  </a:lnTo>
                  <a:lnTo>
                    <a:pt x="55168" y="544004"/>
                  </a:lnTo>
                  <a:lnTo>
                    <a:pt x="82283" y="579069"/>
                  </a:lnTo>
                  <a:lnTo>
                    <a:pt x="117348" y="606171"/>
                  </a:lnTo>
                  <a:lnTo>
                    <a:pt x="158711" y="623658"/>
                  </a:lnTo>
                  <a:lnTo>
                    <a:pt x="204698" y="629856"/>
                  </a:lnTo>
                  <a:lnTo>
                    <a:pt x="250685" y="623658"/>
                  </a:lnTo>
                  <a:lnTo>
                    <a:pt x="292049" y="606171"/>
                  </a:lnTo>
                  <a:lnTo>
                    <a:pt x="327126" y="579069"/>
                  </a:lnTo>
                  <a:lnTo>
                    <a:pt x="354228" y="544004"/>
                  </a:lnTo>
                  <a:lnTo>
                    <a:pt x="371716" y="502640"/>
                  </a:lnTo>
                  <a:lnTo>
                    <a:pt x="377913" y="456641"/>
                  </a:lnTo>
                  <a:close/>
                </a:path>
                <a:path extrusionOk="0" h="944879" w="944880">
                  <a:moveTo>
                    <a:pt x="409397" y="825881"/>
                  </a:moveTo>
                  <a:lnTo>
                    <a:pt x="402348" y="818819"/>
                  </a:lnTo>
                  <a:lnTo>
                    <a:pt x="384962" y="818819"/>
                  </a:lnTo>
                  <a:lnTo>
                    <a:pt x="377901" y="825881"/>
                  </a:lnTo>
                  <a:lnTo>
                    <a:pt x="377901" y="843254"/>
                  </a:lnTo>
                  <a:lnTo>
                    <a:pt x="384962" y="850315"/>
                  </a:lnTo>
                  <a:lnTo>
                    <a:pt x="402348" y="850315"/>
                  </a:lnTo>
                  <a:lnTo>
                    <a:pt x="409397" y="843254"/>
                  </a:lnTo>
                  <a:lnTo>
                    <a:pt x="409397" y="834567"/>
                  </a:lnTo>
                  <a:lnTo>
                    <a:pt x="409397" y="825881"/>
                  </a:lnTo>
                  <a:close/>
                </a:path>
                <a:path extrusionOk="0" h="944879" w="944880">
                  <a:moveTo>
                    <a:pt x="440893" y="290499"/>
                  </a:moveTo>
                  <a:lnTo>
                    <a:pt x="433844" y="283438"/>
                  </a:lnTo>
                  <a:lnTo>
                    <a:pt x="416458" y="283438"/>
                  </a:lnTo>
                  <a:lnTo>
                    <a:pt x="409397" y="290499"/>
                  </a:lnTo>
                  <a:lnTo>
                    <a:pt x="409397" y="307873"/>
                  </a:lnTo>
                  <a:lnTo>
                    <a:pt x="416458" y="314934"/>
                  </a:lnTo>
                  <a:lnTo>
                    <a:pt x="433844" y="314934"/>
                  </a:lnTo>
                  <a:lnTo>
                    <a:pt x="440893" y="307873"/>
                  </a:lnTo>
                  <a:lnTo>
                    <a:pt x="440893" y="299186"/>
                  </a:lnTo>
                  <a:lnTo>
                    <a:pt x="440893" y="290499"/>
                  </a:lnTo>
                  <a:close/>
                </a:path>
                <a:path extrusionOk="0" h="944879" w="944880">
                  <a:moveTo>
                    <a:pt x="566864" y="290499"/>
                  </a:moveTo>
                  <a:lnTo>
                    <a:pt x="559816" y="283438"/>
                  </a:lnTo>
                  <a:lnTo>
                    <a:pt x="542429" y="283438"/>
                  </a:lnTo>
                  <a:lnTo>
                    <a:pt x="535368" y="290499"/>
                  </a:lnTo>
                  <a:lnTo>
                    <a:pt x="535368" y="307873"/>
                  </a:lnTo>
                  <a:lnTo>
                    <a:pt x="542429" y="314934"/>
                  </a:lnTo>
                  <a:lnTo>
                    <a:pt x="559816" y="314934"/>
                  </a:lnTo>
                  <a:lnTo>
                    <a:pt x="566864" y="307873"/>
                  </a:lnTo>
                  <a:lnTo>
                    <a:pt x="566864" y="299186"/>
                  </a:lnTo>
                  <a:lnTo>
                    <a:pt x="566864" y="290499"/>
                  </a:lnTo>
                  <a:close/>
                </a:path>
                <a:path extrusionOk="0" h="944879" w="944880">
                  <a:moveTo>
                    <a:pt x="692835" y="290499"/>
                  </a:moveTo>
                  <a:lnTo>
                    <a:pt x="685787" y="283438"/>
                  </a:lnTo>
                  <a:lnTo>
                    <a:pt x="668401" y="283438"/>
                  </a:lnTo>
                  <a:lnTo>
                    <a:pt x="661339" y="290499"/>
                  </a:lnTo>
                  <a:lnTo>
                    <a:pt x="661339" y="307873"/>
                  </a:lnTo>
                  <a:lnTo>
                    <a:pt x="668401" y="314934"/>
                  </a:lnTo>
                  <a:lnTo>
                    <a:pt x="685787" y="314934"/>
                  </a:lnTo>
                  <a:lnTo>
                    <a:pt x="692835" y="307873"/>
                  </a:lnTo>
                  <a:lnTo>
                    <a:pt x="692835" y="299186"/>
                  </a:lnTo>
                  <a:lnTo>
                    <a:pt x="692835" y="290499"/>
                  </a:lnTo>
                  <a:close/>
                </a:path>
                <a:path extrusionOk="0" h="944879" w="944880">
                  <a:moveTo>
                    <a:pt x="787323" y="755827"/>
                  </a:moveTo>
                  <a:lnTo>
                    <a:pt x="755827" y="755827"/>
                  </a:lnTo>
                  <a:lnTo>
                    <a:pt x="755827" y="811745"/>
                  </a:lnTo>
                  <a:lnTo>
                    <a:pt x="748779" y="818819"/>
                  </a:lnTo>
                  <a:lnTo>
                    <a:pt x="502627" y="818819"/>
                  </a:lnTo>
                  <a:lnTo>
                    <a:pt x="492086" y="787323"/>
                  </a:lnTo>
                  <a:lnTo>
                    <a:pt x="490156" y="781558"/>
                  </a:lnTo>
                  <a:lnTo>
                    <a:pt x="466039" y="751586"/>
                  </a:lnTo>
                  <a:lnTo>
                    <a:pt x="440893" y="736396"/>
                  </a:lnTo>
                  <a:lnTo>
                    <a:pt x="440893" y="834567"/>
                  </a:lnTo>
                  <a:lnTo>
                    <a:pt x="437172" y="852932"/>
                  </a:lnTo>
                  <a:lnTo>
                    <a:pt x="427037" y="867956"/>
                  </a:lnTo>
                  <a:lnTo>
                    <a:pt x="412026" y="878078"/>
                  </a:lnTo>
                  <a:lnTo>
                    <a:pt x="393661" y="881799"/>
                  </a:lnTo>
                  <a:lnTo>
                    <a:pt x="375285" y="878078"/>
                  </a:lnTo>
                  <a:lnTo>
                    <a:pt x="360273" y="867956"/>
                  </a:lnTo>
                  <a:lnTo>
                    <a:pt x="350139" y="852932"/>
                  </a:lnTo>
                  <a:lnTo>
                    <a:pt x="349605" y="850315"/>
                  </a:lnTo>
                  <a:lnTo>
                    <a:pt x="346417" y="834567"/>
                  </a:lnTo>
                  <a:lnTo>
                    <a:pt x="349605" y="818819"/>
                  </a:lnTo>
                  <a:lnTo>
                    <a:pt x="350139" y="816203"/>
                  </a:lnTo>
                  <a:lnTo>
                    <a:pt x="360273" y="801179"/>
                  </a:lnTo>
                  <a:lnTo>
                    <a:pt x="375285" y="791044"/>
                  </a:lnTo>
                  <a:lnTo>
                    <a:pt x="393661" y="787323"/>
                  </a:lnTo>
                  <a:lnTo>
                    <a:pt x="412026" y="791044"/>
                  </a:lnTo>
                  <a:lnTo>
                    <a:pt x="427037" y="801179"/>
                  </a:lnTo>
                  <a:lnTo>
                    <a:pt x="437172" y="816203"/>
                  </a:lnTo>
                  <a:lnTo>
                    <a:pt x="440893" y="834567"/>
                  </a:lnTo>
                  <a:lnTo>
                    <a:pt x="440893" y="736396"/>
                  </a:lnTo>
                  <a:lnTo>
                    <a:pt x="432981" y="731608"/>
                  </a:lnTo>
                  <a:lnTo>
                    <a:pt x="393661" y="724344"/>
                  </a:lnTo>
                  <a:lnTo>
                    <a:pt x="354342" y="731608"/>
                  </a:lnTo>
                  <a:lnTo>
                    <a:pt x="321284" y="751586"/>
                  </a:lnTo>
                  <a:lnTo>
                    <a:pt x="297167" y="781558"/>
                  </a:lnTo>
                  <a:lnTo>
                    <a:pt x="284695" y="818819"/>
                  </a:lnTo>
                  <a:lnTo>
                    <a:pt x="155867" y="818819"/>
                  </a:lnTo>
                  <a:lnTo>
                    <a:pt x="146075" y="793838"/>
                  </a:lnTo>
                  <a:lnTo>
                    <a:pt x="128803" y="773861"/>
                  </a:lnTo>
                  <a:lnTo>
                    <a:pt x="105791" y="760628"/>
                  </a:lnTo>
                  <a:lnTo>
                    <a:pt x="78727" y="755827"/>
                  </a:lnTo>
                  <a:lnTo>
                    <a:pt x="48107" y="762025"/>
                  </a:lnTo>
                  <a:lnTo>
                    <a:pt x="23088" y="778916"/>
                  </a:lnTo>
                  <a:lnTo>
                    <a:pt x="6197" y="803948"/>
                  </a:lnTo>
                  <a:lnTo>
                    <a:pt x="0" y="834567"/>
                  </a:lnTo>
                  <a:lnTo>
                    <a:pt x="6197" y="865187"/>
                  </a:lnTo>
                  <a:lnTo>
                    <a:pt x="23088" y="890206"/>
                  </a:lnTo>
                  <a:lnTo>
                    <a:pt x="48107" y="907097"/>
                  </a:lnTo>
                  <a:lnTo>
                    <a:pt x="78727" y="913295"/>
                  </a:lnTo>
                  <a:lnTo>
                    <a:pt x="105791" y="908507"/>
                  </a:lnTo>
                  <a:lnTo>
                    <a:pt x="128803" y="895261"/>
                  </a:lnTo>
                  <a:lnTo>
                    <a:pt x="146075" y="875296"/>
                  </a:lnTo>
                  <a:lnTo>
                    <a:pt x="155867" y="850315"/>
                  </a:lnTo>
                  <a:lnTo>
                    <a:pt x="284695" y="850315"/>
                  </a:lnTo>
                  <a:lnTo>
                    <a:pt x="297167" y="887577"/>
                  </a:lnTo>
                  <a:lnTo>
                    <a:pt x="321284" y="917549"/>
                  </a:lnTo>
                  <a:lnTo>
                    <a:pt x="354342" y="937526"/>
                  </a:lnTo>
                  <a:lnTo>
                    <a:pt x="393661" y="944791"/>
                  </a:lnTo>
                  <a:lnTo>
                    <a:pt x="432981" y="937526"/>
                  </a:lnTo>
                  <a:lnTo>
                    <a:pt x="466039" y="917549"/>
                  </a:lnTo>
                  <a:lnTo>
                    <a:pt x="490156" y="887577"/>
                  </a:lnTo>
                  <a:lnTo>
                    <a:pt x="492086" y="881799"/>
                  </a:lnTo>
                  <a:lnTo>
                    <a:pt x="502627" y="850315"/>
                  </a:lnTo>
                  <a:lnTo>
                    <a:pt x="740079" y="850315"/>
                  </a:lnTo>
                  <a:lnTo>
                    <a:pt x="758444" y="846594"/>
                  </a:lnTo>
                  <a:lnTo>
                    <a:pt x="773468" y="836460"/>
                  </a:lnTo>
                  <a:lnTo>
                    <a:pt x="783602" y="821448"/>
                  </a:lnTo>
                  <a:lnTo>
                    <a:pt x="784136" y="818819"/>
                  </a:lnTo>
                  <a:lnTo>
                    <a:pt x="787323" y="803071"/>
                  </a:lnTo>
                  <a:lnTo>
                    <a:pt x="787323" y="755827"/>
                  </a:lnTo>
                  <a:close/>
                </a:path>
                <a:path extrusionOk="0" h="944879" w="944880">
                  <a:moveTo>
                    <a:pt x="850303" y="283438"/>
                  </a:moveTo>
                  <a:lnTo>
                    <a:pt x="843927" y="251942"/>
                  </a:lnTo>
                  <a:lnTo>
                    <a:pt x="842873" y="246697"/>
                  </a:lnTo>
                  <a:lnTo>
                    <a:pt x="823048" y="217309"/>
                  </a:lnTo>
                  <a:lnTo>
                    <a:pt x="822604" y="216662"/>
                  </a:lnTo>
                  <a:lnTo>
                    <a:pt x="792568" y="196392"/>
                  </a:lnTo>
                  <a:lnTo>
                    <a:pt x="756018" y="188988"/>
                  </a:lnTo>
                  <a:lnTo>
                    <a:pt x="755446" y="188988"/>
                  </a:lnTo>
                  <a:lnTo>
                    <a:pt x="737006" y="190817"/>
                  </a:lnTo>
                  <a:lnTo>
                    <a:pt x="724331" y="194716"/>
                  </a:lnTo>
                  <a:lnTo>
                    <a:pt x="724331" y="299186"/>
                  </a:lnTo>
                  <a:lnTo>
                    <a:pt x="720648" y="317398"/>
                  </a:lnTo>
                  <a:lnTo>
                    <a:pt x="720610" y="317550"/>
                  </a:lnTo>
                  <a:lnTo>
                    <a:pt x="710311" y="332676"/>
                  </a:lnTo>
                  <a:lnTo>
                    <a:pt x="695464" y="342696"/>
                  </a:lnTo>
                  <a:lnTo>
                    <a:pt x="677100" y="346417"/>
                  </a:lnTo>
                  <a:lnTo>
                    <a:pt x="658723" y="342696"/>
                  </a:lnTo>
                  <a:lnTo>
                    <a:pt x="643877" y="332676"/>
                  </a:lnTo>
                  <a:lnTo>
                    <a:pt x="633577" y="317550"/>
                  </a:lnTo>
                  <a:lnTo>
                    <a:pt x="629856" y="299186"/>
                  </a:lnTo>
                  <a:lnTo>
                    <a:pt x="633577" y="280822"/>
                  </a:lnTo>
                  <a:lnTo>
                    <a:pt x="643712" y="265798"/>
                  </a:lnTo>
                  <a:lnTo>
                    <a:pt x="658723" y="255663"/>
                  </a:lnTo>
                  <a:lnTo>
                    <a:pt x="677100" y="251942"/>
                  </a:lnTo>
                  <a:lnTo>
                    <a:pt x="695464" y="255663"/>
                  </a:lnTo>
                  <a:lnTo>
                    <a:pt x="710476" y="265798"/>
                  </a:lnTo>
                  <a:lnTo>
                    <a:pt x="720610" y="280822"/>
                  </a:lnTo>
                  <a:lnTo>
                    <a:pt x="724331" y="299186"/>
                  </a:lnTo>
                  <a:lnTo>
                    <a:pt x="724331" y="194716"/>
                  </a:lnTo>
                  <a:lnTo>
                    <a:pt x="718845" y="196392"/>
                  </a:lnTo>
                  <a:lnTo>
                    <a:pt x="719010" y="196392"/>
                  </a:lnTo>
                  <a:lnTo>
                    <a:pt x="702843" y="205168"/>
                  </a:lnTo>
                  <a:lnTo>
                    <a:pt x="688340" y="217309"/>
                  </a:lnTo>
                  <a:lnTo>
                    <a:pt x="665848" y="195287"/>
                  </a:lnTo>
                  <a:lnTo>
                    <a:pt x="667918" y="193446"/>
                  </a:lnTo>
                  <a:lnTo>
                    <a:pt x="678662" y="183870"/>
                  </a:lnTo>
                  <a:lnTo>
                    <a:pt x="692696" y="174447"/>
                  </a:lnTo>
                  <a:lnTo>
                    <a:pt x="695185" y="173215"/>
                  </a:lnTo>
                  <a:lnTo>
                    <a:pt x="707682" y="167081"/>
                  </a:lnTo>
                  <a:lnTo>
                    <a:pt x="723722" y="161709"/>
                  </a:lnTo>
                  <a:lnTo>
                    <a:pt x="712165" y="122910"/>
                  </a:lnTo>
                  <a:lnTo>
                    <a:pt x="690321" y="94475"/>
                  </a:lnTo>
                  <a:lnTo>
                    <a:pt x="688086" y="91579"/>
                  </a:lnTo>
                  <a:lnTo>
                    <a:pt x="654431" y="70624"/>
                  </a:lnTo>
                  <a:lnTo>
                    <a:pt x="614108" y="62979"/>
                  </a:lnTo>
                  <a:lnTo>
                    <a:pt x="614108" y="94475"/>
                  </a:lnTo>
                  <a:lnTo>
                    <a:pt x="614108" y="125971"/>
                  </a:lnTo>
                  <a:lnTo>
                    <a:pt x="598360" y="129171"/>
                  </a:lnTo>
                  <a:lnTo>
                    <a:pt x="598360" y="299186"/>
                  </a:lnTo>
                  <a:lnTo>
                    <a:pt x="594677" y="317398"/>
                  </a:lnTo>
                  <a:lnTo>
                    <a:pt x="594639" y="317550"/>
                  </a:lnTo>
                  <a:lnTo>
                    <a:pt x="584339" y="332676"/>
                  </a:lnTo>
                  <a:lnTo>
                    <a:pt x="569480" y="342696"/>
                  </a:lnTo>
                  <a:lnTo>
                    <a:pt x="551116" y="346417"/>
                  </a:lnTo>
                  <a:lnTo>
                    <a:pt x="532752" y="342696"/>
                  </a:lnTo>
                  <a:lnTo>
                    <a:pt x="517906" y="332676"/>
                  </a:lnTo>
                  <a:lnTo>
                    <a:pt x="507606" y="317550"/>
                  </a:lnTo>
                  <a:lnTo>
                    <a:pt x="503885" y="299186"/>
                  </a:lnTo>
                  <a:lnTo>
                    <a:pt x="507606" y="280822"/>
                  </a:lnTo>
                  <a:lnTo>
                    <a:pt x="517740" y="265798"/>
                  </a:lnTo>
                  <a:lnTo>
                    <a:pt x="532752" y="255663"/>
                  </a:lnTo>
                  <a:lnTo>
                    <a:pt x="551116" y="251942"/>
                  </a:lnTo>
                  <a:lnTo>
                    <a:pt x="569480" y="255663"/>
                  </a:lnTo>
                  <a:lnTo>
                    <a:pt x="584504" y="265798"/>
                  </a:lnTo>
                  <a:lnTo>
                    <a:pt x="594639" y="280822"/>
                  </a:lnTo>
                  <a:lnTo>
                    <a:pt x="598360" y="299186"/>
                  </a:lnTo>
                  <a:lnTo>
                    <a:pt x="598360" y="129171"/>
                  </a:lnTo>
                  <a:lnTo>
                    <a:pt x="595731" y="129692"/>
                  </a:lnTo>
                  <a:lnTo>
                    <a:pt x="580720" y="139827"/>
                  </a:lnTo>
                  <a:lnTo>
                    <a:pt x="570585" y="154851"/>
                  </a:lnTo>
                  <a:lnTo>
                    <a:pt x="566864" y="173215"/>
                  </a:lnTo>
                  <a:lnTo>
                    <a:pt x="535381" y="173215"/>
                  </a:lnTo>
                  <a:lnTo>
                    <a:pt x="541578" y="142595"/>
                  </a:lnTo>
                  <a:lnTo>
                    <a:pt x="558469" y="117563"/>
                  </a:lnTo>
                  <a:lnTo>
                    <a:pt x="583488" y="100672"/>
                  </a:lnTo>
                  <a:lnTo>
                    <a:pt x="614108" y="94475"/>
                  </a:lnTo>
                  <a:lnTo>
                    <a:pt x="614108" y="62979"/>
                  </a:lnTo>
                  <a:lnTo>
                    <a:pt x="571246" y="71666"/>
                  </a:lnTo>
                  <a:lnTo>
                    <a:pt x="536206" y="95313"/>
                  </a:lnTo>
                  <a:lnTo>
                    <a:pt x="512559" y="130352"/>
                  </a:lnTo>
                  <a:lnTo>
                    <a:pt x="503885" y="173215"/>
                  </a:lnTo>
                  <a:lnTo>
                    <a:pt x="472389" y="173215"/>
                  </a:lnTo>
                  <a:lnTo>
                    <a:pt x="472389" y="299186"/>
                  </a:lnTo>
                  <a:lnTo>
                    <a:pt x="468706" y="317398"/>
                  </a:lnTo>
                  <a:lnTo>
                    <a:pt x="468668" y="317550"/>
                  </a:lnTo>
                  <a:lnTo>
                    <a:pt x="458368" y="332676"/>
                  </a:lnTo>
                  <a:lnTo>
                    <a:pt x="443522" y="342696"/>
                  </a:lnTo>
                  <a:lnTo>
                    <a:pt x="425157" y="346417"/>
                  </a:lnTo>
                  <a:lnTo>
                    <a:pt x="406781" y="342696"/>
                  </a:lnTo>
                  <a:lnTo>
                    <a:pt x="391934" y="332676"/>
                  </a:lnTo>
                  <a:lnTo>
                    <a:pt x="381635" y="317550"/>
                  </a:lnTo>
                  <a:lnTo>
                    <a:pt x="377913" y="299186"/>
                  </a:lnTo>
                  <a:lnTo>
                    <a:pt x="381635" y="280822"/>
                  </a:lnTo>
                  <a:lnTo>
                    <a:pt x="425157" y="251942"/>
                  </a:lnTo>
                  <a:lnTo>
                    <a:pt x="468668" y="280822"/>
                  </a:lnTo>
                  <a:lnTo>
                    <a:pt x="472389" y="299186"/>
                  </a:lnTo>
                  <a:lnTo>
                    <a:pt x="472389" y="173215"/>
                  </a:lnTo>
                  <a:lnTo>
                    <a:pt x="475792" y="142595"/>
                  </a:lnTo>
                  <a:lnTo>
                    <a:pt x="475843" y="142100"/>
                  </a:lnTo>
                  <a:lnTo>
                    <a:pt x="485698" y="113385"/>
                  </a:lnTo>
                  <a:lnTo>
                    <a:pt x="501192" y="87807"/>
                  </a:lnTo>
                  <a:lnTo>
                    <a:pt x="521563" y="66116"/>
                  </a:lnTo>
                  <a:lnTo>
                    <a:pt x="496328" y="38506"/>
                  </a:lnTo>
                  <a:lnTo>
                    <a:pt x="486003" y="31496"/>
                  </a:lnTo>
                  <a:lnTo>
                    <a:pt x="465645" y="17703"/>
                  </a:lnTo>
                  <a:lnTo>
                    <a:pt x="430949" y="4572"/>
                  </a:lnTo>
                  <a:lnTo>
                    <a:pt x="393661" y="0"/>
                  </a:lnTo>
                  <a:lnTo>
                    <a:pt x="393661" y="31496"/>
                  </a:lnTo>
                  <a:lnTo>
                    <a:pt x="393661" y="62979"/>
                  </a:lnTo>
                  <a:lnTo>
                    <a:pt x="356908" y="70421"/>
                  </a:lnTo>
                  <a:lnTo>
                    <a:pt x="326872" y="90690"/>
                  </a:lnTo>
                  <a:lnTo>
                    <a:pt x="306603" y="120726"/>
                  </a:lnTo>
                  <a:lnTo>
                    <a:pt x="299173" y="157467"/>
                  </a:lnTo>
                  <a:lnTo>
                    <a:pt x="299326" y="161709"/>
                  </a:lnTo>
                  <a:lnTo>
                    <a:pt x="299415" y="164325"/>
                  </a:lnTo>
                  <a:lnTo>
                    <a:pt x="300164" y="171132"/>
                  </a:lnTo>
                  <a:lnTo>
                    <a:pt x="301396" y="177850"/>
                  </a:lnTo>
                  <a:lnTo>
                    <a:pt x="303098" y="184467"/>
                  </a:lnTo>
                  <a:lnTo>
                    <a:pt x="272897" y="193446"/>
                  </a:lnTo>
                  <a:lnTo>
                    <a:pt x="270624" y="184632"/>
                  </a:lnTo>
                  <a:lnTo>
                    <a:pt x="268998" y="175666"/>
                  </a:lnTo>
                  <a:lnTo>
                    <a:pt x="268071" y="167081"/>
                  </a:lnTo>
                  <a:lnTo>
                    <a:pt x="268020" y="166611"/>
                  </a:lnTo>
                  <a:lnTo>
                    <a:pt x="277609" y="108483"/>
                  </a:lnTo>
                  <a:lnTo>
                    <a:pt x="304634" y="68440"/>
                  </a:lnTo>
                  <a:lnTo>
                    <a:pt x="344678" y="41414"/>
                  </a:lnTo>
                  <a:lnTo>
                    <a:pt x="393661" y="31496"/>
                  </a:lnTo>
                  <a:lnTo>
                    <a:pt x="393661" y="0"/>
                  </a:lnTo>
                  <a:lnTo>
                    <a:pt x="343941" y="8039"/>
                  </a:lnTo>
                  <a:lnTo>
                    <a:pt x="300723" y="30429"/>
                  </a:lnTo>
                  <a:lnTo>
                    <a:pt x="266611" y="64528"/>
                  </a:lnTo>
                  <a:lnTo>
                    <a:pt x="244233" y="107746"/>
                  </a:lnTo>
                  <a:lnTo>
                    <a:pt x="236194" y="157467"/>
                  </a:lnTo>
                  <a:lnTo>
                    <a:pt x="236194" y="162306"/>
                  </a:lnTo>
                  <a:lnTo>
                    <a:pt x="236474" y="166611"/>
                  </a:lnTo>
                  <a:lnTo>
                    <a:pt x="238506" y="188988"/>
                  </a:lnTo>
                  <a:lnTo>
                    <a:pt x="219329" y="188988"/>
                  </a:lnTo>
                  <a:lnTo>
                    <a:pt x="187007" y="194932"/>
                  </a:lnTo>
                  <a:lnTo>
                    <a:pt x="159270" y="211429"/>
                  </a:lnTo>
                  <a:lnTo>
                    <a:pt x="138684" y="236245"/>
                  </a:lnTo>
                  <a:lnTo>
                    <a:pt x="127457" y="267182"/>
                  </a:lnTo>
                  <a:lnTo>
                    <a:pt x="145745" y="260680"/>
                  </a:lnTo>
                  <a:lnTo>
                    <a:pt x="164782" y="255905"/>
                  </a:lnTo>
                  <a:lnTo>
                    <a:pt x="184454" y="252958"/>
                  </a:lnTo>
                  <a:lnTo>
                    <a:pt x="204698" y="251942"/>
                  </a:lnTo>
                  <a:lnTo>
                    <a:pt x="254012" y="257949"/>
                  </a:lnTo>
                  <a:lnTo>
                    <a:pt x="299008" y="275005"/>
                  </a:lnTo>
                  <a:lnTo>
                    <a:pt x="338239" y="301650"/>
                  </a:lnTo>
                  <a:lnTo>
                    <a:pt x="370255" y="336435"/>
                  </a:lnTo>
                  <a:lnTo>
                    <a:pt x="393611" y="377913"/>
                  </a:lnTo>
                  <a:lnTo>
                    <a:pt x="655281" y="377913"/>
                  </a:lnTo>
                  <a:lnTo>
                    <a:pt x="668909" y="364274"/>
                  </a:lnTo>
                  <a:lnTo>
                    <a:pt x="702538" y="384454"/>
                  </a:lnTo>
                  <a:lnTo>
                    <a:pt x="707580" y="364274"/>
                  </a:lnTo>
                  <a:lnTo>
                    <a:pt x="712038" y="346417"/>
                  </a:lnTo>
                  <a:lnTo>
                    <a:pt x="826147" y="346417"/>
                  </a:lnTo>
                  <a:lnTo>
                    <a:pt x="836447" y="332676"/>
                  </a:lnTo>
                  <a:lnTo>
                    <a:pt x="843953" y="317550"/>
                  </a:lnTo>
                  <a:lnTo>
                    <a:pt x="844029" y="317398"/>
                  </a:lnTo>
                  <a:lnTo>
                    <a:pt x="848702" y="300888"/>
                  </a:lnTo>
                  <a:lnTo>
                    <a:pt x="850303" y="283438"/>
                  </a:lnTo>
                  <a:close/>
                </a:path>
                <a:path extrusionOk="0" h="944879" w="944880">
                  <a:moveTo>
                    <a:pt x="944791" y="516191"/>
                  </a:moveTo>
                  <a:lnTo>
                    <a:pt x="906170" y="506552"/>
                  </a:lnTo>
                  <a:lnTo>
                    <a:pt x="898359" y="487337"/>
                  </a:lnTo>
                  <a:lnTo>
                    <a:pt x="918768" y="453351"/>
                  </a:lnTo>
                  <a:lnTo>
                    <a:pt x="906310" y="440905"/>
                  </a:lnTo>
                  <a:lnTo>
                    <a:pt x="889762" y="424357"/>
                  </a:lnTo>
                  <a:lnTo>
                    <a:pt x="881799" y="416407"/>
                  </a:lnTo>
                  <a:lnTo>
                    <a:pt x="881799" y="551129"/>
                  </a:lnTo>
                  <a:lnTo>
                    <a:pt x="873175" y="593737"/>
                  </a:lnTo>
                  <a:lnTo>
                    <a:pt x="873125" y="593991"/>
                  </a:lnTo>
                  <a:lnTo>
                    <a:pt x="849477" y="629031"/>
                  </a:lnTo>
                  <a:lnTo>
                    <a:pt x="814438" y="652678"/>
                  </a:lnTo>
                  <a:lnTo>
                    <a:pt x="771575" y="661352"/>
                  </a:lnTo>
                  <a:lnTo>
                    <a:pt x="728713" y="652678"/>
                  </a:lnTo>
                  <a:lnTo>
                    <a:pt x="693674" y="629031"/>
                  </a:lnTo>
                  <a:lnTo>
                    <a:pt x="670026" y="593991"/>
                  </a:lnTo>
                  <a:lnTo>
                    <a:pt x="661352" y="551129"/>
                  </a:lnTo>
                  <a:lnTo>
                    <a:pt x="669975" y="508520"/>
                  </a:lnTo>
                  <a:lnTo>
                    <a:pt x="670026" y="508266"/>
                  </a:lnTo>
                  <a:lnTo>
                    <a:pt x="693674" y="473227"/>
                  </a:lnTo>
                  <a:lnTo>
                    <a:pt x="728713" y="449580"/>
                  </a:lnTo>
                  <a:lnTo>
                    <a:pt x="771575" y="440905"/>
                  </a:lnTo>
                  <a:lnTo>
                    <a:pt x="814438" y="449580"/>
                  </a:lnTo>
                  <a:lnTo>
                    <a:pt x="849477" y="473227"/>
                  </a:lnTo>
                  <a:lnTo>
                    <a:pt x="873125" y="508266"/>
                  </a:lnTo>
                  <a:lnTo>
                    <a:pt x="881799" y="551129"/>
                  </a:lnTo>
                  <a:lnTo>
                    <a:pt x="881799" y="416407"/>
                  </a:lnTo>
                  <a:lnTo>
                    <a:pt x="869340" y="403948"/>
                  </a:lnTo>
                  <a:lnTo>
                    <a:pt x="835342" y="424357"/>
                  </a:lnTo>
                  <a:lnTo>
                    <a:pt x="816140" y="416433"/>
                  </a:lnTo>
                  <a:lnTo>
                    <a:pt x="806513" y="377913"/>
                  </a:lnTo>
                  <a:lnTo>
                    <a:pt x="736638" y="377913"/>
                  </a:lnTo>
                  <a:lnTo>
                    <a:pt x="727011" y="416433"/>
                  </a:lnTo>
                  <a:lnTo>
                    <a:pt x="707796" y="424357"/>
                  </a:lnTo>
                  <a:lnTo>
                    <a:pt x="673798" y="403948"/>
                  </a:lnTo>
                  <a:lnTo>
                    <a:pt x="624370" y="453351"/>
                  </a:lnTo>
                  <a:lnTo>
                    <a:pt x="644779" y="487337"/>
                  </a:lnTo>
                  <a:lnTo>
                    <a:pt x="637476" y="505320"/>
                  </a:lnTo>
                  <a:lnTo>
                    <a:pt x="629056" y="508520"/>
                  </a:lnTo>
                  <a:lnTo>
                    <a:pt x="598360" y="516191"/>
                  </a:lnTo>
                  <a:lnTo>
                    <a:pt x="598360" y="586066"/>
                  </a:lnTo>
                  <a:lnTo>
                    <a:pt x="636968" y="595706"/>
                  </a:lnTo>
                  <a:lnTo>
                    <a:pt x="644779" y="614883"/>
                  </a:lnTo>
                  <a:lnTo>
                    <a:pt x="624370" y="648893"/>
                  </a:lnTo>
                  <a:lnTo>
                    <a:pt x="673798" y="698309"/>
                  </a:lnTo>
                  <a:lnTo>
                    <a:pt x="707796" y="677900"/>
                  </a:lnTo>
                  <a:lnTo>
                    <a:pt x="727011" y="685825"/>
                  </a:lnTo>
                  <a:lnTo>
                    <a:pt x="736638" y="724344"/>
                  </a:lnTo>
                  <a:lnTo>
                    <a:pt x="806513" y="724344"/>
                  </a:lnTo>
                  <a:lnTo>
                    <a:pt x="816140" y="685825"/>
                  </a:lnTo>
                  <a:lnTo>
                    <a:pt x="835342" y="677900"/>
                  </a:lnTo>
                  <a:lnTo>
                    <a:pt x="869340" y="698309"/>
                  </a:lnTo>
                  <a:lnTo>
                    <a:pt x="889749" y="677900"/>
                  </a:lnTo>
                  <a:lnTo>
                    <a:pt x="906310" y="661352"/>
                  </a:lnTo>
                  <a:lnTo>
                    <a:pt x="918768" y="648893"/>
                  </a:lnTo>
                  <a:lnTo>
                    <a:pt x="898359" y="614883"/>
                  </a:lnTo>
                  <a:lnTo>
                    <a:pt x="905687" y="596900"/>
                  </a:lnTo>
                  <a:lnTo>
                    <a:pt x="914095" y="593737"/>
                  </a:lnTo>
                  <a:lnTo>
                    <a:pt x="944791" y="586066"/>
                  </a:lnTo>
                  <a:lnTo>
                    <a:pt x="944791" y="516191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1" name="Google Shape;15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94800" y="4693861"/>
              <a:ext cx="157467" cy="1574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5"/>
          <p:cNvGrpSpPr/>
          <p:nvPr/>
        </p:nvGrpSpPr>
        <p:grpSpPr>
          <a:xfrm>
            <a:off x="6777048" y="4221424"/>
            <a:ext cx="1030547" cy="944948"/>
            <a:chOff x="6862356" y="4221424"/>
            <a:chExt cx="945210" cy="944948"/>
          </a:xfrm>
        </p:grpSpPr>
        <p:sp>
          <p:nvSpPr>
            <p:cNvPr id="153" name="Google Shape;153;p5"/>
            <p:cNvSpPr/>
            <p:nvPr/>
          </p:nvSpPr>
          <p:spPr>
            <a:xfrm>
              <a:off x="6862356" y="4379607"/>
              <a:ext cx="866140" cy="786765"/>
            </a:xfrm>
            <a:custGeom>
              <a:rect b="b" l="l" r="r" t="t"/>
              <a:pathLst>
                <a:path extrusionOk="0" h="786764" w="866140">
                  <a:moveTo>
                    <a:pt x="267716" y="487451"/>
                  </a:moveTo>
                  <a:lnTo>
                    <a:pt x="236220" y="487451"/>
                  </a:lnTo>
                  <a:lnTo>
                    <a:pt x="236220" y="518947"/>
                  </a:lnTo>
                  <a:lnTo>
                    <a:pt x="267716" y="518947"/>
                  </a:lnTo>
                  <a:lnTo>
                    <a:pt x="267716" y="487451"/>
                  </a:lnTo>
                  <a:close/>
                </a:path>
                <a:path extrusionOk="0" h="786764" w="866140">
                  <a:moveTo>
                    <a:pt x="330708" y="455968"/>
                  </a:moveTo>
                  <a:lnTo>
                    <a:pt x="299212" y="455968"/>
                  </a:lnTo>
                  <a:lnTo>
                    <a:pt x="299212" y="518947"/>
                  </a:lnTo>
                  <a:lnTo>
                    <a:pt x="330708" y="518947"/>
                  </a:lnTo>
                  <a:lnTo>
                    <a:pt x="330708" y="455968"/>
                  </a:lnTo>
                  <a:close/>
                </a:path>
                <a:path extrusionOk="0" h="786764" w="866140">
                  <a:moveTo>
                    <a:pt x="393687" y="408736"/>
                  </a:moveTo>
                  <a:lnTo>
                    <a:pt x="362191" y="408736"/>
                  </a:lnTo>
                  <a:lnTo>
                    <a:pt x="362191" y="518947"/>
                  </a:lnTo>
                  <a:lnTo>
                    <a:pt x="393687" y="518947"/>
                  </a:lnTo>
                  <a:lnTo>
                    <a:pt x="393687" y="408736"/>
                  </a:lnTo>
                  <a:close/>
                </a:path>
                <a:path extrusionOk="0" h="786764" w="866140">
                  <a:moveTo>
                    <a:pt x="472414" y="471716"/>
                  </a:moveTo>
                  <a:lnTo>
                    <a:pt x="464324" y="421982"/>
                  </a:lnTo>
                  <a:lnTo>
                    <a:pt x="441947" y="378790"/>
                  </a:lnTo>
                  <a:lnTo>
                    <a:pt x="440436" y="377266"/>
                  </a:lnTo>
                  <a:lnTo>
                    <a:pt x="425145" y="361975"/>
                  </a:lnTo>
                  <a:lnTo>
                    <a:pt x="425145" y="384289"/>
                  </a:lnTo>
                  <a:lnTo>
                    <a:pt x="425145" y="543382"/>
                  </a:lnTo>
                  <a:lnTo>
                    <a:pt x="418109" y="550418"/>
                  </a:lnTo>
                  <a:lnTo>
                    <a:pt x="211785" y="550418"/>
                  </a:lnTo>
                  <a:lnTo>
                    <a:pt x="204749" y="543382"/>
                  </a:lnTo>
                  <a:lnTo>
                    <a:pt x="204749" y="463029"/>
                  </a:lnTo>
                  <a:lnTo>
                    <a:pt x="211785" y="455993"/>
                  </a:lnTo>
                  <a:lnTo>
                    <a:pt x="267703" y="455993"/>
                  </a:lnTo>
                  <a:lnTo>
                    <a:pt x="267728" y="431533"/>
                  </a:lnTo>
                  <a:lnTo>
                    <a:pt x="274764" y="424497"/>
                  </a:lnTo>
                  <a:lnTo>
                    <a:pt x="330695" y="424497"/>
                  </a:lnTo>
                  <a:lnTo>
                    <a:pt x="330720" y="384289"/>
                  </a:lnTo>
                  <a:lnTo>
                    <a:pt x="337756" y="377266"/>
                  </a:lnTo>
                  <a:lnTo>
                    <a:pt x="418109" y="377266"/>
                  </a:lnTo>
                  <a:lnTo>
                    <a:pt x="425145" y="384289"/>
                  </a:lnTo>
                  <a:lnTo>
                    <a:pt x="425145" y="361975"/>
                  </a:lnTo>
                  <a:lnTo>
                    <a:pt x="407873" y="344703"/>
                  </a:lnTo>
                  <a:lnTo>
                    <a:pt x="364680" y="322338"/>
                  </a:lnTo>
                  <a:lnTo>
                    <a:pt x="314947" y="314248"/>
                  </a:lnTo>
                  <a:lnTo>
                    <a:pt x="269760" y="320827"/>
                  </a:lnTo>
                  <a:lnTo>
                    <a:pt x="229501" y="339394"/>
                  </a:lnTo>
                  <a:lnTo>
                    <a:pt x="196240" y="368173"/>
                  </a:lnTo>
                  <a:lnTo>
                    <a:pt x="172059" y="405345"/>
                  </a:lnTo>
                  <a:lnTo>
                    <a:pt x="159042" y="449110"/>
                  </a:lnTo>
                  <a:lnTo>
                    <a:pt x="159092" y="494766"/>
                  </a:lnTo>
                  <a:lnTo>
                    <a:pt x="171716" y="537273"/>
                  </a:lnTo>
                  <a:lnTo>
                    <a:pt x="195427" y="574319"/>
                  </a:lnTo>
                  <a:lnTo>
                    <a:pt x="228752" y="603567"/>
                  </a:lnTo>
                  <a:lnTo>
                    <a:pt x="270383" y="622782"/>
                  </a:lnTo>
                  <a:lnTo>
                    <a:pt x="270789" y="622782"/>
                  </a:lnTo>
                  <a:lnTo>
                    <a:pt x="315404" y="629196"/>
                  </a:lnTo>
                  <a:lnTo>
                    <a:pt x="359283" y="622782"/>
                  </a:lnTo>
                  <a:lnTo>
                    <a:pt x="399326" y="604621"/>
                  </a:lnTo>
                  <a:lnTo>
                    <a:pt x="433044" y="575818"/>
                  </a:lnTo>
                  <a:lnTo>
                    <a:pt x="457923" y="537527"/>
                  </a:lnTo>
                  <a:lnTo>
                    <a:pt x="449110" y="532803"/>
                  </a:lnTo>
                  <a:lnTo>
                    <a:pt x="444309" y="528777"/>
                  </a:lnTo>
                  <a:lnTo>
                    <a:pt x="441528" y="523405"/>
                  </a:lnTo>
                  <a:lnTo>
                    <a:pt x="440956" y="517385"/>
                  </a:lnTo>
                  <a:lnTo>
                    <a:pt x="442810" y="511390"/>
                  </a:lnTo>
                  <a:lnTo>
                    <a:pt x="446836" y="506590"/>
                  </a:lnTo>
                  <a:lnTo>
                    <a:pt x="452208" y="503809"/>
                  </a:lnTo>
                  <a:lnTo>
                    <a:pt x="458241" y="503237"/>
                  </a:lnTo>
                  <a:lnTo>
                    <a:pt x="464223" y="505091"/>
                  </a:lnTo>
                  <a:lnTo>
                    <a:pt x="468312" y="507301"/>
                  </a:lnTo>
                  <a:lnTo>
                    <a:pt x="469036" y="503809"/>
                  </a:lnTo>
                  <a:lnTo>
                    <a:pt x="469150" y="503237"/>
                  </a:lnTo>
                  <a:lnTo>
                    <a:pt x="470115" y="498500"/>
                  </a:lnTo>
                  <a:lnTo>
                    <a:pt x="471398" y="489623"/>
                  </a:lnTo>
                  <a:lnTo>
                    <a:pt x="472173" y="480682"/>
                  </a:lnTo>
                  <a:lnTo>
                    <a:pt x="472414" y="471716"/>
                  </a:lnTo>
                  <a:close/>
                </a:path>
                <a:path extrusionOk="0" h="786764" w="866140">
                  <a:moveTo>
                    <a:pt x="629894" y="432473"/>
                  </a:moveTo>
                  <a:lnTo>
                    <a:pt x="624293" y="425869"/>
                  </a:lnTo>
                  <a:lnTo>
                    <a:pt x="560438" y="415340"/>
                  </a:lnTo>
                  <a:lnTo>
                    <a:pt x="554964" y="395020"/>
                  </a:lnTo>
                  <a:lnTo>
                    <a:pt x="547763" y="375272"/>
                  </a:lnTo>
                  <a:lnTo>
                    <a:pt x="538861" y="356247"/>
                  </a:lnTo>
                  <a:lnTo>
                    <a:pt x="528307" y="338023"/>
                  </a:lnTo>
                  <a:lnTo>
                    <a:pt x="566039" y="285318"/>
                  </a:lnTo>
                  <a:lnTo>
                    <a:pt x="565365" y="276745"/>
                  </a:lnTo>
                  <a:lnTo>
                    <a:pt x="509917" y="221284"/>
                  </a:lnTo>
                  <a:lnTo>
                    <a:pt x="501332" y="220611"/>
                  </a:lnTo>
                  <a:lnTo>
                    <a:pt x="448627" y="258343"/>
                  </a:lnTo>
                  <a:lnTo>
                    <a:pt x="430415" y="247802"/>
                  </a:lnTo>
                  <a:lnTo>
                    <a:pt x="411378" y="238912"/>
                  </a:lnTo>
                  <a:lnTo>
                    <a:pt x="391655" y="231698"/>
                  </a:lnTo>
                  <a:lnTo>
                    <a:pt x="371322" y="226225"/>
                  </a:lnTo>
                  <a:lnTo>
                    <a:pt x="360718" y="162280"/>
                  </a:lnTo>
                  <a:lnTo>
                    <a:pt x="354126" y="156743"/>
                  </a:lnTo>
                  <a:lnTo>
                    <a:pt x="275767" y="156743"/>
                  </a:lnTo>
                  <a:lnTo>
                    <a:pt x="269176" y="162280"/>
                  </a:lnTo>
                  <a:lnTo>
                    <a:pt x="258572" y="226225"/>
                  </a:lnTo>
                  <a:lnTo>
                    <a:pt x="238252" y="231698"/>
                  </a:lnTo>
                  <a:lnTo>
                    <a:pt x="218516" y="238912"/>
                  </a:lnTo>
                  <a:lnTo>
                    <a:pt x="199491" y="247802"/>
                  </a:lnTo>
                  <a:lnTo>
                    <a:pt x="181267" y="258343"/>
                  </a:lnTo>
                  <a:lnTo>
                    <a:pt x="128562" y="220611"/>
                  </a:lnTo>
                  <a:lnTo>
                    <a:pt x="119976" y="221284"/>
                  </a:lnTo>
                  <a:lnTo>
                    <a:pt x="64528" y="276745"/>
                  </a:lnTo>
                  <a:lnTo>
                    <a:pt x="63855" y="285318"/>
                  </a:lnTo>
                  <a:lnTo>
                    <a:pt x="101587" y="338023"/>
                  </a:lnTo>
                  <a:lnTo>
                    <a:pt x="91046" y="356247"/>
                  </a:lnTo>
                  <a:lnTo>
                    <a:pt x="82143" y="375272"/>
                  </a:lnTo>
                  <a:lnTo>
                    <a:pt x="74930" y="395020"/>
                  </a:lnTo>
                  <a:lnTo>
                    <a:pt x="69456" y="415340"/>
                  </a:lnTo>
                  <a:lnTo>
                    <a:pt x="5600" y="425869"/>
                  </a:lnTo>
                  <a:lnTo>
                    <a:pt x="0" y="432473"/>
                  </a:lnTo>
                  <a:lnTo>
                    <a:pt x="0" y="510946"/>
                  </a:lnTo>
                  <a:lnTo>
                    <a:pt x="5600" y="517563"/>
                  </a:lnTo>
                  <a:lnTo>
                    <a:pt x="69456" y="528078"/>
                  </a:lnTo>
                  <a:lnTo>
                    <a:pt x="74930" y="548411"/>
                  </a:lnTo>
                  <a:lnTo>
                    <a:pt x="82143" y="568147"/>
                  </a:lnTo>
                  <a:lnTo>
                    <a:pt x="91046" y="587184"/>
                  </a:lnTo>
                  <a:lnTo>
                    <a:pt x="101587" y="605396"/>
                  </a:lnTo>
                  <a:lnTo>
                    <a:pt x="63855" y="658101"/>
                  </a:lnTo>
                  <a:lnTo>
                    <a:pt x="64528" y="666686"/>
                  </a:lnTo>
                  <a:lnTo>
                    <a:pt x="119976" y="722134"/>
                  </a:lnTo>
                  <a:lnTo>
                    <a:pt x="128562" y="722807"/>
                  </a:lnTo>
                  <a:lnTo>
                    <a:pt x="181267" y="685076"/>
                  </a:lnTo>
                  <a:lnTo>
                    <a:pt x="199491" y="695617"/>
                  </a:lnTo>
                  <a:lnTo>
                    <a:pt x="218516" y="704507"/>
                  </a:lnTo>
                  <a:lnTo>
                    <a:pt x="238252" y="711720"/>
                  </a:lnTo>
                  <a:lnTo>
                    <a:pt x="258572" y="717194"/>
                  </a:lnTo>
                  <a:lnTo>
                    <a:pt x="269176" y="781151"/>
                  </a:lnTo>
                  <a:lnTo>
                    <a:pt x="275767" y="786676"/>
                  </a:lnTo>
                  <a:lnTo>
                    <a:pt x="354126" y="786676"/>
                  </a:lnTo>
                  <a:lnTo>
                    <a:pt x="360718" y="781151"/>
                  </a:lnTo>
                  <a:lnTo>
                    <a:pt x="371322" y="717194"/>
                  </a:lnTo>
                  <a:lnTo>
                    <a:pt x="391655" y="711720"/>
                  </a:lnTo>
                  <a:lnTo>
                    <a:pt x="411378" y="704507"/>
                  </a:lnTo>
                  <a:lnTo>
                    <a:pt x="430415" y="695617"/>
                  </a:lnTo>
                  <a:lnTo>
                    <a:pt x="448627" y="685076"/>
                  </a:lnTo>
                  <a:lnTo>
                    <a:pt x="501332" y="722795"/>
                  </a:lnTo>
                  <a:lnTo>
                    <a:pt x="509917" y="722134"/>
                  </a:lnTo>
                  <a:lnTo>
                    <a:pt x="565365" y="666686"/>
                  </a:lnTo>
                  <a:lnTo>
                    <a:pt x="566039" y="658101"/>
                  </a:lnTo>
                  <a:lnTo>
                    <a:pt x="528307" y="605396"/>
                  </a:lnTo>
                  <a:lnTo>
                    <a:pt x="534974" y="594347"/>
                  </a:lnTo>
                  <a:lnTo>
                    <a:pt x="540905" y="582879"/>
                  </a:lnTo>
                  <a:lnTo>
                    <a:pt x="485635" y="552805"/>
                  </a:lnTo>
                  <a:lnTo>
                    <a:pt x="456018" y="597446"/>
                  </a:lnTo>
                  <a:lnTo>
                    <a:pt x="415899" y="631431"/>
                  </a:lnTo>
                  <a:lnTo>
                    <a:pt x="367982" y="653072"/>
                  </a:lnTo>
                  <a:lnTo>
                    <a:pt x="314947" y="660666"/>
                  </a:lnTo>
                  <a:lnTo>
                    <a:pt x="264718" y="653923"/>
                  </a:lnTo>
                  <a:lnTo>
                    <a:pt x="219583" y="634873"/>
                  </a:lnTo>
                  <a:lnTo>
                    <a:pt x="181343" y="605320"/>
                  </a:lnTo>
                  <a:lnTo>
                    <a:pt x="151803" y="567080"/>
                  </a:lnTo>
                  <a:lnTo>
                    <a:pt x="132753" y="521944"/>
                  </a:lnTo>
                  <a:lnTo>
                    <a:pt x="125996" y="471716"/>
                  </a:lnTo>
                  <a:lnTo>
                    <a:pt x="132753" y="421474"/>
                  </a:lnTo>
                  <a:lnTo>
                    <a:pt x="151803" y="376339"/>
                  </a:lnTo>
                  <a:lnTo>
                    <a:pt x="181343" y="338099"/>
                  </a:lnTo>
                  <a:lnTo>
                    <a:pt x="219583" y="308546"/>
                  </a:lnTo>
                  <a:lnTo>
                    <a:pt x="264718" y="289509"/>
                  </a:lnTo>
                  <a:lnTo>
                    <a:pt x="314947" y="282752"/>
                  </a:lnTo>
                  <a:lnTo>
                    <a:pt x="365175" y="289509"/>
                  </a:lnTo>
                  <a:lnTo>
                    <a:pt x="410324" y="308546"/>
                  </a:lnTo>
                  <a:lnTo>
                    <a:pt x="448564" y="338099"/>
                  </a:lnTo>
                  <a:lnTo>
                    <a:pt x="478104" y="376339"/>
                  </a:lnTo>
                  <a:lnTo>
                    <a:pt x="497154" y="421474"/>
                  </a:lnTo>
                  <a:lnTo>
                    <a:pt x="503897" y="471716"/>
                  </a:lnTo>
                  <a:lnTo>
                    <a:pt x="503491" y="484670"/>
                  </a:lnTo>
                  <a:lnTo>
                    <a:pt x="502170" y="497547"/>
                  </a:lnTo>
                  <a:lnTo>
                    <a:pt x="499948" y="510298"/>
                  </a:lnTo>
                  <a:lnTo>
                    <a:pt x="496811" y="522884"/>
                  </a:lnTo>
                  <a:lnTo>
                    <a:pt x="553186" y="553593"/>
                  </a:lnTo>
                  <a:lnTo>
                    <a:pt x="557225" y="540956"/>
                  </a:lnTo>
                  <a:lnTo>
                    <a:pt x="560438" y="528078"/>
                  </a:lnTo>
                  <a:lnTo>
                    <a:pt x="624293" y="517563"/>
                  </a:lnTo>
                  <a:lnTo>
                    <a:pt x="629894" y="510946"/>
                  </a:lnTo>
                  <a:lnTo>
                    <a:pt x="629894" y="432473"/>
                  </a:lnTo>
                  <a:close/>
                </a:path>
                <a:path extrusionOk="0" h="786764" w="866140">
                  <a:moveTo>
                    <a:pt x="708609" y="148082"/>
                  </a:moveTo>
                  <a:lnTo>
                    <a:pt x="701560" y="141033"/>
                  </a:lnTo>
                  <a:lnTo>
                    <a:pt x="689952" y="140970"/>
                  </a:lnTo>
                  <a:lnTo>
                    <a:pt x="687095" y="141795"/>
                  </a:lnTo>
                  <a:lnTo>
                    <a:pt x="680351" y="146304"/>
                  </a:lnTo>
                  <a:lnTo>
                    <a:pt x="674865" y="146888"/>
                  </a:lnTo>
                  <a:lnTo>
                    <a:pt x="665175" y="143052"/>
                  </a:lnTo>
                  <a:lnTo>
                    <a:pt x="661593" y="138874"/>
                  </a:lnTo>
                  <a:lnTo>
                    <a:pt x="660425" y="133794"/>
                  </a:lnTo>
                  <a:lnTo>
                    <a:pt x="656310" y="124015"/>
                  </a:lnTo>
                  <a:lnTo>
                    <a:pt x="649376" y="116344"/>
                  </a:lnTo>
                  <a:lnTo>
                    <a:pt x="640334" y="111340"/>
                  </a:lnTo>
                  <a:lnTo>
                    <a:pt x="629869" y="109550"/>
                  </a:lnTo>
                  <a:lnTo>
                    <a:pt x="619417" y="111340"/>
                  </a:lnTo>
                  <a:lnTo>
                    <a:pt x="610374" y="116344"/>
                  </a:lnTo>
                  <a:lnTo>
                    <a:pt x="603453" y="124015"/>
                  </a:lnTo>
                  <a:lnTo>
                    <a:pt x="599325" y="133794"/>
                  </a:lnTo>
                  <a:lnTo>
                    <a:pt x="598157" y="138874"/>
                  </a:lnTo>
                  <a:lnTo>
                    <a:pt x="594575" y="143052"/>
                  </a:lnTo>
                  <a:lnTo>
                    <a:pt x="584885" y="146888"/>
                  </a:lnTo>
                  <a:lnTo>
                    <a:pt x="579399" y="146304"/>
                  </a:lnTo>
                  <a:lnTo>
                    <a:pt x="572655" y="141795"/>
                  </a:lnTo>
                  <a:lnTo>
                    <a:pt x="569798" y="140970"/>
                  </a:lnTo>
                  <a:lnTo>
                    <a:pt x="558190" y="141033"/>
                  </a:lnTo>
                  <a:lnTo>
                    <a:pt x="551141" y="148082"/>
                  </a:lnTo>
                  <a:lnTo>
                    <a:pt x="551141" y="165481"/>
                  </a:lnTo>
                  <a:lnTo>
                    <a:pt x="558190" y="172529"/>
                  </a:lnTo>
                  <a:lnTo>
                    <a:pt x="566889" y="172529"/>
                  </a:lnTo>
                  <a:lnTo>
                    <a:pt x="701560" y="172529"/>
                  </a:lnTo>
                  <a:lnTo>
                    <a:pt x="708609" y="165481"/>
                  </a:lnTo>
                  <a:lnTo>
                    <a:pt x="708609" y="148082"/>
                  </a:lnTo>
                  <a:close/>
                </a:path>
                <a:path extrusionOk="0" h="786764" w="866140">
                  <a:moveTo>
                    <a:pt x="786752" y="142062"/>
                  </a:moveTo>
                  <a:lnTo>
                    <a:pt x="779246" y="110185"/>
                  </a:lnTo>
                  <a:lnTo>
                    <a:pt x="779145" y="109740"/>
                  </a:lnTo>
                  <a:lnTo>
                    <a:pt x="779106" y="109562"/>
                  </a:lnTo>
                  <a:lnTo>
                    <a:pt x="776909" y="100190"/>
                  </a:lnTo>
                  <a:lnTo>
                    <a:pt x="764705" y="78054"/>
                  </a:lnTo>
                  <a:lnTo>
                    <a:pt x="756310" y="62814"/>
                  </a:lnTo>
                  <a:lnTo>
                    <a:pt x="740105" y="46316"/>
                  </a:lnTo>
                  <a:lnTo>
                    <a:pt x="740105" y="156794"/>
                  </a:lnTo>
                  <a:lnTo>
                    <a:pt x="736384" y="175171"/>
                  </a:lnTo>
                  <a:lnTo>
                    <a:pt x="726262" y="190182"/>
                  </a:lnTo>
                  <a:lnTo>
                    <a:pt x="711250" y="200304"/>
                  </a:lnTo>
                  <a:lnTo>
                    <a:pt x="692873" y="204025"/>
                  </a:lnTo>
                  <a:lnTo>
                    <a:pt x="566902" y="204025"/>
                  </a:lnTo>
                  <a:lnTo>
                    <a:pt x="523367" y="175171"/>
                  </a:lnTo>
                  <a:lnTo>
                    <a:pt x="519658" y="156794"/>
                  </a:lnTo>
                  <a:lnTo>
                    <a:pt x="523367" y="138391"/>
                  </a:lnTo>
                  <a:lnTo>
                    <a:pt x="566839" y="109562"/>
                  </a:lnTo>
                  <a:lnTo>
                    <a:pt x="574929" y="110185"/>
                  </a:lnTo>
                  <a:lnTo>
                    <a:pt x="585025" y="96786"/>
                  </a:lnTo>
                  <a:lnTo>
                    <a:pt x="598055" y="86677"/>
                  </a:lnTo>
                  <a:lnTo>
                    <a:pt x="613257" y="80276"/>
                  </a:lnTo>
                  <a:lnTo>
                    <a:pt x="629881" y="78054"/>
                  </a:lnTo>
                  <a:lnTo>
                    <a:pt x="646493" y="80276"/>
                  </a:lnTo>
                  <a:lnTo>
                    <a:pt x="661695" y="86677"/>
                  </a:lnTo>
                  <a:lnTo>
                    <a:pt x="674725" y="96786"/>
                  </a:lnTo>
                  <a:lnTo>
                    <a:pt x="684834" y="110185"/>
                  </a:lnTo>
                  <a:lnTo>
                    <a:pt x="687489" y="109740"/>
                  </a:lnTo>
                  <a:lnTo>
                    <a:pt x="689698" y="109562"/>
                  </a:lnTo>
                  <a:lnTo>
                    <a:pt x="692924" y="109562"/>
                  </a:lnTo>
                  <a:lnTo>
                    <a:pt x="711250" y="113258"/>
                  </a:lnTo>
                  <a:lnTo>
                    <a:pt x="726262" y="123380"/>
                  </a:lnTo>
                  <a:lnTo>
                    <a:pt x="736384" y="138391"/>
                  </a:lnTo>
                  <a:lnTo>
                    <a:pt x="740105" y="156794"/>
                  </a:lnTo>
                  <a:lnTo>
                    <a:pt x="740105" y="46316"/>
                  </a:lnTo>
                  <a:lnTo>
                    <a:pt x="726186" y="32131"/>
                  </a:lnTo>
                  <a:lnTo>
                    <a:pt x="687743" y="10312"/>
                  </a:lnTo>
                  <a:lnTo>
                    <a:pt x="644740" y="0"/>
                  </a:lnTo>
                  <a:lnTo>
                    <a:pt x="601764" y="1854"/>
                  </a:lnTo>
                  <a:lnTo>
                    <a:pt x="561213" y="15113"/>
                  </a:lnTo>
                  <a:lnTo>
                    <a:pt x="525437" y="38989"/>
                  </a:lnTo>
                  <a:lnTo>
                    <a:pt x="496824" y="72707"/>
                  </a:lnTo>
                  <a:lnTo>
                    <a:pt x="530860" y="80060"/>
                  </a:lnTo>
                  <a:lnTo>
                    <a:pt x="536206" y="87426"/>
                  </a:lnTo>
                  <a:lnTo>
                    <a:pt x="534504" y="103479"/>
                  </a:lnTo>
                  <a:lnTo>
                    <a:pt x="527723" y="109562"/>
                  </a:lnTo>
                  <a:lnTo>
                    <a:pt x="518248" y="109562"/>
                  </a:lnTo>
                  <a:lnTo>
                    <a:pt x="516356" y="109232"/>
                  </a:lnTo>
                  <a:lnTo>
                    <a:pt x="482346" y="101993"/>
                  </a:lnTo>
                  <a:lnTo>
                    <a:pt x="478002" y="115303"/>
                  </a:lnTo>
                  <a:lnTo>
                    <a:pt x="474891" y="128943"/>
                  </a:lnTo>
                  <a:lnTo>
                    <a:pt x="473125" y="142062"/>
                  </a:lnTo>
                  <a:lnTo>
                    <a:pt x="473024" y="142798"/>
                  </a:lnTo>
                  <a:lnTo>
                    <a:pt x="472414" y="156794"/>
                  </a:lnTo>
                  <a:lnTo>
                    <a:pt x="472732" y="167347"/>
                  </a:lnTo>
                  <a:lnTo>
                    <a:pt x="473798" y="177850"/>
                  </a:lnTo>
                  <a:lnTo>
                    <a:pt x="475576" y="188252"/>
                  </a:lnTo>
                  <a:lnTo>
                    <a:pt x="478104" y="198564"/>
                  </a:lnTo>
                  <a:lnTo>
                    <a:pt x="484136" y="195135"/>
                  </a:lnTo>
                  <a:lnTo>
                    <a:pt x="490575" y="192684"/>
                  </a:lnTo>
                  <a:lnTo>
                    <a:pt x="497306" y="191173"/>
                  </a:lnTo>
                  <a:lnTo>
                    <a:pt x="504228" y="190639"/>
                  </a:lnTo>
                  <a:lnTo>
                    <a:pt x="513486" y="191528"/>
                  </a:lnTo>
                  <a:lnTo>
                    <a:pt x="582168" y="249059"/>
                  </a:lnTo>
                  <a:lnTo>
                    <a:pt x="595782" y="277749"/>
                  </a:lnTo>
                  <a:lnTo>
                    <a:pt x="594690" y="293611"/>
                  </a:lnTo>
                  <a:lnTo>
                    <a:pt x="588149" y="308584"/>
                  </a:lnTo>
                  <a:lnTo>
                    <a:pt x="598411" y="311086"/>
                  </a:lnTo>
                  <a:lnTo>
                    <a:pt x="608812" y="312864"/>
                  </a:lnTo>
                  <a:lnTo>
                    <a:pt x="619315" y="313918"/>
                  </a:lnTo>
                  <a:lnTo>
                    <a:pt x="629881" y="314248"/>
                  </a:lnTo>
                  <a:lnTo>
                    <a:pt x="673658" y="308076"/>
                  </a:lnTo>
                  <a:lnTo>
                    <a:pt x="712952" y="290601"/>
                  </a:lnTo>
                  <a:lnTo>
                    <a:pt x="745832" y="263398"/>
                  </a:lnTo>
                  <a:lnTo>
                    <a:pt x="770369" y="228079"/>
                  </a:lnTo>
                  <a:lnTo>
                    <a:pt x="778573" y="204025"/>
                  </a:lnTo>
                  <a:lnTo>
                    <a:pt x="784644" y="186232"/>
                  </a:lnTo>
                  <a:lnTo>
                    <a:pt x="786714" y="142798"/>
                  </a:lnTo>
                  <a:lnTo>
                    <a:pt x="786752" y="142062"/>
                  </a:lnTo>
                  <a:close/>
                </a:path>
                <a:path extrusionOk="0" h="786764" w="866140">
                  <a:moveTo>
                    <a:pt x="866076" y="730707"/>
                  </a:moveTo>
                  <a:lnTo>
                    <a:pt x="859028" y="723658"/>
                  </a:lnTo>
                  <a:lnTo>
                    <a:pt x="850328" y="723658"/>
                  </a:lnTo>
                  <a:lnTo>
                    <a:pt x="715657" y="723658"/>
                  </a:lnTo>
                  <a:lnTo>
                    <a:pt x="708609" y="730707"/>
                  </a:lnTo>
                  <a:lnTo>
                    <a:pt x="708609" y="748106"/>
                  </a:lnTo>
                  <a:lnTo>
                    <a:pt x="715657" y="755154"/>
                  </a:lnTo>
                  <a:lnTo>
                    <a:pt x="859028" y="755154"/>
                  </a:lnTo>
                  <a:lnTo>
                    <a:pt x="866076" y="748106"/>
                  </a:lnTo>
                  <a:lnTo>
                    <a:pt x="866076" y="730707"/>
                  </a:lnTo>
                  <a:close/>
                </a:path>
                <a:path extrusionOk="0" h="786764" w="866140">
                  <a:moveTo>
                    <a:pt x="866076" y="667715"/>
                  </a:moveTo>
                  <a:lnTo>
                    <a:pt x="859028" y="660666"/>
                  </a:lnTo>
                  <a:lnTo>
                    <a:pt x="850328" y="660666"/>
                  </a:lnTo>
                  <a:lnTo>
                    <a:pt x="715657" y="660666"/>
                  </a:lnTo>
                  <a:lnTo>
                    <a:pt x="708609" y="667715"/>
                  </a:lnTo>
                  <a:lnTo>
                    <a:pt x="708609" y="685114"/>
                  </a:lnTo>
                  <a:lnTo>
                    <a:pt x="715657" y="692162"/>
                  </a:lnTo>
                  <a:lnTo>
                    <a:pt x="859028" y="692162"/>
                  </a:lnTo>
                  <a:lnTo>
                    <a:pt x="866076" y="685114"/>
                  </a:lnTo>
                  <a:lnTo>
                    <a:pt x="866076" y="667715"/>
                  </a:lnTo>
                  <a:close/>
                </a:path>
                <a:path extrusionOk="0" h="786764" w="866140">
                  <a:moveTo>
                    <a:pt x="866076" y="604735"/>
                  </a:moveTo>
                  <a:lnTo>
                    <a:pt x="859028" y="597687"/>
                  </a:lnTo>
                  <a:lnTo>
                    <a:pt x="850328" y="597687"/>
                  </a:lnTo>
                  <a:lnTo>
                    <a:pt x="747153" y="597687"/>
                  </a:lnTo>
                  <a:lnTo>
                    <a:pt x="740105" y="604735"/>
                  </a:lnTo>
                  <a:lnTo>
                    <a:pt x="740105" y="622134"/>
                  </a:lnTo>
                  <a:lnTo>
                    <a:pt x="747153" y="629183"/>
                  </a:lnTo>
                  <a:lnTo>
                    <a:pt x="859028" y="629183"/>
                  </a:lnTo>
                  <a:lnTo>
                    <a:pt x="866076" y="622134"/>
                  </a:lnTo>
                  <a:lnTo>
                    <a:pt x="866076" y="604735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4" name="Google Shape;15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77281" y="4461593"/>
              <a:ext cx="136398" cy="138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5"/>
            <p:cNvSpPr/>
            <p:nvPr/>
          </p:nvSpPr>
          <p:spPr>
            <a:xfrm>
              <a:off x="7241146" y="4221424"/>
              <a:ext cx="566420" cy="629920"/>
            </a:xfrm>
            <a:custGeom>
              <a:rect b="b" l="l" r="r" t="t"/>
              <a:pathLst>
                <a:path extrusionOk="0" h="629920" w="566420">
                  <a:moveTo>
                    <a:pt x="290271" y="0"/>
                  </a:moveTo>
                  <a:lnTo>
                    <a:pt x="211912" y="0"/>
                  </a:lnTo>
                  <a:lnTo>
                    <a:pt x="205320" y="5524"/>
                  </a:lnTo>
                  <a:lnTo>
                    <a:pt x="194716" y="69481"/>
                  </a:lnTo>
                  <a:lnTo>
                    <a:pt x="174391" y="74948"/>
                  </a:lnTo>
                  <a:lnTo>
                    <a:pt x="154659" y="82154"/>
                  </a:lnTo>
                  <a:lnTo>
                    <a:pt x="135628" y="91054"/>
                  </a:lnTo>
                  <a:lnTo>
                    <a:pt x="117411" y="101600"/>
                  </a:lnTo>
                  <a:lnTo>
                    <a:pt x="64706" y="63868"/>
                  </a:lnTo>
                  <a:lnTo>
                    <a:pt x="56121" y="64528"/>
                  </a:lnTo>
                  <a:lnTo>
                    <a:pt x="673" y="119989"/>
                  </a:lnTo>
                  <a:lnTo>
                    <a:pt x="0" y="128574"/>
                  </a:lnTo>
                  <a:lnTo>
                    <a:pt x="37731" y="181279"/>
                  </a:lnTo>
                  <a:lnTo>
                    <a:pt x="33393" y="188360"/>
                  </a:lnTo>
                  <a:lnTo>
                    <a:pt x="29295" y="195578"/>
                  </a:lnTo>
                  <a:lnTo>
                    <a:pt x="25440" y="202927"/>
                  </a:lnTo>
                  <a:lnTo>
                    <a:pt x="21831" y="210400"/>
                  </a:lnTo>
                  <a:lnTo>
                    <a:pt x="85445" y="223951"/>
                  </a:lnTo>
                  <a:lnTo>
                    <a:pt x="111682" y="187303"/>
                  </a:lnTo>
                  <a:lnTo>
                    <a:pt x="144866" y="158614"/>
                  </a:lnTo>
                  <a:lnTo>
                    <a:pt x="183302" y="138534"/>
                  </a:lnTo>
                  <a:lnTo>
                    <a:pt x="225296" y="127715"/>
                  </a:lnTo>
                  <a:lnTo>
                    <a:pt x="269154" y="126807"/>
                  </a:lnTo>
                  <a:lnTo>
                    <a:pt x="313182" y="136461"/>
                  </a:lnTo>
                  <a:lnTo>
                    <a:pt x="353688" y="156221"/>
                  </a:lnTo>
                  <a:lnTo>
                    <a:pt x="387506" y="184157"/>
                  </a:lnTo>
                  <a:lnTo>
                    <a:pt x="413712" y="218708"/>
                  </a:lnTo>
                  <a:lnTo>
                    <a:pt x="431381" y="258310"/>
                  </a:lnTo>
                  <a:lnTo>
                    <a:pt x="439589" y="301400"/>
                  </a:lnTo>
                  <a:lnTo>
                    <a:pt x="437413" y="346417"/>
                  </a:lnTo>
                  <a:lnTo>
                    <a:pt x="424679" y="389657"/>
                  </a:lnTo>
                  <a:lnTo>
                    <a:pt x="402770" y="427664"/>
                  </a:lnTo>
                  <a:lnTo>
                    <a:pt x="373070" y="459265"/>
                  </a:lnTo>
                  <a:lnTo>
                    <a:pt x="336966" y="483290"/>
                  </a:lnTo>
                  <a:lnTo>
                    <a:pt x="295845" y="498566"/>
                  </a:lnTo>
                  <a:lnTo>
                    <a:pt x="251091" y="503923"/>
                  </a:lnTo>
                  <a:lnTo>
                    <a:pt x="235538" y="503277"/>
                  </a:lnTo>
                  <a:lnTo>
                    <a:pt x="220117" y="501348"/>
                  </a:lnTo>
                  <a:lnTo>
                    <a:pt x="204909" y="498147"/>
                  </a:lnTo>
                  <a:lnTo>
                    <a:pt x="189992" y="493687"/>
                  </a:lnTo>
                  <a:lnTo>
                    <a:pt x="187007" y="497928"/>
                  </a:lnTo>
                  <a:lnTo>
                    <a:pt x="192830" y="509531"/>
                  </a:lnTo>
                  <a:lnTo>
                    <a:pt x="198083" y="521392"/>
                  </a:lnTo>
                  <a:lnTo>
                    <a:pt x="202757" y="533490"/>
                  </a:lnTo>
                  <a:lnTo>
                    <a:pt x="206844" y="545807"/>
                  </a:lnTo>
                  <a:lnTo>
                    <a:pt x="243065" y="551789"/>
                  </a:lnTo>
                  <a:lnTo>
                    <a:pt x="258891" y="557377"/>
                  </a:lnTo>
                  <a:lnTo>
                    <a:pt x="271427" y="567802"/>
                  </a:lnTo>
                  <a:lnTo>
                    <a:pt x="279662" y="581873"/>
                  </a:lnTo>
                  <a:lnTo>
                    <a:pt x="282587" y="598398"/>
                  </a:lnTo>
                  <a:lnTo>
                    <a:pt x="282587" y="629894"/>
                  </a:lnTo>
                  <a:lnTo>
                    <a:pt x="290271" y="629920"/>
                  </a:lnTo>
                  <a:lnTo>
                    <a:pt x="296862" y="624395"/>
                  </a:lnTo>
                  <a:lnTo>
                    <a:pt x="307467" y="560451"/>
                  </a:lnTo>
                  <a:lnTo>
                    <a:pt x="327791" y="554976"/>
                  </a:lnTo>
                  <a:lnTo>
                    <a:pt x="347525" y="547766"/>
                  </a:lnTo>
                  <a:lnTo>
                    <a:pt x="366560" y="538866"/>
                  </a:lnTo>
                  <a:lnTo>
                    <a:pt x="384784" y="528320"/>
                  </a:lnTo>
                  <a:lnTo>
                    <a:pt x="437476" y="566051"/>
                  </a:lnTo>
                  <a:lnTo>
                    <a:pt x="446062" y="565391"/>
                  </a:lnTo>
                  <a:lnTo>
                    <a:pt x="501510" y="509930"/>
                  </a:lnTo>
                  <a:lnTo>
                    <a:pt x="502183" y="501345"/>
                  </a:lnTo>
                  <a:lnTo>
                    <a:pt x="464451" y="448652"/>
                  </a:lnTo>
                  <a:lnTo>
                    <a:pt x="474997" y="430428"/>
                  </a:lnTo>
                  <a:lnTo>
                    <a:pt x="483898" y="411394"/>
                  </a:lnTo>
                  <a:lnTo>
                    <a:pt x="491108" y="391660"/>
                  </a:lnTo>
                  <a:lnTo>
                    <a:pt x="496582" y="371335"/>
                  </a:lnTo>
                  <a:lnTo>
                    <a:pt x="560438" y="360807"/>
                  </a:lnTo>
                  <a:lnTo>
                    <a:pt x="566051" y="354203"/>
                  </a:lnTo>
                  <a:lnTo>
                    <a:pt x="566051" y="275729"/>
                  </a:lnTo>
                  <a:lnTo>
                    <a:pt x="560438" y="269113"/>
                  </a:lnTo>
                  <a:lnTo>
                    <a:pt x="552792" y="267881"/>
                  </a:lnTo>
                  <a:lnTo>
                    <a:pt x="496582" y="258584"/>
                  </a:lnTo>
                  <a:lnTo>
                    <a:pt x="491108" y="238260"/>
                  </a:lnTo>
                  <a:lnTo>
                    <a:pt x="483898" y="218527"/>
                  </a:lnTo>
                  <a:lnTo>
                    <a:pt x="474997" y="199496"/>
                  </a:lnTo>
                  <a:lnTo>
                    <a:pt x="464451" y="181279"/>
                  </a:lnTo>
                  <a:lnTo>
                    <a:pt x="502183" y="128574"/>
                  </a:lnTo>
                  <a:lnTo>
                    <a:pt x="501510" y="119989"/>
                  </a:lnTo>
                  <a:lnTo>
                    <a:pt x="446062" y="64528"/>
                  </a:lnTo>
                  <a:lnTo>
                    <a:pt x="437476" y="63868"/>
                  </a:lnTo>
                  <a:lnTo>
                    <a:pt x="384784" y="101600"/>
                  </a:lnTo>
                  <a:lnTo>
                    <a:pt x="366560" y="91054"/>
                  </a:lnTo>
                  <a:lnTo>
                    <a:pt x="347525" y="82154"/>
                  </a:lnTo>
                  <a:lnTo>
                    <a:pt x="327791" y="74948"/>
                  </a:lnTo>
                  <a:lnTo>
                    <a:pt x="307467" y="69481"/>
                  </a:lnTo>
                  <a:lnTo>
                    <a:pt x="296862" y="5524"/>
                  </a:lnTo>
                  <a:lnTo>
                    <a:pt x="290271" y="0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6" name="Google Shape;15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5817" y="4331682"/>
              <a:ext cx="117157" cy="12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5"/>
            <p:cNvSpPr/>
            <p:nvPr/>
          </p:nvSpPr>
          <p:spPr>
            <a:xfrm>
              <a:off x="6956857" y="4331690"/>
              <a:ext cx="157480" cy="157480"/>
            </a:xfrm>
            <a:custGeom>
              <a:rect b="b" l="l" r="r" t="t"/>
              <a:pathLst>
                <a:path extrusionOk="0" h="157479" w="157479">
                  <a:moveTo>
                    <a:pt x="157467" y="133019"/>
                  </a:moveTo>
                  <a:lnTo>
                    <a:pt x="150418" y="125971"/>
                  </a:lnTo>
                  <a:lnTo>
                    <a:pt x="7048" y="125971"/>
                  </a:lnTo>
                  <a:lnTo>
                    <a:pt x="0" y="133019"/>
                  </a:lnTo>
                  <a:lnTo>
                    <a:pt x="0" y="150418"/>
                  </a:lnTo>
                  <a:lnTo>
                    <a:pt x="7048" y="157467"/>
                  </a:lnTo>
                  <a:lnTo>
                    <a:pt x="15748" y="157467"/>
                  </a:lnTo>
                  <a:lnTo>
                    <a:pt x="150418" y="157467"/>
                  </a:lnTo>
                  <a:lnTo>
                    <a:pt x="157467" y="150418"/>
                  </a:lnTo>
                  <a:lnTo>
                    <a:pt x="157467" y="133019"/>
                  </a:lnTo>
                  <a:close/>
                </a:path>
                <a:path extrusionOk="0" h="157479" w="157479">
                  <a:moveTo>
                    <a:pt x="157467" y="70027"/>
                  </a:moveTo>
                  <a:lnTo>
                    <a:pt x="150418" y="62979"/>
                  </a:lnTo>
                  <a:lnTo>
                    <a:pt x="7048" y="62979"/>
                  </a:lnTo>
                  <a:lnTo>
                    <a:pt x="0" y="70027"/>
                  </a:lnTo>
                  <a:lnTo>
                    <a:pt x="0" y="87426"/>
                  </a:lnTo>
                  <a:lnTo>
                    <a:pt x="7048" y="94475"/>
                  </a:lnTo>
                  <a:lnTo>
                    <a:pt x="15748" y="94475"/>
                  </a:lnTo>
                  <a:lnTo>
                    <a:pt x="150418" y="94475"/>
                  </a:lnTo>
                  <a:lnTo>
                    <a:pt x="157467" y="87426"/>
                  </a:lnTo>
                  <a:lnTo>
                    <a:pt x="157467" y="70027"/>
                  </a:lnTo>
                  <a:close/>
                </a:path>
                <a:path extrusionOk="0" h="157479" w="157479">
                  <a:moveTo>
                    <a:pt x="157467" y="7048"/>
                  </a:moveTo>
                  <a:lnTo>
                    <a:pt x="150418" y="0"/>
                  </a:lnTo>
                  <a:lnTo>
                    <a:pt x="7048" y="0"/>
                  </a:lnTo>
                  <a:lnTo>
                    <a:pt x="0" y="7048"/>
                  </a:lnTo>
                  <a:lnTo>
                    <a:pt x="0" y="24447"/>
                  </a:lnTo>
                  <a:lnTo>
                    <a:pt x="7048" y="31496"/>
                  </a:lnTo>
                  <a:lnTo>
                    <a:pt x="15748" y="31496"/>
                  </a:lnTo>
                  <a:lnTo>
                    <a:pt x="150418" y="31496"/>
                  </a:lnTo>
                  <a:lnTo>
                    <a:pt x="157467" y="24447"/>
                  </a:lnTo>
                  <a:lnTo>
                    <a:pt x="157467" y="7048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03269" y="4933189"/>
              <a:ext cx="167703" cy="755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5"/>
          <p:cNvGrpSpPr/>
          <p:nvPr/>
        </p:nvGrpSpPr>
        <p:grpSpPr>
          <a:xfrm>
            <a:off x="825340" y="4221467"/>
            <a:ext cx="1177653" cy="944776"/>
            <a:chOff x="922858" y="4221467"/>
            <a:chExt cx="1080135" cy="944776"/>
          </a:xfrm>
        </p:grpSpPr>
        <p:sp>
          <p:nvSpPr>
            <p:cNvPr id="160" name="Google Shape;160;p5"/>
            <p:cNvSpPr/>
            <p:nvPr/>
          </p:nvSpPr>
          <p:spPr>
            <a:xfrm>
              <a:off x="922858" y="4221467"/>
              <a:ext cx="1080135" cy="857885"/>
            </a:xfrm>
            <a:custGeom>
              <a:rect b="b" l="l" r="r" t="t"/>
              <a:pathLst>
                <a:path extrusionOk="0" h="857885" w="1080135">
                  <a:moveTo>
                    <a:pt x="208826" y="857681"/>
                  </a:moveTo>
                  <a:lnTo>
                    <a:pt x="201815" y="854849"/>
                  </a:lnTo>
                  <a:lnTo>
                    <a:pt x="196392" y="849845"/>
                  </a:lnTo>
                  <a:lnTo>
                    <a:pt x="193052" y="843254"/>
                  </a:lnTo>
                  <a:lnTo>
                    <a:pt x="192265" y="835634"/>
                  </a:lnTo>
                  <a:lnTo>
                    <a:pt x="192722" y="830097"/>
                  </a:lnTo>
                  <a:lnTo>
                    <a:pt x="195300" y="825080"/>
                  </a:lnTo>
                  <a:lnTo>
                    <a:pt x="202234" y="819226"/>
                  </a:lnTo>
                  <a:lnTo>
                    <a:pt x="205384" y="817702"/>
                  </a:lnTo>
                  <a:lnTo>
                    <a:pt x="208749" y="817003"/>
                  </a:lnTo>
                  <a:lnTo>
                    <a:pt x="0" y="817003"/>
                  </a:lnTo>
                  <a:lnTo>
                    <a:pt x="0" y="852766"/>
                  </a:lnTo>
                  <a:lnTo>
                    <a:pt x="4927" y="857681"/>
                  </a:lnTo>
                  <a:lnTo>
                    <a:pt x="208826" y="857681"/>
                  </a:lnTo>
                  <a:close/>
                </a:path>
                <a:path extrusionOk="0" h="857885" w="1080135">
                  <a:moveTo>
                    <a:pt x="425907" y="817003"/>
                  </a:moveTo>
                  <a:lnTo>
                    <a:pt x="217068" y="817003"/>
                  </a:lnTo>
                  <a:lnTo>
                    <a:pt x="221627" y="817918"/>
                  </a:lnTo>
                  <a:lnTo>
                    <a:pt x="225729" y="820318"/>
                  </a:lnTo>
                  <a:lnTo>
                    <a:pt x="228790" y="823925"/>
                  </a:lnTo>
                  <a:lnTo>
                    <a:pt x="232371" y="828154"/>
                  </a:lnTo>
                  <a:lnTo>
                    <a:pt x="234099" y="833539"/>
                  </a:lnTo>
                  <a:lnTo>
                    <a:pt x="233184" y="844588"/>
                  </a:lnTo>
                  <a:lnTo>
                    <a:pt x="230606" y="849604"/>
                  </a:lnTo>
                  <a:lnTo>
                    <a:pt x="223659" y="855484"/>
                  </a:lnTo>
                  <a:lnTo>
                    <a:pt x="220497" y="856996"/>
                  </a:lnTo>
                  <a:lnTo>
                    <a:pt x="217119" y="857681"/>
                  </a:lnTo>
                  <a:lnTo>
                    <a:pt x="420992" y="857681"/>
                  </a:lnTo>
                  <a:lnTo>
                    <a:pt x="425907" y="852754"/>
                  </a:lnTo>
                  <a:lnTo>
                    <a:pt x="425907" y="817003"/>
                  </a:lnTo>
                  <a:close/>
                </a:path>
                <a:path extrusionOk="0" h="857885" w="1080135">
                  <a:moveTo>
                    <a:pt x="536702" y="251129"/>
                  </a:moveTo>
                  <a:lnTo>
                    <a:pt x="327888" y="251129"/>
                  </a:lnTo>
                  <a:lnTo>
                    <a:pt x="327888" y="286880"/>
                  </a:lnTo>
                  <a:lnTo>
                    <a:pt x="332803" y="291795"/>
                  </a:lnTo>
                  <a:lnTo>
                    <a:pt x="536702" y="291795"/>
                  </a:lnTo>
                  <a:lnTo>
                    <a:pt x="529704" y="288975"/>
                  </a:lnTo>
                  <a:lnTo>
                    <a:pt x="524281" y="283972"/>
                  </a:lnTo>
                  <a:lnTo>
                    <a:pt x="520928" y="277380"/>
                  </a:lnTo>
                  <a:lnTo>
                    <a:pt x="520141" y="269760"/>
                  </a:lnTo>
                  <a:lnTo>
                    <a:pt x="520598" y="264236"/>
                  </a:lnTo>
                  <a:lnTo>
                    <a:pt x="523189" y="259207"/>
                  </a:lnTo>
                  <a:lnTo>
                    <a:pt x="527418" y="255625"/>
                  </a:lnTo>
                  <a:lnTo>
                    <a:pt x="530136" y="253326"/>
                  </a:lnTo>
                  <a:lnTo>
                    <a:pt x="533311" y="251815"/>
                  </a:lnTo>
                  <a:lnTo>
                    <a:pt x="536702" y="251129"/>
                  </a:lnTo>
                  <a:close/>
                </a:path>
                <a:path extrusionOk="0" h="857885" w="1080135">
                  <a:moveTo>
                    <a:pt x="753783" y="251129"/>
                  </a:moveTo>
                  <a:lnTo>
                    <a:pt x="544944" y="251129"/>
                  </a:lnTo>
                  <a:lnTo>
                    <a:pt x="551954" y="253961"/>
                  </a:lnTo>
                  <a:lnTo>
                    <a:pt x="557377" y="258953"/>
                  </a:lnTo>
                  <a:lnTo>
                    <a:pt x="560730" y="265557"/>
                  </a:lnTo>
                  <a:lnTo>
                    <a:pt x="561517" y="273177"/>
                  </a:lnTo>
                  <a:lnTo>
                    <a:pt x="560743" y="282575"/>
                  </a:lnTo>
                  <a:lnTo>
                    <a:pt x="553796" y="289991"/>
                  </a:lnTo>
                  <a:lnTo>
                    <a:pt x="544995" y="291795"/>
                  </a:lnTo>
                  <a:lnTo>
                    <a:pt x="748868" y="291795"/>
                  </a:lnTo>
                  <a:lnTo>
                    <a:pt x="753783" y="286880"/>
                  </a:lnTo>
                  <a:lnTo>
                    <a:pt x="753783" y="251129"/>
                  </a:lnTo>
                  <a:close/>
                </a:path>
                <a:path extrusionOk="0" h="857885" w="1080135">
                  <a:moveTo>
                    <a:pt x="753795" y="4914"/>
                  </a:moveTo>
                  <a:lnTo>
                    <a:pt x="748880" y="0"/>
                  </a:lnTo>
                  <a:lnTo>
                    <a:pt x="332803" y="0"/>
                  </a:lnTo>
                  <a:lnTo>
                    <a:pt x="327888" y="4914"/>
                  </a:lnTo>
                  <a:lnTo>
                    <a:pt x="327888" y="228155"/>
                  </a:lnTo>
                  <a:lnTo>
                    <a:pt x="753795" y="228155"/>
                  </a:lnTo>
                  <a:lnTo>
                    <a:pt x="753795" y="10960"/>
                  </a:lnTo>
                  <a:lnTo>
                    <a:pt x="753795" y="4914"/>
                  </a:lnTo>
                  <a:close/>
                </a:path>
                <a:path extrusionOk="0" h="857885" w="1080135">
                  <a:moveTo>
                    <a:pt x="862482" y="857681"/>
                  </a:moveTo>
                  <a:lnTo>
                    <a:pt x="857923" y="856754"/>
                  </a:lnTo>
                  <a:lnTo>
                    <a:pt x="853821" y="854367"/>
                  </a:lnTo>
                  <a:lnTo>
                    <a:pt x="850773" y="850760"/>
                  </a:lnTo>
                  <a:lnTo>
                    <a:pt x="847191" y="846531"/>
                  </a:lnTo>
                  <a:lnTo>
                    <a:pt x="845464" y="841146"/>
                  </a:lnTo>
                  <a:lnTo>
                    <a:pt x="846378" y="830097"/>
                  </a:lnTo>
                  <a:lnTo>
                    <a:pt x="848956" y="825080"/>
                  </a:lnTo>
                  <a:lnTo>
                    <a:pt x="855891" y="819213"/>
                  </a:lnTo>
                  <a:lnTo>
                    <a:pt x="859040" y="817689"/>
                  </a:lnTo>
                  <a:lnTo>
                    <a:pt x="862406" y="817003"/>
                  </a:lnTo>
                  <a:lnTo>
                    <a:pt x="653656" y="817003"/>
                  </a:lnTo>
                  <a:lnTo>
                    <a:pt x="653656" y="852754"/>
                  </a:lnTo>
                  <a:lnTo>
                    <a:pt x="658583" y="857681"/>
                  </a:lnTo>
                  <a:lnTo>
                    <a:pt x="862482" y="857681"/>
                  </a:lnTo>
                  <a:close/>
                </a:path>
                <a:path extrusionOk="0" h="857885" w="1080135">
                  <a:moveTo>
                    <a:pt x="1079563" y="817003"/>
                  </a:moveTo>
                  <a:lnTo>
                    <a:pt x="870724" y="817003"/>
                  </a:lnTo>
                  <a:lnTo>
                    <a:pt x="877735" y="819823"/>
                  </a:lnTo>
                  <a:lnTo>
                    <a:pt x="883158" y="824826"/>
                  </a:lnTo>
                  <a:lnTo>
                    <a:pt x="886510" y="831430"/>
                  </a:lnTo>
                  <a:lnTo>
                    <a:pt x="887298" y="839050"/>
                  </a:lnTo>
                  <a:lnTo>
                    <a:pt x="886523" y="848448"/>
                  </a:lnTo>
                  <a:lnTo>
                    <a:pt x="879563" y="855865"/>
                  </a:lnTo>
                  <a:lnTo>
                    <a:pt x="870762" y="857669"/>
                  </a:lnTo>
                  <a:lnTo>
                    <a:pt x="1074648" y="857669"/>
                  </a:lnTo>
                  <a:lnTo>
                    <a:pt x="1079563" y="852754"/>
                  </a:lnTo>
                  <a:lnTo>
                    <a:pt x="1079563" y="817003"/>
                  </a:lnTo>
                  <a:close/>
                </a:path>
                <a:path extrusionOk="0" h="857885" w="1080135">
                  <a:moveTo>
                    <a:pt x="1079563" y="570788"/>
                  </a:moveTo>
                  <a:lnTo>
                    <a:pt x="1074648" y="565873"/>
                  </a:lnTo>
                  <a:lnTo>
                    <a:pt x="1068603" y="565873"/>
                  </a:lnTo>
                  <a:lnTo>
                    <a:pt x="878001" y="565873"/>
                  </a:lnTo>
                  <a:lnTo>
                    <a:pt x="877595" y="504355"/>
                  </a:lnTo>
                  <a:lnTo>
                    <a:pt x="862088" y="467080"/>
                  </a:lnTo>
                  <a:lnTo>
                    <a:pt x="824801" y="451612"/>
                  </a:lnTo>
                  <a:lnTo>
                    <a:pt x="552323" y="451612"/>
                  </a:lnTo>
                  <a:lnTo>
                    <a:pt x="552323" y="378891"/>
                  </a:lnTo>
                  <a:lnTo>
                    <a:pt x="638505" y="378891"/>
                  </a:lnTo>
                  <a:lnTo>
                    <a:pt x="643648" y="373748"/>
                  </a:lnTo>
                  <a:lnTo>
                    <a:pt x="643648" y="361061"/>
                  </a:lnTo>
                  <a:lnTo>
                    <a:pt x="638505" y="355917"/>
                  </a:lnTo>
                  <a:lnTo>
                    <a:pt x="578573" y="355917"/>
                  </a:lnTo>
                  <a:lnTo>
                    <a:pt x="573328" y="314756"/>
                  </a:lnTo>
                  <a:lnTo>
                    <a:pt x="508342" y="314756"/>
                  </a:lnTo>
                  <a:lnTo>
                    <a:pt x="503110" y="355917"/>
                  </a:lnTo>
                  <a:lnTo>
                    <a:pt x="443179" y="355917"/>
                  </a:lnTo>
                  <a:lnTo>
                    <a:pt x="438035" y="361061"/>
                  </a:lnTo>
                  <a:lnTo>
                    <a:pt x="438035" y="373748"/>
                  </a:lnTo>
                  <a:lnTo>
                    <a:pt x="443179" y="378891"/>
                  </a:lnTo>
                  <a:lnTo>
                    <a:pt x="529348" y="378891"/>
                  </a:lnTo>
                  <a:lnTo>
                    <a:pt x="529348" y="451612"/>
                  </a:lnTo>
                  <a:lnTo>
                    <a:pt x="255803" y="451612"/>
                  </a:lnTo>
                  <a:lnTo>
                    <a:pt x="235292" y="455764"/>
                  </a:lnTo>
                  <a:lnTo>
                    <a:pt x="218503" y="467080"/>
                  </a:lnTo>
                  <a:lnTo>
                    <a:pt x="207175" y="483844"/>
                  </a:lnTo>
                  <a:lnTo>
                    <a:pt x="203009" y="504367"/>
                  </a:lnTo>
                  <a:lnTo>
                    <a:pt x="203009" y="565873"/>
                  </a:lnTo>
                  <a:lnTo>
                    <a:pt x="4914" y="565873"/>
                  </a:lnTo>
                  <a:lnTo>
                    <a:pt x="0" y="570788"/>
                  </a:lnTo>
                  <a:lnTo>
                    <a:pt x="0" y="794029"/>
                  </a:lnTo>
                  <a:lnTo>
                    <a:pt x="425907" y="794029"/>
                  </a:lnTo>
                  <a:lnTo>
                    <a:pt x="425907" y="570788"/>
                  </a:lnTo>
                  <a:lnTo>
                    <a:pt x="420992" y="565873"/>
                  </a:lnTo>
                  <a:lnTo>
                    <a:pt x="225971" y="565873"/>
                  </a:lnTo>
                  <a:lnTo>
                    <a:pt x="225971" y="504380"/>
                  </a:lnTo>
                  <a:lnTo>
                    <a:pt x="228320" y="492798"/>
                  </a:lnTo>
                  <a:lnTo>
                    <a:pt x="234734" y="483323"/>
                  </a:lnTo>
                  <a:lnTo>
                    <a:pt x="244221" y="476923"/>
                  </a:lnTo>
                  <a:lnTo>
                    <a:pt x="255816" y="474573"/>
                  </a:lnTo>
                  <a:lnTo>
                    <a:pt x="824801" y="474573"/>
                  </a:lnTo>
                  <a:lnTo>
                    <a:pt x="854633" y="504444"/>
                  </a:lnTo>
                  <a:lnTo>
                    <a:pt x="855040" y="565873"/>
                  </a:lnTo>
                  <a:lnTo>
                    <a:pt x="658571" y="565873"/>
                  </a:lnTo>
                  <a:lnTo>
                    <a:pt x="653656" y="570788"/>
                  </a:lnTo>
                  <a:lnTo>
                    <a:pt x="653656" y="794029"/>
                  </a:lnTo>
                  <a:lnTo>
                    <a:pt x="1079563" y="794029"/>
                  </a:lnTo>
                  <a:lnTo>
                    <a:pt x="1079563" y="570788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1" name="Google Shape;16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33010" y="5102108"/>
              <a:ext cx="205612" cy="64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86665" y="5102108"/>
              <a:ext cx="205612" cy="641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5"/>
          <p:cNvSpPr txBox="1"/>
          <p:nvPr/>
        </p:nvSpPr>
        <p:spPr>
          <a:xfrm>
            <a:off x="533527" y="1766146"/>
            <a:ext cx="11340360" cy="78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Especialización técnica en datos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/>
        </p:nvSpPr>
        <p:spPr>
          <a:xfrm>
            <a:off x="905494" y="1761127"/>
            <a:ext cx="7933706" cy="615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Entregables de cada rol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59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Ingeniero de Datos: Infraestructura sólida</a:t>
            </a:r>
            <a:endParaRPr/>
          </a:p>
          <a:p>
            <a:pPr indent="-215265" lvl="0" marL="227329" marR="29209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Entrega </a:t>
            </a:r>
            <a:r>
              <a:rPr b="1" lang="es-MX" sz="20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pipelines automatizados</a:t>
            </a:r>
            <a:r>
              <a:rPr lang="es-MX" sz="2000">
                <a:latin typeface="Lora"/>
                <a:ea typeface="Lora"/>
                <a:cs typeface="Lora"/>
                <a:sym typeface="Lora"/>
              </a:rPr>
              <a:t>, tablas curadas y sistemas de monitoreo para asegurar calidad y disponibilidad.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Analista de Datos: Información accionable</a:t>
            </a:r>
            <a:endParaRPr/>
          </a:p>
          <a:p>
            <a:pPr indent="-215265" lvl="0" marL="227329" marR="55880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Produce reportes, dashboards interactivos y recomendaciones basadas en análisis descriptivo y tendencias.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Times New Roman"/>
              <a:buNone/>
            </a:pPr>
            <a:r>
              <a:t/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Científico de Datos: Modelos y predicción</a:t>
            </a:r>
            <a:endParaRPr/>
          </a:p>
          <a:p>
            <a:pPr indent="-215265" lvl="0" marL="227329" marR="352425" rtl="0" algn="l">
              <a:lnSpc>
                <a:spcPct val="107800"/>
              </a:lnSpc>
              <a:spcBef>
                <a:spcPts val="19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Desarrolla modelos predictivos, experimentos estadísticos y pronósticos para anticipar comportamientos y optimizar procesos.</a:t>
            </a:r>
            <a:endParaRPr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3" y="1887169"/>
            <a:ext cx="8715756" cy="65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6"/>
          <p:cNvSpPr txBox="1"/>
          <p:nvPr/>
        </p:nvSpPr>
        <p:spPr>
          <a:xfrm>
            <a:off x="9617075" y="333678"/>
            <a:ext cx="569722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Introducción y especialización en roles de datos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5970279" y="333863"/>
            <a:ext cx="1336675" cy="62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73" name="Google Shape;173;p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06.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12904043" y="4191294"/>
            <a:ext cx="4798060" cy="3966210"/>
          </a:xfrm>
          <a:custGeom>
            <a:rect b="b" l="l" r="r" t="t"/>
            <a:pathLst>
              <a:path extrusionOk="0" h="3966209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775481"/>
                </a:lnTo>
                <a:lnTo>
                  <a:pt x="609" y="3791051"/>
                </a:lnTo>
                <a:lnTo>
                  <a:pt x="13309" y="3845509"/>
                </a:lnTo>
                <a:lnTo>
                  <a:pt x="41262" y="3893934"/>
                </a:lnTo>
                <a:lnTo>
                  <a:pt x="79527" y="3930357"/>
                </a:lnTo>
                <a:lnTo>
                  <a:pt x="123380" y="3953802"/>
                </a:lnTo>
                <a:lnTo>
                  <a:pt x="168719" y="3964762"/>
                </a:lnTo>
                <a:lnTo>
                  <a:pt x="4607293" y="3965981"/>
                </a:lnTo>
                <a:lnTo>
                  <a:pt x="4622863" y="3965371"/>
                </a:lnTo>
                <a:lnTo>
                  <a:pt x="4674400" y="3953802"/>
                </a:lnTo>
                <a:lnTo>
                  <a:pt x="4715725" y="3932148"/>
                </a:lnTo>
                <a:lnTo>
                  <a:pt x="4756531" y="3893934"/>
                </a:lnTo>
                <a:lnTo>
                  <a:pt x="4782096" y="3851275"/>
                </a:lnTo>
                <a:lnTo>
                  <a:pt x="4796574" y="37972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7"/>
          <p:cNvSpPr/>
          <p:nvPr/>
        </p:nvSpPr>
        <p:spPr>
          <a:xfrm>
            <a:off x="7133208" y="4191294"/>
            <a:ext cx="4798060" cy="3966210"/>
          </a:xfrm>
          <a:custGeom>
            <a:rect b="b" l="l" r="r" t="t"/>
            <a:pathLst>
              <a:path extrusionOk="0" h="3966209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775481"/>
                </a:lnTo>
                <a:lnTo>
                  <a:pt x="609" y="3791051"/>
                </a:lnTo>
                <a:lnTo>
                  <a:pt x="13309" y="3845509"/>
                </a:lnTo>
                <a:lnTo>
                  <a:pt x="41262" y="3893934"/>
                </a:lnTo>
                <a:lnTo>
                  <a:pt x="79527" y="3930357"/>
                </a:lnTo>
                <a:lnTo>
                  <a:pt x="123393" y="3953802"/>
                </a:lnTo>
                <a:lnTo>
                  <a:pt x="168719" y="3964762"/>
                </a:lnTo>
                <a:lnTo>
                  <a:pt x="4607293" y="3965981"/>
                </a:lnTo>
                <a:lnTo>
                  <a:pt x="4622863" y="3965371"/>
                </a:lnTo>
                <a:lnTo>
                  <a:pt x="4677308" y="3952671"/>
                </a:lnTo>
                <a:lnTo>
                  <a:pt x="4723282" y="3926636"/>
                </a:lnTo>
                <a:lnTo>
                  <a:pt x="4756531" y="3893934"/>
                </a:lnTo>
                <a:lnTo>
                  <a:pt x="4782096" y="3851275"/>
                </a:lnTo>
                <a:lnTo>
                  <a:pt x="4796574" y="37972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7"/>
          <p:cNvSpPr/>
          <p:nvPr/>
        </p:nvSpPr>
        <p:spPr>
          <a:xfrm>
            <a:off x="1362372" y="4191294"/>
            <a:ext cx="4798060" cy="3966210"/>
          </a:xfrm>
          <a:custGeom>
            <a:rect b="b" l="l" r="r" t="t"/>
            <a:pathLst>
              <a:path extrusionOk="0" h="3966209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775481"/>
                </a:lnTo>
                <a:lnTo>
                  <a:pt x="609" y="3791051"/>
                </a:lnTo>
                <a:lnTo>
                  <a:pt x="13309" y="3845509"/>
                </a:lnTo>
                <a:lnTo>
                  <a:pt x="41262" y="3893934"/>
                </a:lnTo>
                <a:lnTo>
                  <a:pt x="79527" y="3930357"/>
                </a:lnTo>
                <a:lnTo>
                  <a:pt x="123380" y="3953802"/>
                </a:lnTo>
                <a:lnTo>
                  <a:pt x="168719" y="3964762"/>
                </a:lnTo>
                <a:lnTo>
                  <a:pt x="4607293" y="3965981"/>
                </a:lnTo>
                <a:lnTo>
                  <a:pt x="4622863" y="3965371"/>
                </a:lnTo>
                <a:lnTo>
                  <a:pt x="4677308" y="3952671"/>
                </a:lnTo>
                <a:lnTo>
                  <a:pt x="4723282" y="3926636"/>
                </a:lnTo>
                <a:lnTo>
                  <a:pt x="4762157" y="3886466"/>
                </a:lnTo>
                <a:lnTo>
                  <a:pt x="4784483" y="3845509"/>
                </a:lnTo>
                <a:lnTo>
                  <a:pt x="4796574" y="37972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7"/>
          <p:cNvSpPr txBox="1"/>
          <p:nvPr/>
        </p:nvSpPr>
        <p:spPr>
          <a:xfrm>
            <a:off x="9617075" y="333678"/>
            <a:ext cx="569722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Introducción y especialización en roles de datos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15970242" y="333863"/>
            <a:ext cx="1336675" cy="62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184" name="Google Shape;184;p7"/>
          <p:cNvSpPr txBox="1"/>
          <p:nvPr>
            <p:ph type="title"/>
          </p:nvPr>
        </p:nvSpPr>
        <p:spPr>
          <a:xfrm>
            <a:off x="905494" y="295405"/>
            <a:ext cx="713740" cy="1244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07.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905494" y="1761127"/>
            <a:ext cx="13267706" cy="78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Preguntas clave que responde cada rol</a:t>
            </a:r>
            <a:endParaRPr/>
          </a:p>
        </p:txBody>
      </p:sp>
      <p:grpSp>
        <p:nvGrpSpPr>
          <p:cNvPr id="186" name="Google Shape;186;p7"/>
          <p:cNvGrpSpPr/>
          <p:nvPr/>
        </p:nvGrpSpPr>
        <p:grpSpPr>
          <a:xfrm>
            <a:off x="12469389" y="3661478"/>
            <a:ext cx="1113790" cy="1040765"/>
            <a:chOff x="12469389" y="3661478"/>
            <a:chExt cx="1113790" cy="1040765"/>
          </a:xfrm>
        </p:grpSpPr>
        <p:sp>
          <p:nvSpPr>
            <p:cNvPr id="187" name="Google Shape;187;p7"/>
            <p:cNvSpPr/>
            <p:nvPr/>
          </p:nvSpPr>
          <p:spPr>
            <a:xfrm>
              <a:off x="12469389" y="3661478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8" name="Google Shape;18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81922" y="3818908"/>
              <a:ext cx="107619" cy="240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148300" y="3818907"/>
              <a:ext cx="106714" cy="195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7"/>
            <p:cNvSpPr/>
            <p:nvPr/>
          </p:nvSpPr>
          <p:spPr>
            <a:xfrm>
              <a:off x="12663055" y="3871962"/>
              <a:ext cx="673100" cy="673100"/>
            </a:xfrm>
            <a:custGeom>
              <a:rect b="b" l="l" r="r" t="t"/>
              <a:pathLst>
                <a:path extrusionOk="0" h="673100" w="673100">
                  <a:moveTo>
                    <a:pt x="349808" y="349783"/>
                  </a:moveTo>
                  <a:lnTo>
                    <a:pt x="323265" y="349783"/>
                  </a:lnTo>
                  <a:lnTo>
                    <a:pt x="323265" y="386118"/>
                  </a:lnTo>
                  <a:lnTo>
                    <a:pt x="322656" y="395757"/>
                  </a:lnTo>
                  <a:lnTo>
                    <a:pt x="319798" y="400050"/>
                  </a:lnTo>
                  <a:lnTo>
                    <a:pt x="315455" y="402170"/>
                  </a:lnTo>
                  <a:lnTo>
                    <a:pt x="257848" y="430974"/>
                  </a:lnTo>
                  <a:lnTo>
                    <a:pt x="253390" y="430974"/>
                  </a:lnTo>
                  <a:lnTo>
                    <a:pt x="200774" y="404672"/>
                  </a:lnTo>
                  <a:lnTo>
                    <a:pt x="118300" y="432168"/>
                  </a:lnTo>
                  <a:lnTo>
                    <a:pt x="110680" y="428358"/>
                  </a:lnTo>
                  <a:lnTo>
                    <a:pt x="105981" y="414261"/>
                  </a:lnTo>
                  <a:lnTo>
                    <a:pt x="109791" y="406641"/>
                  </a:lnTo>
                  <a:lnTo>
                    <a:pt x="200939" y="376250"/>
                  </a:lnTo>
                  <a:lnTo>
                    <a:pt x="204635" y="376516"/>
                  </a:lnTo>
                  <a:lnTo>
                    <a:pt x="255625" y="402005"/>
                  </a:lnTo>
                  <a:lnTo>
                    <a:pt x="303415" y="378117"/>
                  </a:lnTo>
                  <a:lnTo>
                    <a:pt x="307073" y="376250"/>
                  </a:lnTo>
                  <a:lnTo>
                    <a:pt x="307721" y="375920"/>
                  </a:lnTo>
                  <a:lnTo>
                    <a:pt x="313804" y="376250"/>
                  </a:lnTo>
                  <a:lnTo>
                    <a:pt x="312953" y="376250"/>
                  </a:lnTo>
                  <a:lnTo>
                    <a:pt x="320954" y="381508"/>
                  </a:lnTo>
                  <a:lnTo>
                    <a:pt x="323265" y="386118"/>
                  </a:lnTo>
                  <a:lnTo>
                    <a:pt x="323265" y="349783"/>
                  </a:lnTo>
                  <a:lnTo>
                    <a:pt x="80733" y="349783"/>
                  </a:lnTo>
                  <a:lnTo>
                    <a:pt x="80733" y="457415"/>
                  </a:lnTo>
                  <a:lnTo>
                    <a:pt x="349808" y="457415"/>
                  </a:lnTo>
                  <a:lnTo>
                    <a:pt x="349808" y="432168"/>
                  </a:lnTo>
                  <a:lnTo>
                    <a:pt x="349808" y="430974"/>
                  </a:lnTo>
                  <a:lnTo>
                    <a:pt x="349808" y="375920"/>
                  </a:lnTo>
                  <a:lnTo>
                    <a:pt x="349808" y="349783"/>
                  </a:lnTo>
                  <a:close/>
                </a:path>
                <a:path extrusionOk="0" h="673100" w="673100">
                  <a:moveTo>
                    <a:pt x="473608" y="0"/>
                  </a:moveTo>
                  <a:lnTo>
                    <a:pt x="161442" y="0"/>
                  </a:lnTo>
                  <a:lnTo>
                    <a:pt x="161442" y="32931"/>
                  </a:lnTo>
                  <a:lnTo>
                    <a:pt x="161442" y="47790"/>
                  </a:lnTo>
                  <a:lnTo>
                    <a:pt x="155422" y="53822"/>
                  </a:lnTo>
                  <a:lnTo>
                    <a:pt x="140550" y="53822"/>
                  </a:lnTo>
                  <a:lnTo>
                    <a:pt x="134531" y="47790"/>
                  </a:lnTo>
                  <a:lnTo>
                    <a:pt x="134531" y="32931"/>
                  </a:lnTo>
                  <a:lnTo>
                    <a:pt x="140550" y="26911"/>
                  </a:lnTo>
                  <a:lnTo>
                    <a:pt x="155422" y="26911"/>
                  </a:lnTo>
                  <a:lnTo>
                    <a:pt x="161442" y="32931"/>
                  </a:lnTo>
                  <a:lnTo>
                    <a:pt x="161442" y="0"/>
                  </a:lnTo>
                  <a:lnTo>
                    <a:pt x="107632" y="0"/>
                  </a:lnTo>
                  <a:lnTo>
                    <a:pt x="107632" y="32931"/>
                  </a:lnTo>
                  <a:lnTo>
                    <a:pt x="107632" y="47790"/>
                  </a:lnTo>
                  <a:lnTo>
                    <a:pt x="101600" y="53822"/>
                  </a:lnTo>
                  <a:lnTo>
                    <a:pt x="86741" y="53822"/>
                  </a:lnTo>
                  <a:lnTo>
                    <a:pt x="80721" y="47790"/>
                  </a:lnTo>
                  <a:lnTo>
                    <a:pt x="80721" y="32931"/>
                  </a:lnTo>
                  <a:lnTo>
                    <a:pt x="86741" y="26911"/>
                  </a:lnTo>
                  <a:lnTo>
                    <a:pt x="101600" y="26911"/>
                  </a:lnTo>
                  <a:lnTo>
                    <a:pt x="107632" y="32931"/>
                  </a:lnTo>
                  <a:lnTo>
                    <a:pt x="107632" y="0"/>
                  </a:lnTo>
                  <a:lnTo>
                    <a:pt x="53809" y="0"/>
                  </a:lnTo>
                  <a:lnTo>
                    <a:pt x="53809" y="32931"/>
                  </a:lnTo>
                  <a:lnTo>
                    <a:pt x="53809" y="47790"/>
                  </a:lnTo>
                  <a:lnTo>
                    <a:pt x="47790" y="53822"/>
                  </a:lnTo>
                  <a:lnTo>
                    <a:pt x="32931" y="53822"/>
                  </a:lnTo>
                  <a:lnTo>
                    <a:pt x="26911" y="47790"/>
                  </a:lnTo>
                  <a:lnTo>
                    <a:pt x="26911" y="32931"/>
                  </a:lnTo>
                  <a:lnTo>
                    <a:pt x="32931" y="26911"/>
                  </a:lnTo>
                  <a:lnTo>
                    <a:pt x="47790" y="26911"/>
                  </a:lnTo>
                  <a:lnTo>
                    <a:pt x="53809" y="32931"/>
                  </a:lnTo>
                  <a:lnTo>
                    <a:pt x="53809" y="0"/>
                  </a:lnTo>
                  <a:lnTo>
                    <a:pt x="26911" y="0"/>
                  </a:lnTo>
                  <a:lnTo>
                    <a:pt x="16446" y="2120"/>
                  </a:lnTo>
                  <a:lnTo>
                    <a:pt x="7886" y="7886"/>
                  </a:lnTo>
                  <a:lnTo>
                    <a:pt x="2120" y="16433"/>
                  </a:lnTo>
                  <a:lnTo>
                    <a:pt x="0" y="26911"/>
                  </a:lnTo>
                  <a:lnTo>
                    <a:pt x="0" y="80721"/>
                  </a:lnTo>
                  <a:lnTo>
                    <a:pt x="458038" y="80721"/>
                  </a:lnTo>
                  <a:lnTo>
                    <a:pt x="457631" y="76288"/>
                  </a:lnTo>
                  <a:lnTo>
                    <a:pt x="457415" y="71818"/>
                  </a:lnTo>
                  <a:lnTo>
                    <a:pt x="457415" y="67271"/>
                  </a:lnTo>
                  <a:lnTo>
                    <a:pt x="458203" y="53822"/>
                  </a:lnTo>
                  <a:lnTo>
                    <a:pt x="458444" y="49809"/>
                  </a:lnTo>
                  <a:lnTo>
                    <a:pt x="461454" y="32931"/>
                  </a:lnTo>
                  <a:lnTo>
                    <a:pt x="461505" y="32664"/>
                  </a:lnTo>
                  <a:lnTo>
                    <a:pt x="463257" y="26911"/>
                  </a:lnTo>
                  <a:lnTo>
                    <a:pt x="466572" y="16002"/>
                  </a:lnTo>
                  <a:lnTo>
                    <a:pt x="473608" y="0"/>
                  </a:lnTo>
                  <a:close/>
                </a:path>
                <a:path extrusionOk="0" h="673100" w="673100">
                  <a:moveTo>
                    <a:pt x="497776" y="651789"/>
                  </a:moveTo>
                  <a:lnTo>
                    <a:pt x="491756" y="645769"/>
                  </a:lnTo>
                  <a:lnTo>
                    <a:pt x="484327" y="645769"/>
                  </a:lnTo>
                  <a:lnTo>
                    <a:pt x="415785" y="645769"/>
                  </a:lnTo>
                  <a:lnTo>
                    <a:pt x="408444" y="565048"/>
                  </a:lnTo>
                  <a:lnTo>
                    <a:pt x="264236" y="565048"/>
                  </a:lnTo>
                  <a:lnTo>
                    <a:pt x="256895" y="645769"/>
                  </a:lnTo>
                  <a:lnTo>
                    <a:pt x="180924" y="645769"/>
                  </a:lnTo>
                  <a:lnTo>
                    <a:pt x="174891" y="651789"/>
                  </a:lnTo>
                  <a:lnTo>
                    <a:pt x="174891" y="666648"/>
                  </a:lnTo>
                  <a:lnTo>
                    <a:pt x="180924" y="672680"/>
                  </a:lnTo>
                  <a:lnTo>
                    <a:pt x="491756" y="672680"/>
                  </a:lnTo>
                  <a:lnTo>
                    <a:pt x="497776" y="666648"/>
                  </a:lnTo>
                  <a:lnTo>
                    <a:pt x="497776" y="651789"/>
                  </a:lnTo>
                  <a:close/>
                </a:path>
                <a:path extrusionOk="0" h="673100" w="673100">
                  <a:moveTo>
                    <a:pt x="591959" y="99745"/>
                  </a:moveTo>
                  <a:lnTo>
                    <a:pt x="529907" y="161810"/>
                  </a:lnTo>
                  <a:lnTo>
                    <a:pt x="543915" y="171513"/>
                  </a:lnTo>
                  <a:lnTo>
                    <a:pt x="559092" y="179108"/>
                  </a:lnTo>
                  <a:lnTo>
                    <a:pt x="575183" y="184492"/>
                  </a:lnTo>
                  <a:lnTo>
                    <a:pt x="591959" y="187579"/>
                  </a:lnTo>
                  <a:lnTo>
                    <a:pt x="591959" y="99745"/>
                  </a:lnTo>
                  <a:close/>
                </a:path>
                <a:path extrusionOk="0" h="673100" w="673100">
                  <a:moveTo>
                    <a:pt x="672668" y="199072"/>
                  </a:moveTo>
                  <a:lnTo>
                    <a:pt x="659828" y="204889"/>
                  </a:lnTo>
                  <a:lnTo>
                    <a:pt x="646518" y="209448"/>
                  </a:lnTo>
                  <a:lnTo>
                    <a:pt x="632828" y="212699"/>
                  </a:lnTo>
                  <a:lnTo>
                    <a:pt x="618858" y="214642"/>
                  </a:lnTo>
                  <a:lnTo>
                    <a:pt x="618858" y="236143"/>
                  </a:lnTo>
                  <a:lnTo>
                    <a:pt x="618858" y="464858"/>
                  </a:lnTo>
                  <a:lnTo>
                    <a:pt x="612838" y="470877"/>
                  </a:lnTo>
                  <a:lnTo>
                    <a:pt x="423075" y="470877"/>
                  </a:lnTo>
                  <a:lnTo>
                    <a:pt x="417055" y="464858"/>
                  </a:lnTo>
                  <a:lnTo>
                    <a:pt x="417055" y="449986"/>
                  </a:lnTo>
                  <a:lnTo>
                    <a:pt x="423075" y="443966"/>
                  </a:lnTo>
                  <a:lnTo>
                    <a:pt x="612838" y="443966"/>
                  </a:lnTo>
                  <a:lnTo>
                    <a:pt x="618858" y="449986"/>
                  </a:lnTo>
                  <a:lnTo>
                    <a:pt x="618858" y="411035"/>
                  </a:lnTo>
                  <a:lnTo>
                    <a:pt x="612838" y="417068"/>
                  </a:lnTo>
                  <a:lnTo>
                    <a:pt x="423075" y="417068"/>
                  </a:lnTo>
                  <a:lnTo>
                    <a:pt x="417055" y="411035"/>
                  </a:lnTo>
                  <a:lnTo>
                    <a:pt x="417055" y="396176"/>
                  </a:lnTo>
                  <a:lnTo>
                    <a:pt x="423075" y="390156"/>
                  </a:lnTo>
                  <a:lnTo>
                    <a:pt x="612838" y="390156"/>
                  </a:lnTo>
                  <a:lnTo>
                    <a:pt x="618858" y="396176"/>
                  </a:lnTo>
                  <a:lnTo>
                    <a:pt x="618858" y="357225"/>
                  </a:lnTo>
                  <a:lnTo>
                    <a:pt x="612838" y="363245"/>
                  </a:lnTo>
                  <a:lnTo>
                    <a:pt x="503796" y="363245"/>
                  </a:lnTo>
                  <a:lnTo>
                    <a:pt x="497776" y="357225"/>
                  </a:lnTo>
                  <a:lnTo>
                    <a:pt x="497776" y="342366"/>
                  </a:lnTo>
                  <a:lnTo>
                    <a:pt x="503796" y="336346"/>
                  </a:lnTo>
                  <a:lnTo>
                    <a:pt x="612838" y="336346"/>
                  </a:lnTo>
                  <a:lnTo>
                    <a:pt x="618858" y="342366"/>
                  </a:lnTo>
                  <a:lnTo>
                    <a:pt x="618858" y="236143"/>
                  </a:lnTo>
                  <a:lnTo>
                    <a:pt x="612838" y="242163"/>
                  </a:lnTo>
                  <a:lnTo>
                    <a:pt x="597979" y="242163"/>
                  </a:lnTo>
                  <a:lnTo>
                    <a:pt x="591947" y="236143"/>
                  </a:lnTo>
                  <a:lnTo>
                    <a:pt x="591947" y="214642"/>
                  </a:lnTo>
                  <a:lnTo>
                    <a:pt x="569899" y="210934"/>
                  </a:lnTo>
                  <a:lnTo>
                    <a:pt x="548792" y="203987"/>
                  </a:lnTo>
                  <a:lnTo>
                    <a:pt x="547065" y="203123"/>
                  </a:lnTo>
                  <a:lnTo>
                    <a:pt x="528955" y="193941"/>
                  </a:lnTo>
                  <a:lnTo>
                    <a:pt x="510755" y="180949"/>
                  </a:lnTo>
                  <a:lnTo>
                    <a:pt x="488581" y="203123"/>
                  </a:lnTo>
                  <a:lnTo>
                    <a:pt x="480060" y="203123"/>
                  </a:lnTo>
                  <a:lnTo>
                    <a:pt x="470865" y="193929"/>
                  </a:lnTo>
                  <a:lnTo>
                    <a:pt x="470865" y="342366"/>
                  </a:lnTo>
                  <a:lnTo>
                    <a:pt x="470865" y="357225"/>
                  </a:lnTo>
                  <a:lnTo>
                    <a:pt x="464845" y="363245"/>
                  </a:lnTo>
                  <a:lnTo>
                    <a:pt x="449986" y="363245"/>
                  </a:lnTo>
                  <a:lnTo>
                    <a:pt x="443966" y="357225"/>
                  </a:lnTo>
                  <a:lnTo>
                    <a:pt x="443966" y="342366"/>
                  </a:lnTo>
                  <a:lnTo>
                    <a:pt x="449986" y="336346"/>
                  </a:lnTo>
                  <a:lnTo>
                    <a:pt x="464845" y="336346"/>
                  </a:lnTo>
                  <a:lnTo>
                    <a:pt x="470865" y="342366"/>
                  </a:lnTo>
                  <a:lnTo>
                    <a:pt x="470865" y="193929"/>
                  </a:lnTo>
                  <a:lnTo>
                    <a:pt x="469557" y="192620"/>
                  </a:lnTo>
                  <a:lnTo>
                    <a:pt x="469557" y="184099"/>
                  </a:lnTo>
                  <a:lnTo>
                    <a:pt x="491731" y="161925"/>
                  </a:lnTo>
                  <a:lnTo>
                    <a:pt x="482447" y="149529"/>
                  </a:lnTo>
                  <a:lnTo>
                    <a:pt x="481520" y="147993"/>
                  </a:lnTo>
                  <a:lnTo>
                    <a:pt x="474522" y="136283"/>
                  </a:lnTo>
                  <a:lnTo>
                    <a:pt x="468033" y="122275"/>
                  </a:lnTo>
                  <a:lnTo>
                    <a:pt x="463016" y="107632"/>
                  </a:lnTo>
                  <a:lnTo>
                    <a:pt x="403606" y="107632"/>
                  </a:lnTo>
                  <a:lnTo>
                    <a:pt x="403606" y="248196"/>
                  </a:lnTo>
                  <a:lnTo>
                    <a:pt x="403606" y="263055"/>
                  </a:lnTo>
                  <a:lnTo>
                    <a:pt x="397586" y="269074"/>
                  </a:lnTo>
                  <a:lnTo>
                    <a:pt x="376694" y="269074"/>
                  </a:lnTo>
                  <a:lnTo>
                    <a:pt x="376694" y="328917"/>
                  </a:lnTo>
                  <a:lnTo>
                    <a:pt x="376694" y="478307"/>
                  </a:lnTo>
                  <a:lnTo>
                    <a:pt x="370674" y="484327"/>
                  </a:lnTo>
                  <a:lnTo>
                    <a:pt x="59842" y="484327"/>
                  </a:lnTo>
                  <a:lnTo>
                    <a:pt x="53809" y="478307"/>
                  </a:lnTo>
                  <a:lnTo>
                    <a:pt x="53809" y="328917"/>
                  </a:lnTo>
                  <a:lnTo>
                    <a:pt x="59842" y="322884"/>
                  </a:lnTo>
                  <a:lnTo>
                    <a:pt x="370674" y="322884"/>
                  </a:lnTo>
                  <a:lnTo>
                    <a:pt x="376694" y="328917"/>
                  </a:lnTo>
                  <a:lnTo>
                    <a:pt x="376694" y="269074"/>
                  </a:lnTo>
                  <a:lnTo>
                    <a:pt x="59842" y="269074"/>
                  </a:lnTo>
                  <a:lnTo>
                    <a:pt x="53809" y="263055"/>
                  </a:lnTo>
                  <a:lnTo>
                    <a:pt x="53809" y="248196"/>
                  </a:lnTo>
                  <a:lnTo>
                    <a:pt x="59842" y="242163"/>
                  </a:lnTo>
                  <a:lnTo>
                    <a:pt x="80721" y="242163"/>
                  </a:lnTo>
                  <a:lnTo>
                    <a:pt x="80721" y="221284"/>
                  </a:lnTo>
                  <a:lnTo>
                    <a:pt x="86741" y="215265"/>
                  </a:lnTo>
                  <a:lnTo>
                    <a:pt x="101600" y="215265"/>
                  </a:lnTo>
                  <a:lnTo>
                    <a:pt x="107632" y="221284"/>
                  </a:lnTo>
                  <a:lnTo>
                    <a:pt x="107632" y="242163"/>
                  </a:lnTo>
                  <a:lnTo>
                    <a:pt x="134531" y="242163"/>
                  </a:lnTo>
                  <a:lnTo>
                    <a:pt x="134531" y="215265"/>
                  </a:lnTo>
                  <a:lnTo>
                    <a:pt x="134531" y="207835"/>
                  </a:lnTo>
                  <a:lnTo>
                    <a:pt x="140563" y="201803"/>
                  </a:lnTo>
                  <a:lnTo>
                    <a:pt x="155422" y="201803"/>
                  </a:lnTo>
                  <a:lnTo>
                    <a:pt x="161442" y="207835"/>
                  </a:lnTo>
                  <a:lnTo>
                    <a:pt x="161442" y="242163"/>
                  </a:lnTo>
                  <a:lnTo>
                    <a:pt x="188353" y="242163"/>
                  </a:lnTo>
                  <a:lnTo>
                    <a:pt x="188353" y="201803"/>
                  </a:lnTo>
                  <a:lnTo>
                    <a:pt x="188353" y="167474"/>
                  </a:lnTo>
                  <a:lnTo>
                    <a:pt x="194373" y="161442"/>
                  </a:lnTo>
                  <a:lnTo>
                    <a:pt x="209232" y="161442"/>
                  </a:lnTo>
                  <a:lnTo>
                    <a:pt x="215252" y="167474"/>
                  </a:lnTo>
                  <a:lnTo>
                    <a:pt x="215252" y="242163"/>
                  </a:lnTo>
                  <a:lnTo>
                    <a:pt x="242163" y="242163"/>
                  </a:lnTo>
                  <a:lnTo>
                    <a:pt x="242163" y="207835"/>
                  </a:lnTo>
                  <a:lnTo>
                    <a:pt x="248183" y="201803"/>
                  </a:lnTo>
                  <a:lnTo>
                    <a:pt x="263042" y="201803"/>
                  </a:lnTo>
                  <a:lnTo>
                    <a:pt x="269074" y="207835"/>
                  </a:lnTo>
                  <a:lnTo>
                    <a:pt x="269074" y="242163"/>
                  </a:lnTo>
                  <a:lnTo>
                    <a:pt x="295973" y="242163"/>
                  </a:lnTo>
                  <a:lnTo>
                    <a:pt x="295973" y="201803"/>
                  </a:lnTo>
                  <a:lnTo>
                    <a:pt x="295973" y="167474"/>
                  </a:lnTo>
                  <a:lnTo>
                    <a:pt x="301993" y="161442"/>
                  </a:lnTo>
                  <a:lnTo>
                    <a:pt x="316865" y="161442"/>
                  </a:lnTo>
                  <a:lnTo>
                    <a:pt x="322884" y="167474"/>
                  </a:lnTo>
                  <a:lnTo>
                    <a:pt x="322884" y="242163"/>
                  </a:lnTo>
                  <a:lnTo>
                    <a:pt x="349783" y="242163"/>
                  </a:lnTo>
                  <a:lnTo>
                    <a:pt x="349783" y="161442"/>
                  </a:lnTo>
                  <a:lnTo>
                    <a:pt x="349783" y="154012"/>
                  </a:lnTo>
                  <a:lnTo>
                    <a:pt x="355815" y="147993"/>
                  </a:lnTo>
                  <a:lnTo>
                    <a:pt x="370674" y="147993"/>
                  </a:lnTo>
                  <a:lnTo>
                    <a:pt x="376694" y="154012"/>
                  </a:lnTo>
                  <a:lnTo>
                    <a:pt x="376694" y="242163"/>
                  </a:lnTo>
                  <a:lnTo>
                    <a:pt x="397586" y="242163"/>
                  </a:lnTo>
                  <a:lnTo>
                    <a:pt x="403606" y="248196"/>
                  </a:lnTo>
                  <a:lnTo>
                    <a:pt x="403606" y="107632"/>
                  </a:lnTo>
                  <a:lnTo>
                    <a:pt x="0" y="107632"/>
                  </a:lnTo>
                  <a:lnTo>
                    <a:pt x="0" y="511238"/>
                  </a:lnTo>
                  <a:lnTo>
                    <a:pt x="2120" y="521703"/>
                  </a:lnTo>
                  <a:lnTo>
                    <a:pt x="7886" y="530250"/>
                  </a:lnTo>
                  <a:lnTo>
                    <a:pt x="16446" y="536016"/>
                  </a:lnTo>
                  <a:lnTo>
                    <a:pt x="26911" y="538149"/>
                  </a:lnTo>
                  <a:lnTo>
                    <a:pt x="645769" y="538149"/>
                  </a:lnTo>
                  <a:lnTo>
                    <a:pt x="656234" y="536016"/>
                  </a:lnTo>
                  <a:lnTo>
                    <a:pt x="664781" y="530250"/>
                  </a:lnTo>
                  <a:lnTo>
                    <a:pt x="670547" y="521703"/>
                  </a:lnTo>
                  <a:lnTo>
                    <a:pt x="672668" y="511238"/>
                  </a:lnTo>
                  <a:lnTo>
                    <a:pt x="672668" y="484327"/>
                  </a:lnTo>
                  <a:lnTo>
                    <a:pt x="672668" y="470877"/>
                  </a:lnTo>
                  <a:lnTo>
                    <a:pt x="672668" y="269074"/>
                  </a:lnTo>
                  <a:lnTo>
                    <a:pt x="672668" y="199072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1" name="Google Shape;191;p7"/>
          <p:cNvGrpSpPr/>
          <p:nvPr/>
        </p:nvGrpSpPr>
        <p:grpSpPr>
          <a:xfrm>
            <a:off x="6698555" y="3661478"/>
            <a:ext cx="1113790" cy="1040765"/>
            <a:chOff x="6698555" y="3661478"/>
            <a:chExt cx="1113790" cy="1040765"/>
          </a:xfrm>
        </p:grpSpPr>
        <p:sp>
          <p:nvSpPr>
            <p:cNvPr id="192" name="Google Shape;192;p7"/>
            <p:cNvSpPr/>
            <p:nvPr/>
          </p:nvSpPr>
          <p:spPr>
            <a:xfrm>
              <a:off x="6698555" y="3661478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6886397" y="3818902"/>
              <a:ext cx="738505" cy="725805"/>
            </a:xfrm>
            <a:custGeom>
              <a:rect b="b" l="l" r="r" t="t"/>
              <a:pathLst>
                <a:path extrusionOk="0" h="725804" w="738504">
                  <a:moveTo>
                    <a:pt x="588149" y="266115"/>
                  </a:moveTo>
                  <a:lnTo>
                    <a:pt x="467194" y="266115"/>
                  </a:lnTo>
                  <a:lnTo>
                    <a:pt x="467194" y="290296"/>
                  </a:lnTo>
                  <a:lnTo>
                    <a:pt x="588149" y="290296"/>
                  </a:lnTo>
                  <a:lnTo>
                    <a:pt x="588149" y="266115"/>
                  </a:lnTo>
                  <a:close/>
                </a:path>
                <a:path extrusionOk="0" h="725804" w="738504">
                  <a:moveTo>
                    <a:pt x="588149" y="217728"/>
                  </a:moveTo>
                  <a:lnTo>
                    <a:pt x="467194" y="217728"/>
                  </a:lnTo>
                  <a:lnTo>
                    <a:pt x="467194" y="241909"/>
                  </a:lnTo>
                  <a:lnTo>
                    <a:pt x="588149" y="241909"/>
                  </a:lnTo>
                  <a:lnTo>
                    <a:pt x="588149" y="217728"/>
                  </a:lnTo>
                  <a:close/>
                </a:path>
                <a:path extrusionOk="0" h="725804" w="738504">
                  <a:moveTo>
                    <a:pt x="588149" y="169341"/>
                  </a:moveTo>
                  <a:lnTo>
                    <a:pt x="467194" y="169341"/>
                  </a:lnTo>
                  <a:lnTo>
                    <a:pt x="467194" y="193535"/>
                  </a:lnTo>
                  <a:lnTo>
                    <a:pt x="588149" y="193535"/>
                  </a:lnTo>
                  <a:lnTo>
                    <a:pt x="588149" y="169341"/>
                  </a:lnTo>
                  <a:close/>
                </a:path>
                <a:path extrusionOk="0" h="725804" w="738504">
                  <a:moveTo>
                    <a:pt x="636524" y="145161"/>
                  </a:moveTo>
                  <a:lnTo>
                    <a:pt x="612330" y="145161"/>
                  </a:lnTo>
                  <a:lnTo>
                    <a:pt x="612330" y="169341"/>
                  </a:lnTo>
                  <a:lnTo>
                    <a:pt x="636524" y="169341"/>
                  </a:lnTo>
                  <a:lnTo>
                    <a:pt x="636524" y="145161"/>
                  </a:lnTo>
                  <a:close/>
                </a:path>
                <a:path extrusionOk="0" h="725804" w="738504">
                  <a:moveTo>
                    <a:pt x="684898" y="145161"/>
                  </a:moveTo>
                  <a:lnTo>
                    <a:pt x="660717" y="145161"/>
                  </a:lnTo>
                  <a:lnTo>
                    <a:pt x="660717" y="169341"/>
                  </a:lnTo>
                  <a:lnTo>
                    <a:pt x="684898" y="169341"/>
                  </a:lnTo>
                  <a:lnTo>
                    <a:pt x="684898" y="145161"/>
                  </a:lnTo>
                  <a:close/>
                </a:path>
                <a:path extrusionOk="0" h="725804" w="738504">
                  <a:moveTo>
                    <a:pt x="733285" y="701548"/>
                  </a:moveTo>
                  <a:lnTo>
                    <a:pt x="721194" y="701548"/>
                  </a:lnTo>
                  <a:lnTo>
                    <a:pt x="721194" y="447548"/>
                  </a:lnTo>
                  <a:lnTo>
                    <a:pt x="660717" y="447548"/>
                  </a:lnTo>
                  <a:lnTo>
                    <a:pt x="660717" y="701548"/>
                  </a:lnTo>
                  <a:lnTo>
                    <a:pt x="648614" y="701548"/>
                  </a:lnTo>
                  <a:lnTo>
                    <a:pt x="648614" y="532218"/>
                  </a:lnTo>
                  <a:lnTo>
                    <a:pt x="588137" y="532218"/>
                  </a:lnTo>
                  <a:lnTo>
                    <a:pt x="588137" y="701548"/>
                  </a:lnTo>
                  <a:lnTo>
                    <a:pt x="527659" y="701548"/>
                  </a:lnTo>
                  <a:lnTo>
                    <a:pt x="527659" y="568502"/>
                  </a:lnTo>
                  <a:lnTo>
                    <a:pt x="467182" y="568502"/>
                  </a:lnTo>
                  <a:lnTo>
                    <a:pt x="467182" y="701548"/>
                  </a:lnTo>
                  <a:lnTo>
                    <a:pt x="455091" y="701548"/>
                  </a:lnTo>
                  <a:lnTo>
                    <a:pt x="455091" y="653161"/>
                  </a:lnTo>
                  <a:lnTo>
                    <a:pt x="394614" y="653161"/>
                  </a:lnTo>
                  <a:lnTo>
                    <a:pt x="394614" y="701548"/>
                  </a:lnTo>
                  <a:lnTo>
                    <a:pt x="334137" y="701548"/>
                  </a:lnTo>
                  <a:lnTo>
                    <a:pt x="334137" y="483831"/>
                  </a:lnTo>
                  <a:lnTo>
                    <a:pt x="273659" y="483831"/>
                  </a:lnTo>
                  <a:lnTo>
                    <a:pt x="273659" y="701548"/>
                  </a:lnTo>
                  <a:lnTo>
                    <a:pt x="261569" y="701548"/>
                  </a:lnTo>
                  <a:lnTo>
                    <a:pt x="261569" y="580593"/>
                  </a:lnTo>
                  <a:lnTo>
                    <a:pt x="201091" y="580593"/>
                  </a:lnTo>
                  <a:lnTo>
                    <a:pt x="201091" y="701548"/>
                  </a:lnTo>
                  <a:lnTo>
                    <a:pt x="152704" y="701548"/>
                  </a:lnTo>
                  <a:lnTo>
                    <a:pt x="152704" y="532218"/>
                  </a:lnTo>
                  <a:lnTo>
                    <a:pt x="92227" y="532218"/>
                  </a:lnTo>
                  <a:lnTo>
                    <a:pt x="92227" y="701548"/>
                  </a:lnTo>
                  <a:lnTo>
                    <a:pt x="80137" y="701548"/>
                  </a:lnTo>
                  <a:lnTo>
                    <a:pt x="80137" y="616877"/>
                  </a:lnTo>
                  <a:lnTo>
                    <a:pt x="19659" y="616877"/>
                  </a:lnTo>
                  <a:lnTo>
                    <a:pt x="19659" y="701548"/>
                  </a:lnTo>
                  <a:lnTo>
                    <a:pt x="7556" y="701548"/>
                  </a:lnTo>
                  <a:lnTo>
                    <a:pt x="7556" y="725741"/>
                  </a:lnTo>
                  <a:lnTo>
                    <a:pt x="733285" y="725741"/>
                  </a:lnTo>
                  <a:lnTo>
                    <a:pt x="733285" y="701548"/>
                  </a:lnTo>
                  <a:close/>
                </a:path>
                <a:path extrusionOk="0" h="725804" w="738504">
                  <a:moveTo>
                    <a:pt x="733285" y="96774"/>
                  </a:moveTo>
                  <a:lnTo>
                    <a:pt x="612330" y="96774"/>
                  </a:lnTo>
                  <a:lnTo>
                    <a:pt x="612330" y="120954"/>
                  </a:lnTo>
                  <a:lnTo>
                    <a:pt x="733285" y="120954"/>
                  </a:lnTo>
                  <a:lnTo>
                    <a:pt x="733285" y="96774"/>
                  </a:lnTo>
                  <a:close/>
                </a:path>
                <a:path extrusionOk="0" h="725804" w="738504">
                  <a:moveTo>
                    <a:pt x="733285" y="48387"/>
                  </a:moveTo>
                  <a:lnTo>
                    <a:pt x="612330" y="48387"/>
                  </a:lnTo>
                  <a:lnTo>
                    <a:pt x="612330" y="72580"/>
                  </a:lnTo>
                  <a:lnTo>
                    <a:pt x="733285" y="72580"/>
                  </a:lnTo>
                  <a:lnTo>
                    <a:pt x="733285" y="48387"/>
                  </a:lnTo>
                  <a:close/>
                </a:path>
                <a:path extrusionOk="0" h="725804" w="738504">
                  <a:moveTo>
                    <a:pt x="733285" y="0"/>
                  </a:moveTo>
                  <a:lnTo>
                    <a:pt x="612330" y="0"/>
                  </a:lnTo>
                  <a:lnTo>
                    <a:pt x="612330" y="24193"/>
                  </a:lnTo>
                  <a:lnTo>
                    <a:pt x="733285" y="24193"/>
                  </a:lnTo>
                  <a:lnTo>
                    <a:pt x="733285" y="0"/>
                  </a:lnTo>
                  <a:close/>
                </a:path>
                <a:path extrusionOk="0" h="725804" w="738504">
                  <a:moveTo>
                    <a:pt x="733298" y="145161"/>
                  </a:moveTo>
                  <a:lnTo>
                    <a:pt x="709104" y="145161"/>
                  </a:lnTo>
                  <a:lnTo>
                    <a:pt x="709104" y="169341"/>
                  </a:lnTo>
                  <a:lnTo>
                    <a:pt x="733298" y="169341"/>
                  </a:lnTo>
                  <a:lnTo>
                    <a:pt x="733298" y="145161"/>
                  </a:lnTo>
                  <a:close/>
                </a:path>
                <a:path extrusionOk="0" h="725804" w="738504">
                  <a:moveTo>
                    <a:pt x="738187" y="351828"/>
                  </a:moveTo>
                  <a:lnTo>
                    <a:pt x="621042" y="299770"/>
                  </a:lnTo>
                  <a:lnTo>
                    <a:pt x="487095" y="458089"/>
                  </a:lnTo>
                  <a:lnTo>
                    <a:pt x="314706" y="412102"/>
                  </a:lnTo>
                  <a:lnTo>
                    <a:pt x="187998" y="336092"/>
                  </a:lnTo>
                  <a:lnTo>
                    <a:pt x="0" y="486486"/>
                  </a:lnTo>
                  <a:lnTo>
                    <a:pt x="15113" y="505371"/>
                  </a:lnTo>
                  <a:lnTo>
                    <a:pt x="189979" y="365480"/>
                  </a:lnTo>
                  <a:lnTo>
                    <a:pt x="303707" y="433717"/>
                  </a:lnTo>
                  <a:lnTo>
                    <a:pt x="495655" y="485394"/>
                  </a:lnTo>
                  <a:lnTo>
                    <a:pt x="627799" y="329234"/>
                  </a:lnTo>
                  <a:lnTo>
                    <a:pt x="728370" y="373938"/>
                  </a:lnTo>
                  <a:lnTo>
                    <a:pt x="738187" y="351828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4" name="Google Shape;19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93965" y="3819529"/>
              <a:ext cx="133045" cy="1889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7"/>
            <p:cNvSpPr/>
            <p:nvPr/>
          </p:nvSpPr>
          <p:spPr>
            <a:xfrm>
              <a:off x="7051200" y="3818913"/>
              <a:ext cx="423545" cy="161925"/>
            </a:xfrm>
            <a:custGeom>
              <a:rect b="b" l="l" r="r" t="t"/>
              <a:pathLst>
                <a:path extrusionOk="0" h="161925" w="423545">
                  <a:moveTo>
                    <a:pt x="423341" y="0"/>
                  </a:moveTo>
                  <a:lnTo>
                    <a:pt x="200621" y="0"/>
                  </a:lnTo>
                  <a:lnTo>
                    <a:pt x="118605" y="82016"/>
                  </a:lnTo>
                  <a:lnTo>
                    <a:pt x="97915" y="50419"/>
                  </a:lnTo>
                  <a:lnTo>
                    <a:pt x="70237" y="25561"/>
                  </a:lnTo>
                  <a:lnTo>
                    <a:pt x="37091" y="8557"/>
                  </a:lnTo>
                  <a:lnTo>
                    <a:pt x="0" y="520"/>
                  </a:lnTo>
                  <a:lnTo>
                    <a:pt x="0" y="85890"/>
                  </a:lnTo>
                  <a:lnTo>
                    <a:pt x="19149" y="93387"/>
                  </a:lnTo>
                  <a:lnTo>
                    <a:pt x="34463" y="106603"/>
                  </a:lnTo>
                  <a:lnTo>
                    <a:pt x="44635" y="124230"/>
                  </a:lnTo>
                  <a:lnTo>
                    <a:pt x="48361" y="144957"/>
                  </a:lnTo>
                  <a:lnTo>
                    <a:pt x="132041" y="161658"/>
                  </a:lnTo>
                  <a:lnTo>
                    <a:pt x="133057" y="150698"/>
                  </a:lnTo>
                  <a:lnTo>
                    <a:pt x="132723" y="135366"/>
                  </a:lnTo>
                  <a:lnTo>
                    <a:pt x="131735" y="125729"/>
                  </a:lnTo>
                  <a:lnTo>
                    <a:pt x="130116" y="116246"/>
                  </a:lnTo>
                  <a:lnTo>
                    <a:pt x="127888" y="106933"/>
                  </a:lnTo>
                  <a:lnTo>
                    <a:pt x="210629" y="24180"/>
                  </a:lnTo>
                  <a:lnTo>
                    <a:pt x="423341" y="24180"/>
                  </a:lnTo>
                  <a:lnTo>
                    <a:pt x="423341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6" name="Google Shape;196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10289" y="3998017"/>
              <a:ext cx="96367" cy="966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7"/>
            <p:cNvSpPr/>
            <p:nvPr/>
          </p:nvSpPr>
          <p:spPr>
            <a:xfrm>
              <a:off x="6998481" y="3987595"/>
              <a:ext cx="331470" cy="121920"/>
            </a:xfrm>
            <a:custGeom>
              <a:rect b="b" l="l" r="r" t="t"/>
              <a:pathLst>
                <a:path extrusionOk="0" h="121920" w="331470">
                  <a:moveTo>
                    <a:pt x="96342" y="0"/>
                  </a:moveTo>
                  <a:lnTo>
                    <a:pt x="87268" y="14916"/>
                  </a:lnTo>
                  <a:lnTo>
                    <a:pt x="74409" y="26595"/>
                  </a:lnTo>
                  <a:lnTo>
                    <a:pt x="58587" y="34209"/>
                  </a:lnTo>
                  <a:lnTo>
                    <a:pt x="40627" y="36931"/>
                  </a:lnTo>
                  <a:lnTo>
                    <a:pt x="37249" y="36931"/>
                  </a:lnTo>
                  <a:lnTo>
                    <a:pt x="30772" y="35940"/>
                  </a:lnTo>
                  <a:lnTo>
                    <a:pt x="0" y="115773"/>
                  </a:lnTo>
                  <a:lnTo>
                    <a:pt x="9969" y="118302"/>
                  </a:lnTo>
                  <a:lnTo>
                    <a:pt x="20075" y="120126"/>
                  </a:lnTo>
                  <a:lnTo>
                    <a:pt x="30300" y="121231"/>
                  </a:lnTo>
                  <a:lnTo>
                    <a:pt x="40627" y="121602"/>
                  </a:lnTo>
                  <a:lnTo>
                    <a:pt x="68275" y="118926"/>
                  </a:lnTo>
                  <a:lnTo>
                    <a:pt x="94607" y="111121"/>
                  </a:lnTo>
                  <a:lnTo>
                    <a:pt x="118946" y="98521"/>
                  </a:lnTo>
                  <a:lnTo>
                    <a:pt x="140614" y="81457"/>
                  </a:lnTo>
                  <a:lnTo>
                    <a:pt x="180759" y="121602"/>
                  </a:lnTo>
                  <a:lnTo>
                    <a:pt x="330911" y="121602"/>
                  </a:lnTo>
                  <a:lnTo>
                    <a:pt x="330911" y="97408"/>
                  </a:lnTo>
                  <a:lnTo>
                    <a:pt x="190779" y="97408"/>
                  </a:lnTo>
                  <a:lnTo>
                    <a:pt x="156667" y="63296"/>
                  </a:lnTo>
                  <a:lnTo>
                    <a:pt x="164044" y="52454"/>
                  </a:lnTo>
                  <a:lnTo>
                    <a:pt x="170397" y="41022"/>
                  </a:lnTo>
                  <a:lnTo>
                    <a:pt x="175685" y="29069"/>
                  </a:lnTo>
                  <a:lnTo>
                    <a:pt x="179870" y="16662"/>
                  </a:lnTo>
                  <a:lnTo>
                    <a:pt x="96342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8" name="Google Shape;198;p7"/>
          <p:cNvGrpSpPr/>
          <p:nvPr/>
        </p:nvGrpSpPr>
        <p:grpSpPr>
          <a:xfrm>
            <a:off x="927719" y="3661478"/>
            <a:ext cx="1113790" cy="1040765"/>
            <a:chOff x="927719" y="3661478"/>
            <a:chExt cx="1113790" cy="1040765"/>
          </a:xfrm>
        </p:grpSpPr>
        <p:sp>
          <p:nvSpPr>
            <p:cNvPr id="199" name="Google Shape;199;p7"/>
            <p:cNvSpPr/>
            <p:nvPr/>
          </p:nvSpPr>
          <p:spPr>
            <a:xfrm>
              <a:off x="927719" y="3661478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175550" y="4114583"/>
              <a:ext cx="618490" cy="430530"/>
            </a:xfrm>
            <a:custGeom>
              <a:rect b="b" l="l" r="r" t="t"/>
              <a:pathLst>
                <a:path extrusionOk="0" h="430529" w="618489">
                  <a:moveTo>
                    <a:pt x="618210" y="274802"/>
                  </a:moveTo>
                  <a:lnTo>
                    <a:pt x="612203" y="268795"/>
                  </a:lnTo>
                  <a:lnTo>
                    <a:pt x="604774" y="268795"/>
                  </a:lnTo>
                  <a:lnTo>
                    <a:pt x="597344" y="268795"/>
                  </a:lnTo>
                  <a:lnTo>
                    <a:pt x="591337" y="274802"/>
                  </a:lnTo>
                  <a:lnTo>
                    <a:pt x="591337" y="282232"/>
                  </a:lnTo>
                  <a:lnTo>
                    <a:pt x="582396" y="296722"/>
                  </a:lnTo>
                  <a:lnTo>
                    <a:pt x="514819" y="326097"/>
                  </a:lnTo>
                  <a:lnTo>
                    <a:pt x="458838" y="338099"/>
                  </a:lnTo>
                  <a:lnTo>
                    <a:pt x="389826" y="346354"/>
                  </a:lnTo>
                  <a:lnTo>
                    <a:pt x="309105" y="349427"/>
                  </a:lnTo>
                  <a:lnTo>
                    <a:pt x="228371" y="346354"/>
                  </a:lnTo>
                  <a:lnTo>
                    <a:pt x="159359" y="338099"/>
                  </a:lnTo>
                  <a:lnTo>
                    <a:pt x="103378" y="326097"/>
                  </a:lnTo>
                  <a:lnTo>
                    <a:pt x="61760" y="311835"/>
                  </a:lnTo>
                  <a:lnTo>
                    <a:pt x="26873" y="282232"/>
                  </a:lnTo>
                  <a:lnTo>
                    <a:pt x="26873" y="274802"/>
                  </a:lnTo>
                  <a:lnTo>
                    <a:pt x="20853" y="268795"/>
                  </a:lnTo>
                  <a:lnTo>
                    <a:pt x="6019" y="268795"/>
                  </a:lnTo>
                  <a:lnTo>
                    <a:pt x="0" y="274802"/>
                  </a:lnTo>
                  <a:lnTo>
                    <a:pt x="0" y="335991"/>
                  </a:lnTo>
                  <a:lnTo>
                    <a:pt x="9055" y="360654"/>
                  </a:lnTo>
                  <a:lnTo>
                    <a:pt x="73291" y="398945"/>
                  </a:lnTo>
                  <a:lnTo>
                    <a:pt x="122948" y="412496"/>
                  </a:lnTo>
                  <a:lnTo>
                    <a:pt x="180644" y="422224"/>
                  </a:lnTo>
                  <a:lnTo>
                    <a:pt x="243611" y="428104"/>
                  </a:lnTo>
                  <a:lnTo>
                    <a:pt x="309105" y="430072"/>
                  </a:lnTo>
                  <a:lnTo>
                    <a:pt x="374599" y="428104"/>
                  </a:lnTo>
                  <a:lnTo>
                    <a:pt x="437565" y="422224"/>
                  </a:lnTo>
                  <a:lnTo>
                    <a:pt x="495249" y="412496"/>
                  </a:lnTo>
                  <a:lnTo>
                    <a:pt x="544918" y="398945"/>
                  </a:lnTo>
                  <a:lnTo>
                    <a:pt x="583793" y="381647"/>
                  </a:lnTo>
                  <a:lnTo>
                    <a:pt x="618210" y="335991"/>
                  </a:lnTo>
                  <a:lnTo>
                    <a:pt x="618210" y="274802"/>
                  </a:lnTo>
                  <a:close/>
                </a:path>
                <a:path extrusionOk="0" h="430529" w="618489">
                  <a:moveTo>
                    <a:pt x="618210" y="153847"/>
                  </a:moveTo>
                  <a:lnTo>
                    <a:pt x="612203" y="147840"/>
                  </a:lnTo>
                  <a:lnTo>
                    <a:pt x="604774" y="147840"/>
                  </a:lnTo>
                  <a:lnTo>
                    <a:pt x="597344" y="147840"/>
                  </a:lnTo>
                  <a:lnTo>
                    <a:pt x="591337" y="153847"/>
                  </a:lnTo>
                  <a:lnTo>
                    <a:pt x="591337" y="161277"/>
                  </a:lnTo>
                  <a:lnTo>
                    <a:pt x="582396" y="175768"/>
                  </a:lnTo>
                  <a:lnTo>
                    <a:pt x="514819" y="205143"/>
                  </a:lnTo>
                  <a:lnTo>
                    <a:pt x="458838" y="217131"/>
                  </a:lnTo>
                  <a:lnTo>
                    <a:pt x="389826" y="225399"/>
                  </a:lnTo>
                  <a:lnTo>
                    <a:pt x="309105" y="228473"/>
                  </a:lnTo>
                  <a:lnTo>
                    <a:pt x="228371" y="225399"/>
                  </a:lnTo>
                  <a:lnTo>
                    <a:pt x="159359" y="217131"/>
                  </a:lnTo>
                  <a:lnTo>
                    <a:pt x="103378" y="205143"/>
                  </a:lnTo>
                  <a:lnTo>
                    <a:pt x="61760" y="190868"/>
                  </a:lnTo>
                  <a:lnTo>
                    <a:pt x="26873" y="161277"/>
                  </a:lnTo>
                  <a:lnTo>
                    <a:pt x="26873" y="153847"/>
                  </a:lnTo>
                  <a:lnTo>
                    <a:pt x="20853" y="147840"/>
                  </a:lnTo>
                  <a:lnTo>
                    <a:pt x="6019" y="147840"/>
                  </a:lnTo>
                  <a:lnTo>
                    <a:pt x="0" y="153847"/>
                  </a:lnTo>
                  <a:lnTo>
                    <a:pt x="0" y="215036"/>
                  </a:lnTo>
                  <a:lnTo>
                    <a:pt x="9055" y="239687"/>
                  </a:lnTo>
                  <a:lnTo>
                    <a:pt x="73291" y="277990"/>
                  </a:lnTo>
                  <a:lnTo>
                    <a:pt x="122948" y="291528"/>
                  </a:lnTo>
                  <a:lnTo>
                    <a:pt x="180644" y="301269"/>
                  </a:lnTo>
                  <a:lnTo>
                    <a:pt x="243611" y="307136"/>
                  </a:lnTo>
                  <a:lnTo>
                    <a:pt x="309105" y="309118"/>
                  </a:lnTo>
                  <a:lnTo>
                    <a:pt x="374599" y="307136"/>
                  </a:lnTo>
                  <a:lnTo>
                    <a:pt x="437565" y="301269"/>
                  </a:lnTo>
                  <a:lnTo>
                    <a:pt x="495249" y="291528"/>
                  </a:lnTo>
                  <a:lnTo>
                    <a:pt x="544918" y="277990"/>
                  </a:lnTo>
                  <a:lnTo>
                    <a:pt x="583793" y="260692"/>
                  </a:lnTo>
                  <a:lnTo>
                    <a:pt x="618210" y="215036"/>
                  </a:lnTo>
                  <a:lnTo>
                    <a:pt x="618210" y="153847"/>
                  </a:lnTo>
                  <a:close/>
                </a:path>
                <a:path extrusionOk="0" h="430529" w="618489">
                  <a:moveTo>
                    <a:pt x="618210" y="94068"/>
                  </a:moveTo>
                  <a:lnTo>
                    <a:pt x="583793" y="48412"/>
                  </a:lnTo>
                  <a:lnTo>
                    <a:pt x="544918" y="31115"/>
                  </a:lnTo>
                  <a:lnTo>
                    <a:pt x="495249" y="17576"/>
                  </a:lnTo>
                  <a:lnTo>
                    <a:pt x="437565" y="7848"/>
                  </a:lnTo>
                  <a:lnTo>
                    <a:pt x="374599" y="1968"/>
                  </a:lnTo>
                  <a:lnTo>
                    <a:pt x="309105" y="0"/>
                  </a:lnTo>
                  <a:lnTo>
                    <a:pt x="243611" y="1968"/>
                  </a:lnTo>
                  <a:lnTo>
                    <a:pt x="180644" y="7848"/>
                  </a:lnTo>
                  <a:lnTo>
                    <a:pt x="122948" y="17576"/>
                  </a:lnTo>
                  <a:lnTo>
                    <a:pt x="73291" y="31115"/>
                  </a:lnTo>
                  <a:lnTo>
                    <a:pt x="34404" y="48412"/>
                  </a:lnTo>
                  <a:lnTo>
                    <a:pt x="0" y="94068"/>
                  </a:lnTo>
                  <a:lnTo>
                    <a:pt x="9055" y="118732"/>
                  </a:lnTo>
                  <a:lnTo>
                    <a:pt x="73291" y="157035"/>
                  </a:lnTo>
                  <a:lnTo>
                    <a:pt x="122948" y="170573"/>
                  </a:lnTo>
                  <a:lnTo>
                    <a:pt x="180644" y="180314"/>
                  </a:lnTo>
                  <a:lnTo>
                    <a:pt x="243611" y="186182"/>
                  </a:lnTo>
                  <a:lnTo>
                    <a:pt x="309105" y="188150"/>
                  </a:lnTo>
                  <a:lnTo>
                    <a:pt x="374599" y="186182"/>
                  </a:lnTo>
                  <a:lnTo>
                    <a:pt x="437565" y="180314"/>
                  </a:lnTo>
                  <a:lnTo>
                    <a:pt x="495249" y="170573"/>
                  </a:lnTo>
                  <a:lnTo>
                    <a:pt x="544918" y="157035"/>
                  </a:lnTo>
                  <a:lnTo>
                    <a:pt x="583793" y="139738"/>
                  </a:lnTo>
                  <a:lnTo>
                    <a:pt x="618210" y="94068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1" name="Google Shape;20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90583" y="3818911"/>
              <a:ext cx="188150" cy="2419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7"/>
          <p:cNvSpPr txBox="1"/>
          <p:nvPr/>
        </p:nvSpPr>
        <p:spPr>
          <a:xfrm>
            <a:off x="13106995" y="4919078"/>
            <a:ext cx="4124325" cy="30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0327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Científico de Datos: Patrones y predicción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Descubre patrones ocultos y formula modelos para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predecir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o clasificar resultados.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369570" rtl="0" algn="l">
              <a:lnSpc>
                <a:spcPct val="107700"/>
              </a:lnSpc>
              <a:spcBef>
                <a:spcPts val="50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Evalúa la utilidad de modelos y su impacto en el negocio.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7336159" y="4919078"/>
            <a:ext cx="4204335" cy="30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9337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Analista de Datos: Interpretación y contexto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4953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Transforma datos en información útil para la toma de decisiones.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50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Responde qué está ocurriendo y por qué, comunicando hallazgos de forma clara.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1565324" y="4919078"/>
            <a:ext cx="4364355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Ingeniero de Datos: Garantía y acceso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38227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Se enfoca en asegurar que los datos lleguen con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calidad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, seguridad y trazabilidad.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212725" rtl="0" algn="l">
              <a:lnSpc>
                <a:spcPct val="107700"/>
              </a:lnSpc>
              <a:spcBef>
                <a:spcPts val="50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Diseña y mantiene pipelines para que la información esté disponible y confiable.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📊 Try DataCamp Free:&#10;SQL Track: https://datacamp.pxf.io/E0KXDW&#10;Power BI Track: https://datacamp.pxf.io/7Xa2nr&#10;&#10;&#10;Remote data analyst jobs exist in 2026, but the game has changed. In this video, I break down the exact skills you need to stand out, how to build a portfolio that actually gets interviews, and what it takes to not just land a remote role but thrive in it. I cover the premium skills hiring managers look for, strategies to bypass the broken application process, and how to grow your career while working from anywhere.&#10;&#10;Chapters&#10;0:00 - Is a Remote Data Analytics Career Still Worth It in 2026?&#10;0:43 - The Reality of Getting a Remote Data Analyst Job&#10;1:53 - The Skill Stack (What Actually Gets You Hired Remotely)&#10;5:27 - DataCamp &#10;7:39 - The Job Hunt (How to Actually Get Hired)&#10;11:36 - The Remote Game (How to Thrive, Not Just Survive)&#10;13:36 - Final Thoughts on Landing and Thriving in Remote Data Roles&#10;&#10;&#10;📃 Industry Recognized Certifications&#10;Data Analyst Certification Program - https://datacamp.pxf.io/YRkWZq&#10;PowerBI Data Analyst Certification Program - https://datacamp.pxf.io/K0YkQz&#10;Data Scientist Certification Program - https://datacamp.pxf.io/7aB3YO&#10;SQL Associate Certification Program - https://datacamp.pxf.io/LKYe9O&#10;&#10;📊 Top Data Analyst Courses&#10;Data Analyst with Python - https://datacamp.pxf.io/DyMD4q&#10;Data Analyst with PowerBI - https://datacamp.pxf.io/QjxVkz&#10;Associate Data Analyst in SQL - https://datacamp.pxf.io/ra1j5B&#10;&#10;🔬 Top Data Scientist Courses&#10;Associate Data Scientist in Python - https://datacamp.pxf.io/POq15q&#10;Associate Data Scientist in R - https://datacamp.pxf.io/55BO4D&#10;&#10;⚙️ Top Data Engineer Courses&#10;Data Engineer in Python - https://datacamp.pxf.io/kOPLxv&#10;&#10;📈 Top Business Intelligence Courses&#10;PowerBI Fundamentals - https://datacamp.pxf.io/e1xdmZ&#10;Tableau Fundamentals - https://datacamp.pxf.io/LKYe93&#10;&#10;🧠 Top Programming Language Courses&#10;Python Fundamentals for Data Science - https://datacamp.pxf.io/xLqA13&#10;Python Fundamentals for Programming - https://datacamp.pxf.io/QjxVk9&#10;SQL Fundamentals - https://datacamp.pxf.io/9LBvKY&#10;R Programming Fundamentals - https://datacamp.pxf.io/ra1j5d&#10;&#10;🤖 Top AI Courses&#10;AI Engineer for Developers Course - https://datacamp.pxf.io/jejKqb&#10;AI Engineer for Data Scientists Course - https://datacamp.pxf.io/55BO4o&#10;Developing AI Applications Course - https://datacamp.pxf.io/kOPLxx&#10;&#10;💼 Build a portfolio → https://try.carrd.co/m8jcb15r&#10;&#10;&#10;🌐 Connect&#10;LinkedIn → https://www.linkedin.com/in/matthewmike/&#10;Substack → https://thdatapoint.substack.com/&#10;&#10;As an affiliate with the brands mentioned above, I earn a commission from qualifying purchases in the links provided that help support this channel. The FTC will get mad at me if I don't say this." id="209" name="Google Shape;209;g39a64ab221e_0_133" title="This is how you'll become a REMOTE Data Analyst in 2026 (FULL Guide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828799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/>
        </p:nvSpPr>
        <p:spPr>
          <a:xfrm>
            <a:off x="9617075" y="4143621"/>
            <a:ext cx="6835775" cy="3735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500">
                <a:latin typeface="Montserrat Medium"/>
                <a:ea typeface="Montserrat Medium"/>
                <a:cs typeface="Montserrat Medium"/>
                <a:sym typeface="Montserrat Medium"/>
              </a:rPr>
              <a:t>Funciones, herramientas y comparación de roles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6" name="Google Shape;216;p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7" name="Google Shape;217;p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" name="Google Shape;218;p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p8"/>
          <p:cNvSpPr txBox="1"/>
          <p:nvPr/>
        </p:nvSpPr>
        <p:spPr>
          <a:xfrm>
            <a:off x="15970270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905513" y="6778543"/>
            <a:ext cx="19304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0">
                <a:latin typeface="Montserrat Light"/>
                <a:ea typeface="Montserrat Light"/>
                <a:cs typeface="Montserrat Light"/>
                <a:sym typeface="Montserrat Light"/>
              </a:rPr>
              <a:t>08.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/>
        </p:nvSpPr>
        <p:spPr>
          <a:xfrm>
            <a:off x="905513" y="1771163"/>
            <a:ext cx="7357109" cy="286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5080" rtl="0" algn="l">
              <a:lnSpc>
                <a:spcPct val="1103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50">
                <a:latin typeface="Montserrat Medium"/>
                <a:ea typeface="Montserrat Medium"/>
                <a:cs typeface="Montserrat Medium"/>
                <a:sym typeface="Montserrat Medium"/>
              </a:rPr>
              <a:t>Ingeniero de Datos: funciones y herramientas</a:t>
            </a:r>
            <a:endParaRPr sz="445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79"/>
              </a:spcBef>
              <a:spcAft>
                <a:spcPts val="0"/>
              </a:spcAft>
              <a:buNone/>
            </a:pPr>
            <a:r>
              <a:rPr lang="es-MX" sz="2050">
                <a:latin typeface="Lora"/>
                <a:ea typeface="Lora"/>
                <a:cs typeface="Lora"/>
                <a:sym typeface="Lora"/>
              </a:rPr>
              <a:t>Construcción de plataformas de datos</a:t>
            </a:r>
            <a:endParaRPr sz="2050">
              <a:latin typeface="Lora"/>
              <a:ea typeface="Lora"/>
              <a:cs typeface="Lora"/>
              <a:sym typeface="Lora"/>
            </a:endParaRPr>
          </a:p>
          <a:p>
            <a:pPr indent="-179070" lvl="0" marL="191135" marR="790575" rtl="0" algn="l">
              <a:lnSpc>
                <a:spcPct val="109600"/>
              </a:lnSpc>
              <a:spcBef>
                <a:spcPts val="1600"/>
              </a:spcBef>
              <a:spcAft>
                <a:spcPts val="0"/>
              </a:spcAft>
              <a:buSzPts val="1650"/>
              <a:buFont typeface="Times New Roman"/>
              <a:buChar char="•"/>
            </a:pPr>
            <a:r>
              <a:rPr lang="es-MX" sz="1650">
                <a:latin typeface="Lora"/>
                <a:ea typeface="Lora"/>
                <a:cs typeface="Lora"/>
                <a:sym typeface="Lora"/>
              </a:rPr>
              <a:t>Diseño de pipelines y modelos de almacenamiento para asegurar 	</a:t>
            </a:r>
            <a:r>
              <a:rPr b="1" lang="es-MX" sz="16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accesibilidad </a:t>
            </a:r>
            <a:r>
              <a:rPr lang="es-MX" sz="1650">
                <a:latin typeface="Lora"/>
                <a:ea typeface="Lora"/>
                <a:cs typeface="Lora"/>
                <a:sym typeface="Lora"/>
              </a:rPr>
              <a:t>y </a:t>
            </a:r>
            <a:r>
              <a:rPr b="1" lang="es-MX" sz="16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consistencia</a:t>
            </a:r>
            <a:endParaRPr sz="165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905513" y="4922204"/>
            <a:ext cx="7719059" cy="3868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50">
                <a:latin typeface="Lora"/>
                <a:ea typeface="Lora"/>
                <a:cs typeface="Lora"/>
                <a:sym typeface="Lora"/>
              </a:rPr>
              <a:t>Automatización y monitoreo</a:t>
            </a:r>
            <a:endParaRPr sz="2050">
              <a:latin typeface="Lora"/>
              <a:ea typeface="Lora"/>
              <a:cs typeface="Lora"/>
              <a:sym typeface="Lora"/>
            </a:endParaRPr>
          </a:p>
          <a:p>
            <a:pPr indent="-179070" lvl="0" marL="191135" marR="5080" rtl="0" algn="l">
              <a:lnSpc>
                <a:spcPct val="109600"/>
              </a:lnSpc>
              <a:spcBef>
                <a:spcPts val="1600"/>
              </a:spcBef>
              <a:spcAft>
                <a:spcPts val="0"/>
              </a:spcAft>
              <a:buSzPts val="1650"/>
              <a:buFont typeface="Times New Roman"/>
              <a:buChar char="•"/>
            </a:pPr>
            <a:r>
              <a:rPr lang="es-MX" sz="1650">
                <a:latin typeface="Lora"/>
                <a:ea typeface="Lora"/>
                <a:cs typeface="Lora"/>
                <a:sym typeface="Lora"/>
              </a:rPr>
              <a:t>Implementación de procesos ETL/ELT con herramientas como </a:t>
            </a:r>
            <a:r>
              <a:rPr b="1" lang="es-MX" sz="16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SQL</a:t>
            </a:r>
            <a:r>
              <a:rPr lang="es-MX" sz="1650">
                <a:latin typeface="Lora"/>
                <a:ea typeface="Lora"/>
                <a:cs typeface="Lora"/>
                <a:sym typeface="Lora"/>
              </a:rPr>
              <a:t>, </a:t>
            </a:r>
            <a:r>
              <a:rPr b="1" lang="es-MX" sz="165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Python 	</a:t>
            </a:r>
            <a:r>
              <a:rPr lang="es-MX" sz="1650">
                <a:latin typeface="Lora"/>
                <a:ea typeface="Lora"/>
                <a:cs typeface="Lora"/>
                <a:sym typeface="Lora"/>
              </a:rPr>
              <a:t>y orquestadores</a:t>
            </a:r>
            <a:endParaRPr sz="16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50"/>
              <a:buFont typeface="Times New Roman"/>
              <a:buNone/>
            </a:pPr>
            <a:r>
              <a:t/>
            </a:r>
            <a:endParaRPr sz="16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50">
                <a:latin typeface="Lora"/>
                <a:ea typeface="Lora"/>
                <a:cs typeface="Lora"/>
                <a:sym typeface="Lora"/>
              </a:rPr>
              <a:t>Gestión de calidad y seguridad</a:t>
            </a:r>
            <a:endParaRPr sz="2050">
              <a:latin typeface="Lora"/>
              <a:ea typeface="Lora"/>
              <a:cs typeface="Lora"/>
              <a:sym typeface="Lora"/>
            </a:endParaRPr>
          </a:p>
          <a:p>
            <a:pPr indent="-179070" lvl="0" marL="191135" marR="17145" rtl="0" algn="l">
              <a:lnSpc>
                <a:spcPct val="109600"/>
              </a:lnSpc>
              <a:spcBef>
                <a:spcPts val="1595"/>
              </a:spcBef>
              <a:spcAft>
                <a:spcPts val="0"/>
              </a:spcAft>
              <a:buSzPts val="1650"/>
              <a:buFont typeface="Times New Roman"/>
              <a:buChar char="•"/>
            </a:pPr>
            <a:r>
              <a:rPr lang="es-MX" sz="1650">
                <a:latin typeface="Lora"/>
                <a:ea typeface="Lora"/>
                <a:cs typeface="Lora"/>
                <a:sym typeface="Lora"/>
              </a:rPr>
              <a:t>Aplicación de controles de calidad, permisos y trazabilidad para proteger los 	datos</a:t>
            </a:r>
            <a:endParaRPr sz="165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SzPts val="1650"/>
              <a:buFont typeface="Times New Roman"/>
              <a:buNone/>
            </a:pPr>
            <a:r>
              <a:t/>
            </a:r>
            <a:endParaRPr sz="165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50">
                <a:latin typeface="Lora"/>
                <a:ea typeface="Lora"/>
                <a:cs typeface="Lora"/>
                <a:sym typeface="Lora"/>
              </a:rPr>
              <a:t>Escalabilidad y rendimiento</a:t>
            </a:r>
            <a:endParaRPr sz="2050">
              <a:latin typeface="Lora"/>
              <a:ea typeface="Lora"/>
              <a:cs typeface="Lora"/>
              <a:sym typeface="Lora"/>
            </a:endParaRPr>
          </a:p>
          <a:p>
            <a:pPr indent="-179070" lvl="0" marL="191135" marR="265430" rtl="0" algn="l">
              <a:lnSpc>
                <a:spcPct val="109600"/>
              </a:lnSpc>
              <a:spcBef>
                <a:spcPts val="1595"/>
              </a:spcBef>
              <a:spcAft>
                <a:spcPts val="0"/>
              </a:spcAft>
              <a:buSzPts val="1650"/>
              <a:buFont typeface="Times New Roman"/>
              <a:buChar char="•"/>
            </a:pPr>
            <a:r>
              <a:rPr lang="es-MX" sz="1650">
                <a:latin typeface="Lora"/>
                <a:ea typeface="Lora"/>
                <a:cs typeface="Lora"/>
                <a:sym typeface="Lora"/>
              </a:rPr>
              <a:t>Optimización de sistemas en la nube para soportar grandes volúmenes de 	información</a:t>
            </a:r>
            <a:endParaRPr sz="165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245" y="1887169"/>
            <a:ext cx="8715742" cy="651099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9"/>
          <p:cNvSpPr txBox="1"/>
          <p:nvPr/>
        </p:nvSpPr>
        <p:spPr>
          <a:xfrm>
            <a:off x="9296400" y="333678"/>
            <a:ext cx="6071235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Funciones, herramientas y comparación de roles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15970279" y="333863"/>
            <a:ext cx="1479521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/>
          </a:p>
        </p:txBody>
      </p:sp>
      <p:sp>
        <p:nvSpPr>
          <p:cNvPr descr="$PPTXTitle" id="232" name="Google Shape;232;p9"/>
          <p:cNvSpPr txBox="1"/>
          <p:nvPr>
            <p:ph type="title"/>
          </p:nvPr>
        </p:nvSpPr>
        <p:spPr>
          <a:xfrm>
            <a:off x="905513" y="295405"/>
            <a:ext cx="75755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09.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12871970" y="3587282"/>
            <a:ext cx="4488815" cy="4291965"/>
          </a:xfrm>
          <a:custGeom>
            <a:rect b="b" l="l" r="r" t="t"/>
            <a:pathLst>
              <a:path extrusionOk="0" h="429196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071"/>
                </a:lnTo>
                <a:lnTo>
                  <a:pt x="609" y="4116628"/>
                </a:lnTo>
                <a:lnTo>
                  <a:pt x="13309" y="4171086"/>
                </a:lnTo>
                <a:lnTo>
                  <a:pt x="35636" y="4212031"/>
                </a:lnTo>
                <a:lnTo>
                  <a:pt x="74510" y="4252214"/>
                </a:lnTo>
                <a:lnTo>
                  <a:pt x="120484" y="4278249"/>
                </a:lnTo>
                <a:lnTo>
                  <a:pt x="168719" y="4290339"/>
                </a:lnTo>
                <a:lnTo>
                  <a:pt x="184264" y="4291482"/>
                </a:lnTo>
                <a:lnTo>
                  <a:pt x="4304042" y="4291482"/>
                </a:lnTo>
                <a:lnTo>
                  <a:pt x="4359046" y="4281474"/>
                </a:lnTo>
                <a:lnTo>
                  <a:pt x="4408779" y="4255935"/>
                </a:lnTo>
                <a:lnTo>
                  <a:pt x="4447044" y="4219511"/>
                </a:lnTo>
                <a:lnTo>
                  <a:pt x="4472609" y="4176839"/>
                </a:lnTo>
                <a:lnTo>
                  <a:pt x="4487087" y="412283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" name="Google Shape;238;p10"/>
          <p:cNvSpPr/>
          <p:nvPr/>
        </p:nvSpPr>
        <p:spPr>
          <a:xfrm>
            <a:off x="918194" y="3587282"/>
            <a:ext cx="4488815" cy="4291965"/>
          </a:xfrm>
          <a:custGeom>
            <a:rect b="b" l="l" r="r" t="t"/>
            <a:pathLst>
              <a:path extrusionOk="0" h="429196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071"/>
                </a:lnTo>
                <a:lnTo>
                  <a:pt x="609" y="4116628"/>
                </a:lnTo>
                <a:lnTo>
                  <a:pt x="13309" y="4171086"/>
                </a:lnTo>
                <a:lnTo>
                  <a:pt x="35636" y="4212031"/>
                </a:lnTo>
                <a:lnTo>
                  <a:pt x="74510" y="4252214"/>
                </a:lnTo>
                <a:lnTo>
                  <a:pt x="120484" y="4278249"/>
                </a:lnTo>
                <a:lnTo>
                  <a:pt x="168719" y="4290339"/>
                </a:lnTo>
                <a:lnTo>
                  <a:pt x="184264" y="4291482"/>
                </a:lnTo>
                <a:lnTo>
                  <a:pt x="4304042" y="4291482"/>
                </a:lnTo>
                <a:lnTo>
                  <a:pt x="4359046" y="4281474"/>
                </a:lnTo>
                <a:lnTo>
                  <a:pt x="4408779" y="4255935"/>
                </a:lnTo>
                <a:lnTo>
                  <a:pt x="4443082" y="4224324"/>
                </a:lnTo>
                <a:lnTo>
                  <a:pt x="4472609" y="4176839"/>
                </a:lnTo>
                <a:lnTo>
                  <a:pt x="4487087" y="412283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2C56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10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0" name="Google Shape;240;p10"/>
          <p:cNvSpPr txBox="1"/>
          <p:nvPr/>
        </p:nvSpPr>
        <p:spPr>
          <a:xfrm>
            <a:off x="9617075" y="333678"/>
            <a:ext cx="575056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Funciones, herramientas y comparación de roles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15970242" y="333863"/>
            <a:ext cx="1412264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/>
          </a:p>
        </p:txBody>
      </p:sp>
      <p:sp>
        <p:nvSpPr>
          <p:cNvPr descr="$PPTXTitle" id="242" name="Google Shape;242;p10"/>
          <p:cNvSpPr txBox="1"/>
          <p:nvPr>
            <p:ph type="title"/>
          </p:nvPr>
        </p:nvSpPr>
        <p:spPr>
          <a:xfrm>
            <a:off x="905494" y="295405"/>
            <a:ext cx="631190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10.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905494" y="1761127"/>
            <a:ext cx="14158594" cy="1550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Analista de Datos: funciones y herramientas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13121506" y="3906389"/>
            <a:ext cx="3917315" cy="3410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667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Comunicación y validación de indicadores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Times New Roman"/>
              <a:buChar char="•"/>
            </a:pPr>
            <a:r>
              <a:rPr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Redacta hallazgos claros y recomendaciones para usuarios no técnicos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17804" marR="68453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Times New Roman"/>
              <a:buChar char="•"/>
            </a:pPr>
            <a:r>
              <a:rPr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Valida que los </a:t>
            </a:r>
            <a:r>
              <a:rPr b="1"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KPI </a:t>
            </a:r>
            <a:r>
              <a:rPr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reﬂejen el significado real del proceso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1167857" y="3906389"/>
            <a:ext cx="3834765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889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Transformación de datos en información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17804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Clr>
                <a:srgbClr val="F5F6F7"/>
              </a:buClr>
              <a:buSzPts val="1800"/>
              <a:buFont typeface="Times New Roman"/>
              <a:buChar char="•"/>
            </a:pPr>
            <a:r>
              <a:rPr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Convierte conjuntos de datos en </a:t>
            </a:r>
            <a:r>
              <a:rPr b="1"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evidencia accionable </a:t>
            </a:r>
            <a:r>
              <a:rPr lang="es-MX" sz="18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para la toma de decisiones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895083" y="3587282"/>
            <a:ext cx="4488815" cy="4291965"/>
          </a:xfrm>
          <a:custGeom>
            <a:rect b="b" l="l" r="r" t="t"/>
            <a:pathLst>
              <a:path extrusionOk="0" h="4291965" w="4488815">
                <a:moveTo>
                  <a:pt x="4304042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4101071"/>
                </a:lnTo>
                <a:lnTo>
                  <a:pt x="609" y="4116628"/>
                </a:lnTo>
                <a:lnTo>
                  <a:pt x="13309" y="4171086"/>
                </a:lnTo>
                <a:lnTo>
                  <a:pt x="35636" y="4212031"/>
                </a:lnTo>
                <a:lnTo>
                  <a:pt x="74510" y="4252214"/>
                </a:lnTo>
                <a:lnTo>
                  <a:pt x="120484" y="4278249"/>
                </a:lnTo>
                <a:lnTo>
                  <a:pt x="168719" y="4290339"/>
                </a:lnTo>
                <a:lnTo>
                  <a:pt x="184264" y="4291482"/>
                </a:lnTo>
                <a:lnTo>
                  <a:pt x="4304042" y="4291482"/>
                </a:lnTo>
                <a:lnTo>
                  <a:pt x="4359046" y="4281474"/>
                </a:lnTo>
                <a:lnTo>
                  <a:pt x="4408779" y="4255935"/>
                </a:lnTo>
                <a:lnTo>
                  <a:pt x="4447044" y="4219511"/>
                </a:lnTo>
                <a:lnTo>
                  <a:pt x="4472609" y="4176839"/>
                </a:lnTo>
                <a:lnTo>
                  <a:pt x="4487087" y="4122839"/>
                </a:lnTo>
                <a:lnTo>
                  <a:pt x="4488307" y="190500"/>
                </a:lnTo>
                <a:lnTo>
                  <a:pt x="4487697" y="174929"/>
                </a:lnTo>
                <a:lnTo>
                  <a:pt x="4474997" y="120484"/>
                </a:lnTo>
                <a:lnTo>
                  <a:pt x="4447044" y="72059"/>
                </a:lnTo>
                <a:lnTo>
                  <a:pt x="4406239" y="33832"/>
                </a:lnTo>
                <a:lnTo>
                  <a:pt x="4356087" y="9105"/>
                </a:lnTo>
                <a:lnTo>
                  <a:pt x="4304042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p10"/>
          <p:cNvSpPr txBox="1"/>
          <p:nvPr/>
        </p:nvSpPr>
        <p:spPr>
          <a:xfrm>
            <a:off x="7156897" y="3906389"/>
            <a:ext cx="3909060" cy="29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051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Herramientas clave del analista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264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Utiliza </a:t>
            </a:r>
            <a:r>
              <a:rPr b="1" lang="es-MX" sz="1800">
                <a:latin typeface="Lora"/>
                <a:ea typeface="Lora"/>
                <a:cs typeface="Lora"/>
                <a:sym typeface="Lora"/>
              </a:rPr>
              <a:t>SQL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, hojas de cálculo y plataformas de BI como Power BI o Tableau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626110" rtl="0" algn="l">
              <a:lnSpc>
                <a:spcPct val="107700"/>
              </a:lnSpc>
              <a:spcBef>
                <a:spcPts val="28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Emplea herramientas de visualización para comunicar resultados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" name="Google Shape;253;p11"/>
          <p:cNvSpPr txBox="1"/>
          <p:nvPr/>
        </p:nvSpPr>
        <p:spPr>
          <a:xfrm>
            <a:off x="9372600" y="333678"/>
            <a:ext cx="5995035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Funciones, herramientas y comparación de roles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15970279" y="333863"/>
            <a:ext cx="1555721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/>
          </a:p>
        </p:txBody>
      </p:sp>
      <p:sp>
        <p:nvSpPr>
          <p:cNvPr descr="$PPTXTitle" id="255" name="Google Shape;255;p11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11.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905494" y="1761127"/>
            <a:ext cx="1467548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Científico de Datos: funciones y herramientas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914031" y="3893388"/>
            <a:ext cx="16446500" cy="443711"/>
          </a:xfrm>
          <a:prstGeom prst="rect">
            <a:avLst/>
          </a:pr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0" lvl="0" marL="1583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Aspecto	Científico de Datos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929094" y="4649773"/>
            <a:ext cx="12336780" cy="268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Función principal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Descubrir patrones, construir modelos predictivos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336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Herramientas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Python/R, estadística, machine learning, notebooks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28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Entregables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Modelos, experimentos, segmentaciones, pronósticos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4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Criterio de éxito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Desempeño válido, impacto, robustez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62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Colaboración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Despliegue y monitoreo junto a ingeniería y analistas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12"/>
          <p:cNvSpPr txBox="1"/>
          <p:nvPr/>
        </p:nvSpPr>
        <p:spPr>
          <a:xfrm>
            <a:off x="9372600" y="333678"/>
            <a:ext cx="5995035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Funciones, herramientas y comparación de roles</a:t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15970242" y="333863"/>
            <a:ext cx="1555758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/>
          </a:p>
        </p:txBody>
      </p:sp>
      <p:sp>
        <p:nvSpPr>
          <p:cNvPr descr="$PPTXTitle" id="266" name="Google Shape;266;p1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12.</a:t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902444" y="1761127"/>
            <a:ext cx="12737356" cy="78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Comparación estructurada de roles</a:t>
            </a:r>
            <a:endParaRPr/>
          </a:p>
        </p:txBody>
      </p:sp>
      <p:grpSp>
        <p:nvGrpSpPr>
          <p:cNvPr id="268" name="Google Shape;268;p12"/>
          <p:cNvGrpSpPr/>
          <p:nvPr/>
        </p:nvGrpSpPr>
        <p:grpSpPr>
          <a:xfrm>
            <a:off x="12528625" y="3042904"/>
            <a:ext cx="4831715" cy="5835015"/>
            <a:chOff x="12528625" y="3042904"/>
            <a:chExt cx="4831715" cy="5835015"/>
          </a:xfrm>
        </p:grpSpPr>
        <p:sp>
          <p:nvSpPr>
            <p:cNvPr id="269" name="Google Shape;269;p12"/>
            <p:cNvSpPr/>
            <p:nvPr/>
          </p:nvSpPr>
          <p:spPr>
            <a:xfrm>
              <a:off x="12528625" y="3042904"/>
              <a:ext cx="4831715" cy="5835015"/>
            </a:xfrm>
            <a:custGeom>
              <a:rect b="b" l="l" r="r" t="t"/>
              <a:pathLst>
                <a:path extrusionOk="0" h="5835015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4641151" y="5834392"/>
                  </a:lnTo>
                  <a:lnTo>
                    <a:pt x="4656721" y="5833783"/>
                  </a:lnTo>
                  <a:lnTo>
                    <a:pt x="4711166" y="5821083"/>
                  </a:lnTo>
                  <a:lnTo>
                    <a:pt x="4757140" y="5795048"/>
                  </a:lnTo>
                  <a:lnTo>
                    <a:pt x="4792306" y="5759881"/>
                  </a:lnTo>
                  <a:lnTo>
                    <a:pt x="4815954" y="5719673"/>
                  </a:lnTo>
                  <a:lnTo>
                    <a:pt x="4830432" y="5665673"/>
                  </a:lnTo>
                  <a:lnTo>
                    <a:pt x="4831651" y="190500"/>
                  </a:lnTo>
                  <a:lnTo>
                    <a:pt x="4831041" y="174929"/>
                  </a:lnTo>
                  <a:lnTo>
                    <a:pt x="4818341" y="120484"/>
                  </a:lnTo>
                  <a:lnTo>
                    <a:pt x="4792306" y="74510"/>
                  </a:lnTo>
                  <a:lnTo>
                    <a:pt x="4757140" y="39344"/>
                  </a:lnTo>
                  <a:lnTo>
                    <a:pt x="4716932" y="15697"/>
                  </a:lnTo>
                  <a:lnTo>
                    <a:pt x="4662919" y="1219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70" name="Google Shape;27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8702" y="3053791"/>
              <a:ext cx="4831499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12"/>
          <p:cNvGrpSpPr/>
          <p:nvPr/>
        </p:nvGrpSpPr>
        <p:grpSpPr>
          <a:xfrm>
            <a:off x="6723408" y="3042904"/>
            <a:ext cx="4831715" cy="5834380"/>
            <a:chOff x="6723408" y="3042904"/>
            <a:chExt cx="4831715" cy="5834380"/>
          </a:xfrm>
        </p:grpSpPr>
        <p:sp>
          <p:nvSpPr>
            <p:cNvPr id="272" name="Google Shape;272;p12"/>
            <p:cNvSpPr/>
            <p:nvPr/>
          </p:nvSpPr>
          <p:spPr>
            <a:xfrm>
              <a:off x="6723408" y="3042904"/>
              <a:ext cx="4831715" cy="5834380"/>
            </a:xfrm>
            <a:custGeom>
              <a:rect b="b" l="l" r="r" t="t"/>
              <a:pathLst>
                <a:path extrusionOk="0" h="5834380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184264" y="5834316"/>
                  </a:lnTo>
                  <a:lnTo>
                    <a:pt x="4647387" y="5834316"/>
                  </a:lnTo>
                  <a:lnTo>
                    <a:pt x="4702390" y="5824308"/>
                  </a:lnTo>
                  <a:lnTo>
                    <a:pt x="4752124" y="5798769"/>
                  </a:lnTo>
                  <a:lnTo>
                    <a:pt x="4786439" y="5767158"/>
                  </a:lnTo>
                  <a:lnTo>
                    <a:pt x="4815954" y="5719673"/>
                  </a:lnTo>
                  <a:lnTo>
                    <a:pt x="4830432" y="5665673"/>
                  </a:lnTo>
                  <a:lnTo>
                    <a:pt x="4831575" y="5650128"/>
                  </a:lnTo>
                  <a:lnTo>
                    <a:pt x="4831575" y="184264"/>
                  </a:lnTo>
                  <a:lnTo>
                    <a:pt x="4821567" y="129260"/>
                  </a:lnTo>
                  <a:lnTo>
                    <a:pt x="4797818" y="82067"/>
                  </a:lnTo>
                  <a:lnTo>
                    <a:pt x="4764417" y="45224"/>
                  </a:lnTo>
                  <a:lnTo>
                    <a:pt x="4716932" y="15697"/>
                  </a:lnTo>
                  <a:lnTo>
                    <a:pt x="4662919" y="1219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73" name="Google Shape;2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23494" y="3053791"/>
              <a:ext cx="4831333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12"/>
          <p:cNvGrpSpPr/>
          <p:nvPr/>
        </p:nvGrpSpPr>
        <p:grpSpPr>
          <a:xfrm>
            <a:off x="918194" y="3042904"/>
            <a:ext cx="4831715" cy="5835015"/>
            <a:chOff x="918194" y="3042904"/>
            <a:chExt cx="4831715" cy="5835015"/>
          </a:xfrm>
        </p:grpSpPr>
        <p:sp>
          <p:nvSpPr>
            <p:cNvPr id="275" name="Google Shape;275;p12"/>
            <p:cNvSpPr/>
            <p:nvPr/>
          </p:nvSpPr>
          <p:spPr>
            <a:xfrm>
              <a:off x="918194" y="3042904"/>
              <a:ext cx="4831715" cy="5835015"/>
            </a:xfrm>
            <a:custGeom>
              <a:rect b="b" l="l" r="r" t="t"/>
              <a:pathLst>
                <a:path extrusionOk="0" h="5835015" w="4831715">
                  <a:moveTo>
                    <a:pt x="464738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5643892"/>
                  </a:lnTo>
                  <a:lnTo>
                    <a:pt x="609" y="5659462"/>
                  </a:lnTo>
                  <a:lnTo>
                    <a:pt x="10083" y="5705144"/>
                  </a:lnTo>
                  <a:lnTo>
                    <a:pt x="35636" y="5754878"/>
                  </a:lnTo>
                  <a:lnTo>
                    <a:pt x="74510" y="5795048"/>
                  </a:lnTo>
                  <a:lnTo>
                    <a:pt x="120484" y="5821083"/>
                  </a:lnTo>
                  <a:lnTo>
                    <a:pt x="168719" y="5833173"/>
                  </a:lnTo>
                  <a:lnTo>
                    <a:pt x="4641151" y="5834392"/>
                  </a:lnTo>
                  <a:lnTo>
                    <a:pt x="4656721" y="5833783"/>
                  </a:lnTo>
                  <a:lnTo>
                    <a:pt x="4711166" y="5821083"/>
                  </a:lnTo>
                  <a:lnTo>
                    <a:pt x="4759591" y="5793130"/>
                  </a:lnTo>
                  <a:lnTo>
                    <a:pt x="4797806" y="5752325"/>
                  </a:lnTo>
                  <a:lnTo>
                    <a:pt x="4822545" y="5702185"/>
                  </a:lnTo>
                  <a:lnTo>
                    <a:pt x="4831575" y="5650128"/>
                  </a:lnTo>
                  <a:lnTo>
                    <a:pt x="4831651" y="190500"/>
                  </a:lnTo>
                  <a:lnTo>
                    <a:pt x="4831041" y="174929"/>
                  </a:lnTo>
                  <a:lnTo>
                    <a:pt x="4818341" y="120484"/>
                  </a:lnTo>
                  <a:lnTo>
                    <a:pt x="4790389" y="72059"/>
                  </a:lnTo>
                  <a:lnTo>
                    <a:pt x="4749584" y="33832"/>
                  </a:lnTo>
                  <a:lnTo>
                    <a:pt x="4699431" y="9105"/>
                  </a:lnTo>
                  <a:lnTo>
                    <a:pt x="4647387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76" name="Google Shape;27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8273" y="3053791"/>
              <a:ext cx="4831346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12"/>
          <p:cNvSpPr txBox="1"/>
          <p:nvPr/>
        </p:nvSpPr>
        <p:spPr>
          <a:xfrm>
            <a:off x="12795550" y="5650972"/>
            <a:ext cx="4298315" cy="320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Entregables y riesgos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040" lvl="0" marL="228600" marR="28575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Ingeniero: pipelines y tablas; riesgo de datos poco confiables.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040" lvl="0" marL="228600" marR="28575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Analista: dashboards y reportes; riesgo de métricas mal definidas.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040" lvl="0" marL="228600" marR="28575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Científico: modelos y experimentos; riesgo de resultados sin valor.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7078439" y="5650972"/>
            <a:ext cx="4121785" cy="321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Horizonte temporal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040" lvl="0" marL="259715" marR="5969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Ingeniero: trabaja para el presente y futuro sostenible.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040" lvl="0" marL="259715" marR="5969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Analista: analiza el presente y pasado reciente.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040" lvl="0" marL="259715" marR="5969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Científico: proyecta hacia el futuro y escenarios no observados.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1251732" y="5650972"/>
            <a:ext cx="4497887" cy="321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530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Foco principal de cada rol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49225" lvl="0" marL="584835" marR="38354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	Ingeniero de Datos: garantiza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confiabilidad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disponibilidad.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49225" lvl="0" marL="584835" marR="38354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Analista de Datos: interpreta	y comunica para decisiones.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49225" lvl="0" marL="584835" marR="383540" rtl="0" algn="l">
              <a:lnSpc>
                <a:spcPct val="107700"/>
              </a:lnSpc>
              <a:spcBef>
                <a:spcPts val="26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Científico de Datos: modela y predice fenómenos complejos.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*Subscribe* for more Free Data content: https://www.youtube.com/channel/UC8_RSKwbU1OmZWNEoLV1tQg?sub_confirmation=1&#10;Data Engineering Notion Roadmaps&#10;- *2026* https://youtu.be/1nVGaNbvuXg&#10;- *2025* https://candle-gosling-511.notion.site/Data-Engineering-Roadmap-By-Data-With-Baraa-28334b251f128109a6fcc5927e079b7d?source=copy_link&#10;&#10;*🏆 DATA ACADEMY*&#10;- *SQL* https://www.datawithbaraa.com/course/sql-full-course-for-beginners&#10;- *Python* https://www.datawithbaraa.com/course/the-ultimate-python-mastery&#10;- *Python Handbook* (sketches, notes, code) https://academy.datawithbaraa.com/l/digital_download/998313/the-python-handbook&#10;- *Tableau* https://www.datawithbaraa.com/course/tableau-ultimate-full-course-for-beginners&#10;&#10;*🎓UDEMY*&#10;- *SQL* https://www.udemy.com/course/the-complete-sql-bootcamp-30-hours-go-from-zero-to-hero/?referralCode=D20781228C2EB8B98339&#10;- *Python* https://www.udemy.com/course/the-complete-python-bootcamp-13hours-go-from-zero-to-hero/?referralCode=776491A4119FF8AF41CA&#10;- *Tableau* https://www.udemy.com/course/the-tableau-ultimate-course-from-zero-to-hero/?referralCode=6544726FDC491A6B25EC&#10;&#10;━━━━━&#10;&#10;*CONNECT WITH ME*&#10;📬 Newsletter https://www.blog.datawithbaraa.com&#10;👨‍💻 LinkedIn https://www.linkedin.com/in/baraa-khatib-salkini/&#10;📸 Instagram https://www.instagram.com/datawithbaraa/&#10;🎥 TikTok https://www.tiktok.com/@datawithbaraa&#10;🌍 Website https://datawithbaraa.com/&#10;💬 Discord https://discord.gg/gsVJbMxKcA&#10;🧭 Notion Roadmaps https://www.notion.com/@datawithbaraa&#10;⭐ Favorite Books/Gear https://candle-gosling-511.notion.site/My-Favorite-Books-Gear-Apps-28334b251f1281e58a52cf7aa594e0e9?source=copy_link&#10;📩 Sponsorships baraa@datawithbaraa.com&#10;&#10;━━━━━&#10;*Get 25%* OFF DataCamp's Here  https://datacamp.pxf.io/bOEe66&#10;━━━━━&#10;&#10;*MY FREE COURSES*&#10;- *SQL* https://youtu.be/SSKVgrwhzus&#10;- *Python* https://youtu.be/Rq5gJVxz55Q&#10;- *Tableau* https://youtu.be/UcGF09Awm4Y&#10;- *Databricks* https://www.youtube.com/playlist?list=PLNcg_FV9n7qZoxVkw-KPhcmgLWjHWVUc9&#10;- *Power BI* https://www.youtube.com/playlist?list=PLNcg_FV9n7qZge4KDGqGtqgiuVuhVZWzu&#10;- *Data Projects* https://www.youtube.com/playlist?list=PLNcg_FV9n7qZ4Ym8ZriYT6WF8TaC2e_R7&#10;- *Data Careers* https://www.youtube.com/playlist?list=PLNcg_FV9n7qah95jp-aPtysu7kFCbg7hd&#10;&#10;━━━━━&#10;&#10;Learn the exact roadmap I’d follow to become a data engineer in 2025, based on 17 years of real experience leading data engineers and building large-scale systems at top global companies like Mercedes Benz.&#10;&#10;📖 *Table of Content*&#10;00:00 - Intro&#10;02:24 - Phase 1 Roadmap &#10;15:10 - Phase 2 Roadmap &#10;19:03 - Phase 3 Roadmap &#10;&#10;#dataengineering #dataengineer #career" id="284" name="Google Shape;284;g39a64ab221e_0_164" title="How I would learn Data Engineering (if I could start over) – Built by a Data Engine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33" y="0"/>
            <a:ext cx="18406534" cy="103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9" name="Google Shape;289;p13"/>
          <p:cNvSpPr txBox="1"/>
          <p:nvPr>
            <p:ph type="title"/>
          </p:nvPr>
        </p:nvSpPr>
        <p:spPr>
          <a:xfrm>
            <a:off x="9617075" y="5050306"/>
            <a:ext cx="6634480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500">
                <a:latin typeface="Montserrat Medium"/>
                <a:ea typeface="Montserrat Medium"/>
                <a:cs typeface="Montserrat Medium"/>
                <a:sym typeface="Montserrat Medium"/>
              </a:rPr>
              <a:t>Colaboración, competencias y trayectorias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13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13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13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13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5" name="Google Shape;295;p13"/>
          <p:cNvSpPr txBox="1"/>
          <p:nvPr/>
        </p:nvSpPr>
        <p:spPr>
          <a:xfrm>
            <a:off x="15970270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905513" y="6778543"/>
            <a:ext cx="143637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0">
                <a:latin typeface="Montserrat Light"/>
                <a:ea typeface="Montserrat Light"/>
                <a:cs typeface="Montserrat Light"/>
                <a:sym typeface="Montserrat Light"/>
              </a:rPr>
              <a:t>13.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9341665" y="923925"/>
            <a:ext cx="894633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14"/>
          <p:cNvSpPr txBox="1"/>
          <p:nvPr/>
        </p:nvSpPr>
        <p:spPr>
          <a:xfrm>
            <a:off x="9448963" y="333678"/>
            <a:ext cx="5220172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Colaboración, competencias y trayectorias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15925801" y="333863"/>
            <a:ext cx="1381154" cy="319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04" name="Google Shape;304;p14"/>
          <p:cNvSpPr txBox="1"/>
          <p:nvPr>
            <p:ph type="title"/>
          </p:nvPr>
        </p:nvSpPr>
        <p:spPr>
          <a:xfrm>
            <a:off x="878680" y="295405"/>
            <a:ext cx="832628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14.</a:t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12642692" y="5431032"/>
            <a:ext cx="4551575" cy="152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Caso práctico: viajes de taxi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just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 prepara datos; analista define indicadores; científico formula modelos predictivos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6715444" y="5399407"/>
            <a:ext cx="4169707" cy="167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0708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Retroalimentación y dependencias mutuas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Descubrimientos de un rol pueden requerir ajustes en procesos de otro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765526" y="5399407"/>
            <a:ext cx="4491867" cy="197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0002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>
                <a:latin typeface="Lora"/>
                <a:ea typeface="Lora"/>
                <a:cs typeface="Lora"/>
                <a:sym typeface="Lora"/>
              </a:rPr>
              <a:t>Colaboración iterativa entre roles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Ingeniero, analista y científico de datos interactúan para asegurar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calidad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utilidad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del dato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308" name="Google Shape;308;p14"/>
          <p:cNvGrpSpPr/>
          <p:nvPr/>
        </p:nvGrpSpPr>
        <p:grpSpPr>
          <a:xfrm>
            <a:off x="12770514" y="4073677"/>
            <a:ext cx="976332" cy="944880"/>
            <a:chOff x="12801956" y="4073677"/>
            <a:chExt cx="944890" cy="944880"/>
          </a:xfrm>
        </p:grpSpPr>
        <p:sp>
          <p:nvSpPr>
            <p:cNvPr id="309" name="Google Shape;309;p14"/>
            <p:cNvSpPr/>
            <p:nvPr/>
          </p:nvSpPr>
          <p:spPr>
            <a:xfrm>
              <a:off x="12801966" y="4074859"/>
              <a:ext cx="944880" cy="943610"/>
            </a:xfrm>
            <a:custGeom>
              <a:rect b="b" l="l" r="r" t="t"/>
              <a:pathLst>
                <a:path extrusionOk="0" h="943610" w="944880">
                  <a:moveTo>
                    <a:pt x="733044" y="629919"/>
                  </a:moveTo>
                  <a:lnTo>
                    <a:pt x="589661" y="629919"/>
                  </a:lnTo>
                  <a:lnTo>
                    <a:pt x="582625" y="636269"/>
                  </a:lnTo>
                  <a:lnTo>
                    <a:pt x="582625" y="866139"/>
                  </a:lnTo>
                  <a:lnTo>
                    <a:pt x="588822" y="896619"/>
                  </a:lnTo>
                  <a:lnTo>
                    <a:pt x="605710" y="920749"/>
                  </a:lnTo>
                  <a:lnTo>
                    <a:pt x="630738" y="938529"/>
                  </a:lnTo>
                  <a:lnTo>
                    <a:pt x="661352" y="943609"/>
                  </a:lnTo>
                  <a:lnTo>
                    <a:pt x="691966" y="938529"/>
                  </a:lnTo>
                  <a:lnTo>
                    <a:pt x="716994" y="920749"/>
                  </a:lnTo>
                  <a:lnTo>
                    <a:pt x="722327" y="913129"/>
                  </a:lnTo>
                  <a:lnTo>
                    <a:pt x="661352" y="913129"/>
                  </a:lnTo>
                  <a:lnTo>
                    <a:pt x="642981" y="909319"/>
                  </a:lnTo>
                  <a:lnTo>
                    <a:pt x="627962" y="899159"/>
                  </a:lnTo>
                  <a:lnTo>
                    <a:pt x="617827" y="883919"/>
                  </a:lnTo>
                  <a:lnTo>
                    <a:pt x="614108" y="866139"/>
                  </a:lnTo>
                  <a:lnTo>
                    <a:pt x="614108" y="660399"/>
                  </a:lnTo>
                  <a:lnTo>
                    <a:pt x="740079" y="660399"/>
                  </a:lnTo>
                  <a:lnTo>
                    <a:pt x="740079" y="636269"/>
                  </a:lnTo>
                  <a:lnTo>
                    <a:pt x="733044" y="629919"/>
                  </a:lnTo>
                  <a:close/>
                </a:path>
                <a:path extrusionOk="0" h="943610" w="944880">
                  <a:moveTo>
                    <a:pt x="740079" y="660399"/>
                  </a:moveTo>
                  <a:lnTo>
                    <a:pt x="708596" y="660399"/>
                  </a:lnTo>
                  <a:lnTo>
                    <a:pt x="708596" y="866139"/>
                  </a:lnTo>
                  <a:lnTo>
                    <a:pt x="704877" y="883919"/>
                  </a:lnTo>
                  <a:lnTo>
                    <a:pt x="694742" y="899159"/>
                  </a:lnTo>
                  <a:lnTo>
                    <a:pt x="679723" y="909319"/>
                  </a:lnTo>
                  <a:lnTo>
                    <a:pt x="661352" y="913129"/>
                  </a:lnTo>
                  <a:lnTo>
                    <a:pt x="722327" y="913129"/>
                  </a:lnTo>
                  <a:lnTo>
                    <a:pt x="733882" y="896619"/>
                  </a:lnTo>
                  <a:lnTo>
                    <a:pt x="740079" y="866139"/>
                  </a:lnTo>
                  <a:lnTo>
                    <a:pt x="740079" y="660399"/>
                  </a:lnTo>
                  <a:close/>
                </a:path>
                <a:path extrusionOk="0" h="943610" w="944880">
                  <a:moveTo>
                    <a:pt x="431680" y="383539"/>
                  </a:moveTo>
                  <a:lnTo>
                    <a:pt x="396773" y="383539"/>
                  </a:lnTo>
                  <a:lnTo>
                    <a:pt x="418208" y="427989"/>
                  </a:lnTo>
                  <a:lnTo>
                    <a:pt x="446634" y="467359"/>
                  </a:lnTo>
                  <a:lnTo>
                    <a:pt x="481242" y="501649"/>
                  </a:lnTo>
                  <a:lnTo>
                    <a:pt x="521228" y="528319"/>
                  </a:lnTo>
                  <a:lnTo>
                    <a:pt x="565785" y="549909"/>
                  </a:lnTo>
                  <a:lnTo>
                    <a:pt x="614108" y="562609"/>
                  </a:lnTo>
                  <a:lnTo>
                    <a:pt x="614108" y="629919"/>
                  </a:lnTo>
                  <a:lnTo>
                    <a:pt x="645604" y="629919"/>
                  </a:lnTo>
                  <a:lnTo>
                    <a:pt x="645604" y="565149"/>
                  </a:lnTo>
                  <a:lnTo>
                    <a:pt x="708596" y="565149"/>
                  </a:lnTo>
                  <a:lnTo>
                    <a:pt x="708596" y="562609"/>
                  </a:lnTo>
                  <a:lnTo>
                    <a:pt x="757166" y="549909"/>
                  </a:lnTo>
                  <a:lnTo>
                    <a:pt x="788783" y="534669"/>
                  </a:lnTo>
                  <a:lnTo>
                    <a:pt x="661352" y="534669"/>
                  </a:lnTo>
                  <a:lnTo>
                    <a:pt x="615398" y="530859"/>
                  </a:lnTo>
                  <a:lnTo>
                    <a:pt x="572204" y="518159"/>
                  </a:lnTo>
                  <a:lnTo>
                    <a:pt x="532515" y="499109"/>
                  </a:lnTo>
                  <a:lnTo>
                    <a:pt x="497076" y="473709"/>
                  </a:lnTo>
                  <a:lnTo>
                    <a:pt x="466632" y="441959"/>
                  </a:lnTo>
                  <a:lnTo>
                    <a:pt x="441929" y="406399"/>
                  </a:lnTo>
                  <a:lnTo>
                    <a:pt x="431680" y="383539"/>
                  </a:lnTo>
                  <a:close/>
                </a:path>
                <a:path extrusionOk="0" h="943610" w="944880">
                  <a:moveTo>
                    <a:pt x="708596" y="565149"/>
                  </a:moveTo>
                  <a:lnTo>
                    <a:pt x="677100" y="565149"/>
                  </a:lnTo>
                  <a:lnTo>
                    <a:pt x="677100" y="629919"/>
                  </a:lnTo>
                  <a:lnTo>
                    <a:pt x="708596" y="629919"/>
                  </a:lnTo>
                  <a:lnTo>
                    <a:pt x="708596" y="565149"/>
                  </a:lnTo>
                  <a:close/>
                </a:path>
                <a:path extrusionOk="0" h="943610" w="944880">
                  <a:moveTo>
                    <a:pt x="677100" y="565149"/>
                  </a:moveTo>
                  <a:lnTo>
                    <a:pt x="645604" y="565149"/>
                  </a:lnTo>
                  <a:lnTo>
                    <a:pt x="650849" y="566419"/>
                  </a:lnTo>
                  <a:lnTo>
                    <a:pt x="671855" y="566419"/>
                  </a:lnTo>
                  <a:lnTo>
                    <a:pt x="677100" y="565149"/>
                  </a:lnTo>
                  <a:close/>
                </a:path>
                <a:path extrusionOk="0" h="943610" w="944880">
                  <a:moveTo>
                    <a:pt x="788593" y="30479"/>
                  </a:moveTo>
                  <a:lnTo>
                    <a:pt x="661352" y="30479"/>
                  </a:lnTo>
                  <a:lnTo>
                    <a:pt x="706578" y="35559"/>
                  </a:lnTo>
                  <a:lnTo>
                    <a:pt x="749170" y="46989"/>
                  </a:lnTo>
                  <a:lnTo>
                    <a:pt x="788409" y="64769"/>
                  </a:lnTo>
                  <a:lnTo>
                    <a:pt x="823580" y="90169"/>
                  </a:lnTo>
                  <a:lnTo>
                    <a:pt x="853965" y="120649"/>
                  </a:lnTo>
                  <a:lnTo>
                    <a:pt x="878846" y="156209"/>
                  </a:lnTo>
                  <a:lnTo>
                    <a:pt x="897506" y="195579"/>
                  </a:lnTo>
                  <a:lnTo>
                    <a:pt x="909228" y="237489"/>
                  </a:lnTo>
                  <a:lnTo>
                    <a:pt x="913295" y="283209"/>
                  </a:lnTo>
                  <a:lnTo>
                    <a:pt x="909344" y="326389"/>
                  </a:lnTo>
                  <a:lnTo>
                    <a:pt x="897506" y="370839"/>
                  </a:lnTo>
                  <a:lnTo>
                    <a:pt x="878846" y="410209"/>
                  </a:lnTo>
                  <a:lnTo>
                    <a:pt x="853965" y="444499"/>
                  </a:lnTo>
                  <a:lnTo>
                    <a:pt x="823580" y="474979"/>
                  </a:lnTo>
                  <a:lnTo>
                    <a:pt x="788409" y="500379"/>
                  </a:lnTo>
                  <a:lnTo>
                    <a:pt x="749170" y="519429"/>
                  </a:lnTo>
                  <a:lnTo>
                    <a:pt x="706578" y="530859"/>
                  </a:lnTo>
                  <a:lnTo>
                    <a:pt x="661352" y="534669"/>
                  </a:lnTo>
                  <a:lnTo>
                    <a:pt x="788783" y="534669"/>
                  </a:lnTo>
                  <a:lnTo>
                    <a:pt x="842137" y="500379"/>
                  </a:lnTo>
                  <a:lnTo>
                    <a:pt x="876876" y="466089"/>
                  </a:lnTo>
                  <a:lnTo>
                    <a:pt x="905342" y="426719"/>
                  </a:lnTo>
                  <a:lnTo>
                    <a:pt x="926704" y="382269"/>
                  </a:lnTo>
                  <a:lnTo>
                    <a:pt x="940130" y="334009"/>
                  </a:lnTo>
                  <a:lnTo>
                    <a:pt x="944791" y="283209"/>
                  </a:lnTo>
                  <a:lnTo>
                    <a:pt x="941074" y="237489"/>
                  </a:lnTo>
                  <a:lnTo>
                    <a:pt x="930316" y="193039"/>
                  </a:lnTo>
                  <a:lnTo>
                    <a:pt x="913106" y="152399"/>
                  </a:lnTo>
                  <a:lnTo>
                    <a:pt x="890031" y="115569"/>
                  </a:lnTo>
                  <a:lnTo>
                    <a:pt x="861679" y="82549"/>
                  </a:lnTo>
                  <a:lnTo>
                    <a:pt x="828638" y="54609"/>
                  </a:lnTo>
                  <a:lnTo>
                    <a:pt x="791497" y="31749"/>
                  </a:lnTo>
                  <a:lnTo>
                    <a:pt x="788593" y="30479"/>
                  </a:lnTo>
                  <a:close/>
                </a:path>
                <a:path extrusionOk="0" h="943610" w="944880">
                  <a:moveTo>
                    <a:pt x="55001" y="361949"/>
                  </a:moveTo>
                  <a:lnTo>
                    <a:pt x="47231" y="361949"/>
                  </a:lnTo>
                  <a:lnTo>
                    <a:pt x="28867" y="365759"/>
                  </a:lnTo>
                  <a:lnTo>
                    <a:pt x="13852" y="375919"/>
                  </a:lnTo>
                  <a:lnTo>
                    <a:pt x="3718" y="389889"/>
                  </a:lnTo>
                  <a:lnTo>
                    <a:pt x="0" y="408939"/>
                  </a:lnTo>
                  <a:lnTo>
                    <a:pt x="3718" y="426719"/>
                  </a:lnTo>
                  <a:lnTo>
                    <a:pt x="13852" y="441959"/>
                  </a:lnTo>
                  <a:lnTo>
                    <a:pt x="28867" y="452119"/>
                  </a:lnTo>
                  <a:lnTo>
                    <a:pt x="47231" y="455929"/>
                  </a:lnTo>
                  <a:lnTo>
                    <a:pt x="65602" y="452119"/>
                  </a:lnTo>
                  <a:lnTo>
                    <a:pt x="80621" y="441959"/>
                  </a:lnTo>
                  <a:lnTo>
                    <a:pt x="90756" y="426719"/>
                  </a:lnTo>
                  <a:lnTo>
                    <a:pt x="91287" y="424179"/>
                  </a:lnTo>
                  <a:lnTo>
                    <a:pt x="38544" y="424179"/>
                  </a:lnTo>
                  <a:lnTo>
                    <a:pt x="31496" y="417829"/>
                  </a:lnTo>
                  <a:lnTo>
                    <a:pt x="31496" y="400049"/>
                  </a:lnTo>
                  <a:lnTo>
                    <a:pt x="38544" y="393699"/>
                  </a:lnTo>
                  <a:lnTo>
                    <a:pt x="98556" y="393699"/>
                  </a:lnTo>
                  <a:lnTo>
                    <a:pt x="132490" y="370839"/>
                  </a:lnTo>
                  <a:lnTo>
                    <a:pt x="75425" y="370839"/>
                  </a:lnTo>
                  <a:lnTo>
                    <a:pt x="69184" y="367029"/>
                  </a:lnTo>
                  <a:lnTo>
                    <a:pt x="62347" y="364489"/>
                  </a:lnTo>
                  <a:lnTo>
                    <a:pt x="55001" y="361949"/>
                  </a:lnTo>
                  <a:close/>
                </a:path>
                <a:path extrusionOk="0" h="943610" w="944880">
                  <a:moveTo>
                    <a:pt x="273401" y="351789"/>
                  </a:moveTo>
                  <a:lnTo>
                    <a:pt x="217144" y="351789"/>
                  </a:lnTo>
                  <a:lnTo>
                    <a:pt x="285013" y="397509"/>
                  </a:lnTo>
                  <a:lnTo>
                    <a:pt x="284086" y="401319"/>
                  </a:lnTo>
                  <a:lnTo>
                    <a:pt x="283438" y="405129"/>
                  </a:lnTo>
                  <a:lnTo>
                    <a:pt x="283438" y="408939"/>
                  </a:lnTo>
                  <a:lnTo>
                    <a:pt x="287157" y="426719"/>
                  </a:lnTo>
                  <a:lnTo>
                    <a:pt x="297291" y="441959"/>
                  </a:lnTo>
                  <a:lnTo>
                    <a:pt x="312306" y="452119"/>
                  </a:lnTo>
                  <a:lnTo>
                    <a:pt x="330669" y="455929"/>
                  </a:lnTo>
                  <a:lnTo>
                    <a:pt x="349040" y="452119"/>
                  </a:lnTo>
                  <a:lnTo>
                    <a:pt x="364059" y="441959"/>
                  </a:lnTo>
                  <a:lnTo>
                    <a:pt x="374194" y="426719"/>
                  </a:lnTo>
                  <a:lnTo>
                    <a:pt x="374726" y="424179"/>
                  </a:lnTo>
                  <a:lnTo>
                    <a:pt x="321983" y="424179"/>
                  </a:lnTo>
                  <a:lnTo>
                    <a:pt x="314934" y="417829"/>
                  </a:lnTo>
                  <a:lnTo>
                    <a:pt x="314934" y="400049"/>
                  </a:lnTo>
                  <a:lnTo>
                    <a:pt x="321983" y="393699"/>
                  </a:lnTo>
                  <a:lnTo>
                    <a:pt x="381912" y="393699"/>
                  </a:lnTo>
                  <a:lnTo>
                    <a:pt x="396773" y="383539"/>
                  </a:lnTo>
                  <a:lnTo>
                    <a:pt x="431680" y="383539"/>
                  </a:lnTo>
                  <a:lnTo>
                    <a:pt x="425987" y="370839"/>
                  </a:lnTo>
                  <a:lnTo>
                    <a:pt x="302488" y="370839"/>
                  </a:lnTo>
                  <a:lnTo>
                    <a:pt x="273401" y="351789"/>
                  </a:lnTo>
                  <a:close/>
                </a:path>
                <a:path extrusionOk="0" h="943610" w="944880">
                  <a:moveTo>
                    <a:pt x="556840" y="351789"/>
                  </a:moveTo>
                  <a:lnTo>
                    <a:pt x="500583" y="351789"/>
                  </a:lnTo>
                  <a:lnTo>
                    <a:pt x="568452" y="397509"/>
                  </a:lnTo>
                  <a:lnTo>
                    <a:pt x="567512" y="401319"/>
                  </a:lnTo>
                  <a:lnTo>
                    <a:pt x="566877" y="405129"/>
                  </a:lnTo>
                  <a:lnTo>
                    <a:pt x="566877" y="408939"/>
                  </a:lnTo>
                  <a:lnTo>
                    <a:pt x="570594" y="426719"/>
                  </a:lnTo>
                  <a:lnTo>
                    <a:pt x="580724" y="441959"/>
                  </a:lnTo>
                  <a:lnTo>
                    <a:pt x="595739" y="452119"/>
                  </a:lnTo>
                  <a:lnTo>
                    <a:pt x="614108" y="455929"/>
                  </a:lnTo>
                  <a:lnTo>
                    <a:pt x="632479" y="452119"/>
                  </a:lnTo>
                  <a:lnTo>
                    <a:pt x="647498" y="441959"/>
                  </a:lnTo>
                  <a:lnTo>
                    <a:pt x="657633" y="426719"/>
                  </a:lnTo>
                  <a:lnTo>
                    <a:pt x="658164" y="424179"/>
                  </a:lnTo>
                  <a:lnTo>
                    <a:pt x="605421" y="424179"/>
                  </a:lnTo>
                  <a:lnTo>
                    <a:pt x="598360" y="417829"/>
                  </a:lnTo>
                  <a:lnTo>
                    <a:pt x="598360" y="400049"/>
                  </a:lnTo>
                  <a:lnTo>
                    <a:pt x="605421" y="393699"/>
                  </a:lnTo>
                  <a:lnTo>
                    <a:pt x="658982" y="393699"/>
                  </a:lnTo>
                  <a:lnTo>
                    <a:pt x="656615" y="388619"/>
                  </a:lnTo>
                  <a:lnTo>
                    <a:pt x="674381" y="370839"/>
                  </a:lnTo>
                  <a:lnTo>
                    <a:pt x="585927" y="370839"/>
                  </a:lnTo>
                  <a:lnTo>
                    <a:pt x="556840" y="351789"/>
                  </a:lnTo>
                  <a:close/>
                </a:path>
                <a:path extrusionOk="0" h="943610" w="944880">
                  <a:moveTo>
                    <a:pt x="98556" y="393699"/>
                  </a:moveTo>
                  <a:lnTo>
                    <a:pt x="55930" y="393699"/>
                  </a:lnTo>
                  <a:lnTo>
                    <a:pt x="62979" y="400049"/>
                  </a:lnTo>
                  <a:lnTo>
                    <a:pt x="62979" y="417829"/>
                  </a:lnTo>
                  <a:lnTo>
                    <a:pt x="55930" y="424179"/>
                  </a:lnTo>
                  <a:lnTo>
                    <a:pt x="91287" y="424179"/>
                  </a:lnTo>
                  <a:lnTo>
                    <a:pt x="94475" y="408939"/>
                  </a:lnTo>
                  <a:lnTo>
                    <a:pt x="94475" y="405129"/>
                  </a:lnTo>
                  <a:lnTo>
                    <a:pt x="93827" y="401319"/>
                  </a:lnTo>
                  <a:lnTo>
                    <a:pt x="92900" y="397509"/>
                  </a:lnTo>
                  <a:lnTo>
                    <a:pt x="98556" y="393699"/>
                  </a:lnTo>
                  <a:close/>
                </a:path>
                <a:path extrusionOk="0" h="943610" w="944880">
                  <a:moveTo>
                    <a:pt x="381912" y="393699"/>
                  </a:moveTo>
                  <a:lnTo>
                    <a:pt x="339369" y="393699"/>
                  </a:lnTo>
                  <a:lnTo>
                    <a:pt x="346417" y="400049"/>
                  </a:lnTo>
                  <a:lnTo>
                    <a:pt x="346417" y="417829"/>
                  </a:lnTo>
                  <a:lnTo>
                    <a:pt x="339369" y="424179"/>
                  </a:lnTo>
                  <a:lnTo>
                    <a:pt x="374726" y="424179"/>
                  </a:lnTo>
                  <a:lnTo>
                    <a:pt x="377913" y="408939"/>
                  </a:lnTo>
                  <a:lnTo>
                    <a:pt x="377913" y="405129"/>
                  </a:lnTo>
                  <a:lnTo>
                    <a:pt x="377266" y="401319"/>
                  </a:lnTo>
                  <a:lnTo>
                    <a:pt x="376339" y="397509"/>
                  </a:lnTo>
                  <a:lnTo>
                    <a:pt x="381912" y="393699"/>
                  </a:lnTo>
                  <a:close/>
                </a:path>
                <a:path extrusionOk="0" h="943610" w="944880">
                  <a:moveTo>
                    <a:pt x="658982" y="393699"/>
                  </a:moveTo>
                  <a:lnTo>
                    <a:pt x="622808" y="393699"/>
                  </a:lnTo>
                  <a:lnTo>
                    <a:pt x="629856" y="400049"/>
                  </a:lnTo>
                  <a:lnTo>
                    <a:pt x="629856" y="417829"/>
                  </a:lnTo>
                  <a:lnTo>
                    <a:pt x="622808" y="424179"/>
                  </a:lnTo>
                  <a:lnTo>
                    <a:pt x="658164" y="424179"/>
                  </a:lnTo>
                  <a:lnTo>
                    <a:pt x="661352" y="408939"/>
                  </a:lnTo>
                  <a:lnTo>
                    <a:pt x="661352" y="401319"/>
                  </a:lnTo>
                  <a:lnTo>
                    <a:pt x="659574" y="394969"/>
                  </a:lnTo>
                  <a:lnTo>
                    <a:pt x="658982" y="393699"/>
                  </a:lnTo>
                  <a:close/>
                </a:path>
                <a:path extrusionOk="0" h="943610" w="944880">
                  <a:moveTo>
                    <a:pt x="188950" y="266699"/>
                  </a:moveTo>
                  <a:lnTo>
                    <a:pt x="170587" y="270509"/>
                  </a:lnTo>
                  <a:lnTo>
                    <a:pt x="155571" y="280669"/>
                  </a:lnTo>
                  <a:lnTo>
                    <a:pt x="145438" y="295909"/>
                  </a:lnTo>
                  <a:lnTo>
                    <a:pt x="141719" y="314959"/>
                  </a:lnTo>
                  <a:lnTo>
                    <a:pt x="141719" y="318769"/>
                  </a:lnTo>
                  <a:lnTo>
                    <a:pt x="142367" y="322579"/>
                  </a:lnTo>
                  <a:lnTo>
                    <a:pt x="143294" y="326389"/>
                  </a:lnTo>
                  <a:lnTo>
                    <a:pt x="75425" y="370839"/>
                  </a:lnTo>
                  <a:lnTo>
                    <a:pt x="132490" y="370839"/>
                  </a:lnTo>
                  <a:lnTo>
                    <a:pt x="160769" y="351789"/>
                  </a:lnTo>
                  <a:lnTo>
                    <a:pt x="273401" y="351789"/>
                  </a:lnTo>
                  <a:lnTo>
                    <a:pt x="240437" y="330199"/>
                  </a:lnTo>
                  <a:lnTo>
                    <a:pt x="180263" y="330199"/>
                  </a:lnTo>
                  <a:lnTo>
                    <a:pt x="173215" y="322579"/>
                  </a:lnTo>
                  <a:lnTo>
                    <a:pt x="173215" y="306069"/>
                  </a:lnTo>
                  <a:lnTo>
                    <a:pt x="180263" y="298449"/>
                  </a:lnTo>
                  <a:lnTo>
                    <a:pt x="232971" y="298449"/>
                  </a:lnTo>
                  <a:lnTo>
                    <a:pt x="232475" y="295909"/>
                  </a:lnTo>
                  <a:lnTo>
                    <a:pt x="222340" y="280669"/>
                  </a:lnTo>
                  <a:lnTo>
                    <a:pt x="207321" y="270509"/>
                  </a:lnTo>
                  <a:lnTo>
                    <a:pt x="188950" y="266699"/>
                  </a:lnTo>
                  <a:close/>
                </a:path>
                <a:path extrusionOk="0" h="943610" w="944880">
                  <a:moveTo>
                    <a:pt x="338439" y="361949"/>
                  </a:moveTo>
                  <a:lnTo>
                    <a:pt x="322907" y="361949"/>
                  </a:lnTo>
                  <a:lnTo>
                    <a:pt x="315564" y="364489"/>
                  </a:lnTo>
                  <a:lnTo>
                    <a:pt x="308729" y="367029"/>
                  </a:lnTo>
                  <a:lnTo>
                    <a:pt x="302488" y="370839"/>
                  </a:lnTo>
                  <a:lnTo>
                    <a:pt x="358863" y="370839"/>
                  </a:lnTo>
                  <a:lnTo>
                    <a:pt x="352622" y="367029"/>
                  </a:lnTo>
                  <a:lnTo>
                    <a:pt x="345786" y="364489"/>
                  </a:lnTo>
                  <a:lnTo>
                    <a:pt x="338439" y="361949"/>
                  </a:lnTo>
                  <a:close/>
                </a:path>
                <a:path extrusionOk="0" h="943610" w="944880">
                  <a:moveTo>
                    <a:pt x="661352" y="0"/>
                  </a:moveTo>
                  <a:lnTo>
                    <a:pt x="615438" y="2539"/>
                  </a:lnTo>
                  <a:lnTo>
                    <a:pt x="571860" y="13969"/>
                  </a:lnTo>
                  <a:lnTo>
                    <a:pt x="531207" y="31749"/>
                  </a:lnTo>
                  <a:lnTo>
                    <a:pt x="494066" y="54609"/>
                  </a:lnTo>
                  <a:lnTo>
                    <a:pt x="461025" y="82549"/>
                  </a:lnTo>
                  <a:lnTo>
                    <a:pt x="432673" y="115569"/>
                  </a:lnTo>
                  <a:lnTo>
                    <a:pt x="409598" y="152399"/>
                  </a:lnTo>
                  <a:lnTo>
                    <a:pt x="392388" y="193039"/>
                  </a:lnTo>
                  <a:lnTo>
                    <a:pt x="381630" y="237489"/>
                  </a:lnTo>
                  <a:lnTo>
                    <a:pt x="377913" y="283209"/>
                  </a:lnTo>
                  <a:lnTo>
                    <a:pt x="378349" y="295909"/>
                  </a:lnTo>
                  <a:lnTo>
                    <a:pt x="378436" y="298449"/>
                  </a:lnTo>
                  <a:lnTo>
                    <a:pt x="378524" y="300989"/>
                  </a:lnTo>
                  <a:lnTo>
                    <a:pt x="380290" y="318769"/>
                  </a:lnTo>
                  <a:lnTo>
                    <a:pt x="383116" y="335279"/>
                  </a:lnTo>
                  <a:lnTo>
                    <a:pt x="386905" y="353059"/>
                  </a:lnTo>
                  <a:lnTo>
                    <a:pt x="358863" y="370839"/>
                  </a:lnTo>
                  <a:lnTo>
                    <a:pt x="425987" y="370839"/>
                  </a:lnTo>
                  <a:lnTo>
                    <a:pt x="423710" y="365759"/>
                  </a:lnTo>
                  <a:lnTo>
                    <a:pt x="444207" y="351789"/>
                  </a:lnTo>
                  <a:lnTo>
                    <a:pt x="556840" y="351789"/>
                  </a:lnTo>
                  <a:lnTo>
                    <a:pt x="529693" y="334009"/>
                  </a:lnTo>
                  <a:lnTo>
                    <a:pt x="414616" y="334009"/>
                  </a:lnTo>
                  <a:lnTo>
                    <a:pt x="412367" y="321309"/>
                  </a:lnTo>
                  <a:lnTo>
                    <a:pt x="410737" y="308609"/>
                  </a:lnTo>
                  <a:lnTo>
                    <a:pt x="409744" y="295909"/>
                  </a:lnTo>
                  <a:lnTo>
                    <a:pt x="409409" y="283209"/>
                  </a:lnTo>
                  <a:lnTo>
                    <a:pt x="413476" y="237489"/>
                  </a:lnTo>
                  <a:lnTo>
                    <a:pt x="425198" y="195579"/>
                  </a:lnTo>
                  <a:lnTo>
                    <a:pt x="443858" y="156209"/>
                  </a:lnTo>
                  <a:lnTo>
                    <a:pt x="468739" y="120649"/>
                  </a:lnTo>
                  <a:lnTo>
                    <a:pt x="499124" y="90169"/>
                  </a:lnTo>
                  <a:lnTo>
                    <a:pt x="534295" y="64769"/>
                  </a:lnTo>
                  <a:lnTo>
                    <a:pt x="573534" y="46989"/>
                  </a:lnTo>
                  <a:lnTo>
                    <a:pt x="616126" y="35559"/>
                  </a:lnTo>
                  <a:lnTo>
                    <a:pt x="661352" y="30479"/>
                  </a:lnTo>
                  <a:lnTo>
                    <a:pt x="788593" y="30479"/>
                  </a:lnTo>
                  <a:lnTo>
                    <a:pt x="750844" y="13969"/>
                  </a:lnTo>
                  <a:lnTo>
                    <a:pt x="707266" y="2539"/>
                  </a:lnTo>
                  <a:lnTo>
                    <a:pt x="661352" y="0"/>
                  </a:lnTo>
                  <a:close/>
                </a:path>
                <a:path extrusionOk="0" h="943610" w="944880">
                  <a:moveTo>
                    <a:pt x="621385" y="361949"/>
                  </a:moveTo>
                  <a:lnTo>
                    <a:pt x="606345" y="361949"/>
                  </a:lnTo>
                  <a:lnTo>
                    <a:pt x="599003" y="364489"/>
                  </a:lnTo>
                  <a:lnTo>
                    <a:pt x="592168" y="367029"/>
                  </a:lnTo>
                  <a:lnTo>
                    <a:pt x="585927" y="370839"/>
                  </a:lnTo>
                  <a:lnTo>
                    <a:pt x="674381" y="370839"/>
                  </a:lnTo>
                  <a:lnTo>
                    <a:pt x="679457" y="365759"/>
                  </a:lnTo>
                  <a:lnTo>
                    <a:pt x="634352" y="365759"/>
                  </a:lnTo>
                  <a:lnTo>
                    <a:pt x="628192" y="363219"/>
                  </a:lnTo>
                  <a:lnTo>
                    <a:pt x="621385" y="361949"/>
                  </a:lnTo>
                  <a:close/>
                </a:path>
                <a:path extrusionOk="0" h="943610" w="944880">
                  <a:moveTo>
                    <a:pt x="811771" y="204469"/>
                  </a:moveTo>
                  <a:lnTo>
                    <a:pt x="692848" y="204469"/>
                  </a:lnTo>
                  <a:lnTo>
                    <a:pt x="692848" y="236219"/>
                  </a:lnTo>
                  <a:lnTo>
                    <a:pt x="765060" y="236219"/>
                  </a:lnTo>
                  <a:lnTo>
                    <a:pt x="634352" y="365759"/>
                  </a:lnTo>
                  <a:lnTo>
                    <a:pt x="679457" y="365759"/>
                  </a:lnTo>
                  <a:lnTo>
                    <a:pt x="787323" y="257809"/>
                  </a:lnTo>
                  <a:lnTo>
                    <a:pt x="818819" y="257809"/>
                  </a:lnTo>
                  <a:lnTo>
                    <a:pt x="818819" y="210819"/>
                  </a:lnTo>
                  <a:lnTo>
                    <a:pt x="811771" y="204469"/>
                  </a:lnTo>
                  <a:close/>
                </a:path>
                <a:path extrusionOk="0" h="943610" w="944880">
                  <a:moveTo>
                    <a:pt x="217144" y="351789"/>
                  </a:moveTo>
                  <a:lnTo>
                    <a:pt x="160769" y="351789"/>
                  </a:lnTo>
                  <a:lnTo>
                    <a:pt x="167010" y="355599"/>
                  </a:lnTo>
                  <a:lnTo>
                    <a:pt x="173845" y="359409"/>
                  </a:lnTo>
                  <a:lnTo>
                    <a:pt x="188950" y="361949"/>
                  </a:lnTo>
                  <a:lnTo>
                    <a:pt x="204066" y="359409"/>
                  </a:lnTo>
                  <a:lnTo>
                    <a:pt x="210903" y="355599"/>
                  </a:lnTo>
                  <a:lnTo>
                    <a:pt x="217144" y="351789"/>
                  </a:lnTo>
                  <a:close/>
                </a:path>
                <a:path extrusionOk="0" h="943610" w="944880">
                  <a:moveTo>
                    <a:pt x="500583" y="351789"/>
                  </a:moveTo>
                  <a:lnTo>
                    <a:pt x="444207" y="351789"/>
                  </a:lnTo>
                  <a:lnTo>
                    <a:pt x="450448" y="355599"/>
                  </a:lnTo>
                  <a:lnTo>
                    <a:pt x="457284" y="359409"/>
                  </a:lnTo>
                  <a:lnTo>
                    <a:pt x="472389" y="361949"/>
                  </a:lnTo>
                  <a:lnTo>
                    <a:pt x="487505" y="359409"/>
                  </a:lnTo>
                  <a:lnTo>
                    <a:pt x="494341" y="355599"/>
                  </a:lnTo>
                  <a:lnTo>
                    <a:pt x="500583" y="351789"/>
                  </a:lnTo>
                  <a:close/>
                </a:path>
                <a:path extrusionOk="0" h="943610" w="944880">
                  <a:moveTo>
                    <a:pt x="472389" y="266699"/>
                  </a:moveTo>
                  <a:lnTo>
                    <a:pt x="454025" y="270509"/>
                  </a:lnTo>
                  <a:lnTo>
                    <a:pt x="439010" y="280669"/>
                  </a:lnTo>
                  <a:lnTo>
                    <a:pt x="428876" y="295909"/>
                  </a:lnTo>
                  <a:lnTo>
                    <a:pt x="425157" y="314959"/>
                  </a:lnTo>
                  <a:lnTo>
                    <a:pt x="425157" y="318769"/>
                  </a:lnTo>
                  <a:lnTo>
                    <a:pt x="425805" y="322579"/>
                  </a:lnTo>
                  <a:lnTo>
                    <a:pt x="426732" y="326389"/>
                  </a:lnTo>
                  <a:lnTo>
                    <a:pt x="414616" y="334009"/>
                  </a:lnTo>
                  <a:lnTo>
                    <a:pt x="529693" y="334009"/>
                  </a:lnTo>
                  <a:lnTo>
                    <a:pt x="523875" y="330199"/>
                  </a:lnTo>
                  <a:lnTo>
                    <a:pt x="463702" y="330199"/>
                  </a:lnTo>
                  <a:lnTo>
                    <a:pt x="456641" y="322579"/>
                  </a:lnTo>
                  <a:lnTo>
                    <a:pt x="456641" y="306069"/>
                  </a:lnTo>
                  <a:lnTo>
                    <a:pt x="463702" y="298449"/>
                  </a:lnTo>
                  <a:lnTo>
                    <a:pt x="516410" y="298449"/>
                  </a:lnTo>
                  <a:lnTo>
                    <a:pt x="515914" y="295909"/>
                  </a:lnTo>
                  <a:lnTo>
                    <a:pt x="505779" y="280669"/>
                  </a:lnTo>
                  <a:lnTo>
                    <a:pt x="490759" y="270509"/>
                  </a:lnTo>
                  <a:lnTo>
                    <a:pt x="472389" y="266699"/>
                  </a:lnTo>
                  <a:close/>
                </a:path>
                <a:path extrusionOk="0" h="943610" w="944880">
                  <a:moveTo>
                    <a:pt x="232971" y="298449"/>
                  </a:moveTo>
                  <a:lnTo>
                    <a:pt x="197650" y="298449"/>
                  </a:lnTo>
                  <a:lnTo>
                    <a:pt x="204698" y="306069"/>
                  </a:lnTo>
                  <a:lnTo>
                    <a:pt x="204698" y="322579"/>
                  </a:lnTo>
                  <a:lnTo>
                    <a:pt x="197650" y="330199"/>
                  </a:lnTo>
                  <a:lnTo>
                    <a:pt x="240437" y="330199"/>
                  </a:lnTo>
                  <a:lnTo>
                    <a:pt x="234619" y="326389"/>
                  </a:lnTo>
                  <a:lnTo>
                    <a:pt x="235546" y="322579"/>
                  </a:lnTo>
                  <a:lnTo>
                    <a:pt x="236194" y="318769"/>
                  </a:lnTo>
                  <a:lnTo>
                    <a:pt x="236194" y="314959"/>
                  </a:lnTo>
                  <a:lnTo>
                    <a:pt x="232971" y="298449"/>
                  </a:lnTo>
                  <a:close/>
                </a:path>
                <a:path extrusionOk="0" h="943610" w="944880">
                  <a:moveTo>
                    <a:pt x="516410" y="298449"/>
                  </a:moveTo>
                  <a:lnTo>
                    <a:pt x="481088" y="298449"/>
                  </a:lnTo>
                  <a:lnTo>
                    <a:pt x="488137" y="306069"/>
                  </a:lnTo>
                  <a:lnTo>
                    <a:pt x="488137" y="322579"/>
                  </a:lnTo>
                  <a:lnTo>
                    <a:pt x="481088" y="330199"/>
                  </a:lnTo>
                  <a:lnTo>
                    <a:pt x="523875" y="330199"/>
                  </a:lnTo>
                  <a:lnTo>
                    <a:pt x="518058" y="326389"/>
                  </a:lnTo>
                  <a:lnTo>
                    <a:pt x="518985" y="322579"/>
                  </a:lnTo>
                  <a:lnTo>
                    <a:pt x="519633" y="318769"/>
                  </a:lnTo>
                  <a:lnTo>
                    <a:pt x="519633" y="314959"/>
                  </a:lnTo>
                  <a:lnTo>
                    <a:pt x="516410" y="298449"/>
                  </a:lnTo>
                  <a:close/>
                </a:path>
                <a:path extrusionOk="0" h="943610" w="944880">
                  <a:moveTo>
                    <a:pt x="818819" y="257809"/>
                  </a:moveTo>
                  <a:lnTo>
                    <a:pt x="787323" y="257809"/>
                  </a:lnTo>
                  <a:lnTo>
                    <a:pt x="787323" y="330199"/>
                  </a:lnTo>
                  <a:lnTo>
                    <a:pt x="818819" y="330199"/>
                  </a:lnTo>
                  <a:lnTo>
                    <a:pt x="818819" y="257809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10" name="Google Shape;31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67733" y="4444320"/>
              <a:ext cx="94869" cy="99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4"/>
            <p:cNvSpPr/>
            <p:nvPr/>
          </p:nvSpPr>
          <p:spPr>
            <a:xfrm>
              <a:off x="12801956" y="4073677"/>
              <a:ext cx="882015" cy="944880"/>
            </a:xfrm>
            <a:custGeom>
              <a:rect b="b" l="l" r="r" t="t"/>
              <a:pathLst>
                <a:path extrusionOk="0" h="944879" w="882015">
                  <a:moveTo>
                    <a:pt x="31508" y="125971"/>
                  </a:moveTo>
                  <a:lnTo>
                    <a:pt x="12" y="125971"/>
                  </a:lnTo>
                  <a:lnTo>
                    <a:pt x="12" y="157467"/>
                  </a:lnTo>
                  <a:lnTo>
                    <a:pt x="31508" y="157467"/>
                  </a:lnTo>
                  <a:lnTo>
                    <a:pt x="31508" y="125971"/>
                  </a:lnTo>
                  <a:close/>
                </a:path>
                <a:path extrusionOk="0" h="944879" w="882015">
                  <a:moveTo>
                    <a:pt x="94488" y="0"/>
                  </a:moveTo>
                  <a:lnTo>
                    <a:pt x="12" y="0"/>
                  </a:lnTo>
                  <a:lnTo>
                    <a:pt x="12" y="31496"/>
                  </a:lnTo>
                  <a:lnTo>
                    <a:pt x="94488" y="31496"/>
                  </a:lnTo>
                  <a:lnTo>
                    <a:pt x="94488" y="0"/>
                  </a:lnTo>
                  <a:close/>
                </a:path>
                <a:path extrusionOk="0" h="944879" w="882015">
                  <a:moveTo>
                    <a:pt x="110236" y="188950"/>
                  </a:moveTo>
                  <a:lnTo>
                    <a:pt x="12" y="188950"/>
                  </a:lnTo>
                  <a:lnTo>
                    <a:pt x="12" y="220446"/>
                  </a:lnTo>
                  <a:lnTo>
                    <a:pt x="110236" y="220446"/>
                  </a:lnTo>
                  <a:lnTo>
                    <a:pt x="110236" y="188950"/>
                  </a:lnTo>
                  <a:close/>
                </a:path>
                <a:path extrusionOk="0" h="944879" w="882015">
                  <a:moveTo>
                    <a:pt x="157467" y="125971"/>
                  </a:moveTo>
                  <a:lnTo>
                    <a:pt x="62992" y="125971"/>
                  </a:lnTo>
                  <a:lnTo>
                    <a:pt x="62992" y="157467"/>
                  </a:lnTo>
                  <a:lnTo>
                    <a:pt x="157467" y="157467"/>
                  </a:lnTo>
                  <a:lnTo>
                    <a:pt x="157467" y="125971"/>
                  </a:lnTo>
                  <a:close/>
                </a:path>
                <a:path extrusionOk="0" h="944879" w="882015">
                  <a:moveTo>
                    <a:pt x="204698" y="62979"/>
                  </a:moveTo>
                  <a:lnTo>
                    <a:pt x="12" y="62979"/>
                  </a:lnTo>
                  <a:lnTo>
                    <a:pt x="12" y="94475"/>
                  </a:lnTo>
                  <a:lnTo>
                    <a:pt x="204698" y="94475"/>
                  </a:lnTo>
                  <a:lnTo>
                    <a:pt x="204698" y="62979"/>
                  </a:lnTo>
                  <a:close/>
                </a:path>
                <a:path extrusionOk="0" h="944879" w="882015">
                  <a:moveTo>
                    <a:pt x="346430" y="188950"/>
                  </a:moveTo>
                  <a:lnTo>
                    <a:pt x="141732" y="188950"/>
                  </a:lnTo>
                  <a:lnTo>
                    <a:pt x="141732" y="220446"/>
                  </a:lnTo>
                  <a:lnTo>
                    <a:pt x="346430" y="220446"/>
                  </a:lnTo>
                  <a:lnTo>
                    <a:pt x="346430" y="188950"/>
                  </a:lnTo>
                  <a:close/>
                </a:path>
                <a:path extrusionOk="0" h="944879" w="882015">
                  <a:moveTo>
                    <a:pt x="346430" y="125971"/>
                  </a:moveTo>
                  <a:lnTo>
                    <a:pt x="188963" y="125971"/>
                  </a:lnTo>
                  <a:lnTo>
                    <a:pt x="188963" y="157467"/>
                  </a:lnTo>
                  <a:lnTo>
                    <a:pt x="346430" y="157467"/>
                  </a:lnTo>
                  <a:lnTo>
                    <a:pt x="346430" y="125971"/>
                  </a:lnTo>
                  <a:close/>
                </a:path>
                <a:path extrusionOk="0" h="944879" w="882015">
                  <a:moveTo>
                    <a:pt x="346430" y="62979"/>
                  </a:moveTo>
                  <a:lnTo>
                    <a:pt x="236207" y="62979"/>
                  </a:lnTo>
                  <a:lnTo>
                    <a:pt x="236207" y="94475"/>
                  </a:lnTo>
                  <a:lnTo>
                    <a:pt x="346430" y="94475"/>
                  </a:lnTo>
                  <a:lnTo>
                    <a:pt x="346430" y="62979"/>
                  </a:lnTo>
                  <a:close/>
                </a:path>
                <a:path extrusionOk="0" h="944879" w="882015">
                  <a:moveTo>
                    <a:pt x="346430" y="0"/>
                  </a:moveTo>
                  <a:lnTo>
                    <a:pt x="125984" y="0"/>
                  </a:lnTo>
                  <a:lnTo>
                    <a:pt x="125984" y="31496"/>
                  </a:lnTo>
                  <a:lnTo>
                    <a:pt x="346430" y="31496"/>
                  </a:lnTo>
                  <a:lnTo>
                    <a:pt x="346430" y="0"/>
                  </a:lnTo>
                  <a:close/>
                </a:path>
                <a:path extrusionOk="0" h="944879" w="882015">
                  <a:moveTo>
                    <a:pt x="566877" y="913307"/>
                  </a:moveTo>
                  <a:lnTo>
                    <a:pt x="535381" y="913307"/>
                  </a:lnTo>
                  <a:lnTo>
                    <a:pt x="535381" y="771588"/>
                  </a:lnTo>
                  <a:lnTo>
                    <a:pt x="535381" y="747153"/>
                  </a:lnTo>
                  <a:lnTo>
                    <a:pt x="528345" y="740105"/>
                  </a:lnTo>
                  <a:lnTo>
                    <a:pt x="503885" y="740105"/>
                  </a:lnTo>
                  <a:lnTo>
                    <a:pt x="503885" y="771588"/>
                  </a:lnTo>
                  <a:lnTo>
                    <a:pt x="503885" y="913307"/>
                  </a:lnTo>
                  <a:lnTo>
                    <a:pt x="440905" y="913307"/>
                  </a:lnTo>
                  <a:lnTo>
                    <a:pt x="440905" y="771588"/>
                  </a:lnTo>
                  <a:lnTo>
                    <a:pt x="503885" y="771588"/>
                  </a:lnTo>
                  <a:lnTo>
                    <a:pt x="503885" y="740105"/>
                  </a:lnTo>
                  <a:lnTo>
                    <a:pt x="440905" y="740105"/>
                  </a:lnTo>
                  <a:lnTo>
                    <a:pt x="440905" y="692861"/>
                  </a:lnTo>
                  <a:lnTo>
                    <a:pt x="440905" y="668426"/>
                  </a:lnTo>
                  <a:lnTo>
                    <a:pt x="433870" y="661365"/>
                  </a:lnTo>
                  <a:lnTo>
                    <a:pt x="409409" y="661365"/>
                  </a:lnTo>
                  <a:lnTo>
                    <a:pt x="409409" y="692861"/>
                  </a:lnTo>
                  <a:lnTo>
                    <a:pt x="409409" y="913307"/>
                  </a:lnTo>
                  <a:lnTo>
                    <a:pt x="346417" y="913307"/>
                  </a:lnTo>
                  <a:lnTo>
                    <a:pt x="346417" y="692861"/>
                  </a:lnTo>
                  <a:lnTo>
                    <a:pt x="409409" y="692861"/>
                  </a:lnTo>
                  <a:lnTo>
                    <a:pt x="409409" y="661365"/>
                  </a:lnTo>
                  <a:lnTo>
                    <a:pt x="346417" y="661365"/>
                  </a:lnTo>
                  <a:lnTo>
                    <a:pt x="346417" y="614121"/>
                  </a:lnTo>
                  <a:lnTo>
                    <a:pt x="346417" y="589686"/>
                  </a:lnTo>
                  <a:lnTo>
                    <a:pt x="339382" y="582637"/>
                  </a:lnTo>
                  <a:lnTo>
                    <a:pt x="314934" y="582637"/>
                  </a:lnTo>
                  <a:lnTo>
                    <a:pt x="314934" y="614121"/>
                  </a:lnTo>
                  <a:lnTo>
                    <a:pt x="314934" y="913307"/>
                  </a:lnTo>
                  <a:lnTo>
                    <a:pt x="251942" y="913307"/>
                  </a:lnTo>
                  <a:lnTo>
                    <a:pt x="251942" y="614121"/>
                  </a:lnTo>
                  <a:lnTo>
                    <a:pt x="314934" y="614121"/>
                  </a:lnTo>
                  <a:lnTo>
                    <a:pt x="314934" y="582637"/>
                  </a:lnTo>
                  <a:lnTo>
                    <a:pt x="251942" y="582637"/>
                  </a:lnTo>
                  <a:lnTo>
                    <a:pt x="251942" y="535393"/>
                  </a:lnTo>
                  <a:lnTo>
                    <a:pt x="251942" y="510959"/>
                  </a:lnTo>
                  <a:lnTo>
                    <a:pt x="244906" y="503897"/>
                  </a:lnTo>
                  <a:lnTo>
                    <a:pt x="220446" y="503897"/>
                  </a:lnTo>
                  <a:lnTo>
                    <a:pt x="220446" y="535393"/>
                  </a:lnTo>
                  <a:lnTo>
                    <a:pt x="220446" y="913307"/>
                  </a:lnTo>
                  <a:lnTo>
                    <a:pt x="157467" y="913307"/>
                  </a:lnTo>
                  <a:lnTo>
                    <a:pt x="157467" y="692861"/>
                  </a:lnTo>
                  <a:lnTo>
                    <a:pt x="157467" y="535393"/>
                  </a:lnTo>
                  <a:lnTo>
                    <a:pt x="220446" y="535393"/>
                  </a:lnTo>
                  <a:lnTo>
                    <a:pt x="220446" y="503897"/>
                  </a:lnTo>
                  <a:lnTo>
                    <a:pt x="133007" y="503897"/>
                  </a:lnTo>
                  <a:lnTo>
                    <a:pt x="125971" y="510959"/>
                  </a:lnTo>
                  <a:lnTo>
                    <a:pt x="125971" y="661365"/>
                  </a:lnTo>
                  <a:lnTo>
                    <a:pt x="125971" y="692861"/>
                  </a:lnTo>
                  <a:lnTo>
                    <a:pt x="125971" y="913307"/>
                  </a:lnTo>
                  <a:lnTo>
                    <a:pt x="62992" y="913307"/>
                  </a:lnTo>
                  <a:lnTo>
                    <a:pt x="62992" y="692861"/>
                  </a:lnTo>
                  <a:lnTo>
                    <a:pt x="125971" y="692861"/>
                  </a:lnTo>
                  <a:lnTo>
                    <a:pt x="125971" y="661365"/>
                  </a:lnTo>
                  <a:lnTo>
                    <a:pt x="38531" y="661365"/>
                  </a:lnTo>
                  <a:lnTo>
                    <a:pt x="31496" y="668426"/>
                  </a:lnTo>
                  <a:lnTo>
                    <a:pt x="31496" y="913307"/>
                  </a:lnTo>
                  <a:lnTo>
                    <a:pt x="0" y="913307"/>
                  </a:lnTo>
                  <a:lnTo>
                    <a:pt x="0" y="944803"/>
                  </a:lnTo>
                  <a:lnTo>
                    <a:pt x="566877" y="944803"/>
                  </a:lnTo>
                  <a:lnTo>
                    <a:pt x="566877" y="913307"/>
                  </a:lnTo>
                  <a:close/>
                </a:path>
                <a:path extrusionOk="0" h="944879" w="882015">
                  <a:moveTo>
                    <a:pt x="881799" y="283438"/>
                  </a:moveTo>
                  <a:lnTo>
                    <a:pt x="877316" y="239064"/>
                  </a:lnTo>
                  <a:lnTo>
                    <a:pt x="864450" y="197713"/>
                  </a:lnTo>
                  <a:lnTo>
                    <a:pt x="844105" y="160261"/>
                  </a:lnTo>
                  <a:lnTo>
                    <a:pt x="817168" y="127635"/>
                  </a:lnTo>
                  <a:lnTo>
                    <a:pt x="784529" y="100685"/>
                  </a:lnTo>
                  <a:lnTo>
                    <a:pt x="747090" y="80340"/>
                  </a:lnTo>
                  <a:lnTo>
                    <a:pt x="705726" y="67475"/>
                  </a:lnTo>
                  <a:lnTo>
                    <a:pt x="661352" y="62992"/>
                  </a:lnTo>
                  <a:lnTo>
                    <a:pt x="611428" y="68618"/>
                  </a:lnTo>
                  <a:lnTo>
                    <a:pt x="565315" y="84772"/>
                  </a:lnTo>
                  <a:lnTo>
                    <a:pt x="524395" y="110337"/>
                  </a:lnTo>
                  <a:lnTo>
                    <a:pt x="490080" y="144233"/>
                  </a:lnTo>
                  <a:lnTo>
                    <a:pt x="463740" y="185356"/>
                  </a:lnTo>
                  <a:lnTo>
                    <a:pt x="446786" y="232587"/>
                  </a:lnTo>
                  <a:lnTo>
                    <a:pt x="477443" y="239826"/>
                  </a:lnTo>
                  <a:lnTo>
                    <a:pt x="495884" y="191846"/>
                  </a:lnTo>
                  <a:lnTo>
                    <a:pt x="525551" y="151701"/>
                  </a:lnTo>
                  <a:lnTo>
                    <a:pt x="564388" y="121005"/>
                  </a:lnTo>
                  <a:lnTo>
                    <a:pt x="610349" y="101384"/>
                  </a:lnTo>
                  <a:lnTo>
                    <a:pt x="661352" y="94488"/>
                  </a:lnTo>
                  <a:lnTo>
                    <a:pt x="711530" y="101244"/>
                  </a:lnTo>
                  <a:lnTo>
                    <a:pt x="756653" y="120319"/>
                  </a:lnTo>
                  <a:lnTo>
                    <a:pt x="794905" y="149898"/>
                  </a:lnTo>
                  <a:lnTo>
                    <a:pt x="824484" y="188150"/>
                  </a:lnTo>
                  <a:lnTo>
                    <a:pt x="843559" y="233260"/>
                  </a:lnTo>
                  <a:lnTo>
                    <a:pt x="850315" y="283438"/>
                  </a:lnTo>
                  <a:lnTo>
                    <a:pt x="843559" y="333616"/>
                  </a:lnTo>
                  <a:lnTo>
                    <a:pt x="824484" y="378739"/>
                  </a:lnTo>
                  <a:lnTo>
                    <a:pt x="794905" y="416991"/>
                  </a:lnTo>
                  <a:lnTo>
                    <a:pt x="756653" y="446570"/>
                  </a:lnTo>
                  <a:lnTo>
                    <a:pt x="711530" y="465645"/>
                  </a:lnTo>
                  <a:lnTo>
                    <a:pt x="661352" y="472401"/>
                  </a:lnTo>
                  <a:lnTo>
                    <a:pt x="654050" y="472262"/>
                  </a:lnTo>
                  <a:lnTo>
                    <a:pt x="646747" y="471843"/>
                  </a:lnTo>
                  <a:lnTo>
                    <a:pt x="639483" y="471157"/>
                  </a:lnTo>
                  <a:lnTo>
                    <a:pt x="632256" y="470179"/>
                  </a:lnTo>
                  <a:lnTo>
                    <a:pt x="627443" y="501307"/>
                  </a:lnTo>
                  <a:lnTo>
                    <a:pt x="635863" y="502437"/>
                  </a:lnTo>
                  <a:lnTo>
                    <a:pt x="644334" y="503250"/>
                  </a:lnTo>
                  <a:lnTo>
                    <a:pt x="652843" y="503732"/>
                  </a:lnTo>
                  <a:lnTo>
                    <a:pt x="661352" y="503897"/>
                  </a:lnTo>
                  <a:lnTo>
                    <a:pt x="705726" y="499414"/>
                  </a:lnTo>
                  <a:lnTo>
                    <a:pt x="747090" y="486549"/>
                  </a:lnTo>
                  <a:lnTo>
                    <a:pt x="784529" y="466191"/>
                  </a:lnTo>
                  <a:lnTo>
                    <a:pt x="817168" y="439254"/>
                  </a:lnTo>
                  <a:lnTo>
                    <a:pt x="844105" y="406615"/>
                  </a:lnTo>
                  <a:lnTo>
                    <a:pt x="864450" y="369176"/>
                  </a:lnTo>
                  <a:lnTo>
                    <a:pt x="877316" y="327812"/>
                  </a:lnTo>
                  <a:lnTo>
                    <a:pt x="881799" y="283438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2" name="Google Shape;312;p14"/>
          <p:cNvSpPr/>
          <p:nvPr/>
        </p:nvSpPr>
        <p:spPr>
          <a:xfrm>
            <a:off x="6830927" y="4073676"/>
            <a:ext cx="976322" cy="944880"/>
          </a:xfrm>
          <a:custGeom>
            <a:rect b="b" l="l" r="r" t="t"/>
            <a:pathLst>
              <a:path extrusionOk="0" h="944879" w="944879">
                <a:moveTo>
                  <a:pt x="708317" y="472325"/>
                </a:moveTo>
                <a:lnTo>
                  <a:pt x="703605" y="425792"/>
                </a:lnTo>
                <a:lnTo>
                  <a:pt x="689737" y="380657"/>
                </a:lnTo>
                <a:lnTo>
                  <a:pt x="667969" y="340626"/>
                </a:lnTo>
                <a:lnTo>
                  <a:pt x="639165" y="305752"/>
                </a:lnTo>
                <a:lnTo>
                  <a:pt x="604215" y="276910"/>
                </a:lnTo>
                <a:lnTo>
                  <a:pt x="564146" y="255155"/>
                </a:lnTo>
                <a:lnTo>
                  <a:pt x="519887" y="241401"/>
                </a:lnTo>
                <a:lnTo>
                  <a:pt x="472414" y="236601"/>
                </a:lnTo>
                <a:lnTo>
                  <a:pt x="454279" y="237286"/>
                </a:lnTo>
                <a:lnTo>
                  <a:pt x="401269" y="247523"/>
                </a:lnTo>
                <a:lnTo>
                  <a:pt x="395401" y="252717"/>
                </a:lnTo>
                <a:lnTo>
                  <a:pt x="397789" y="260261"/>
                </a:lnTo>
                <a:lnTo>
                  <a:pt x="401815" y="262356"/>
                </a:lnTo>
                <a:lnTo>
                  <a:pt x="405561" y="261162"/>
                </a:lnTo>
                <a:lnTo>
                  <a:pt x="421881" y="256692"/>
                </a:lnTo>
                <a:lnTo>
                  <a:pt x="438505" y="253492"/>
                </a:lnTo>
                <a:lnTo>
                  <a:pt x="455371" y="251561"/>
                </a:lnTo>
                <a:lnTo>
                  <a:pt x="472414" y="250913"/>
                </a:lnTo>
                <a:lnTo>
                  <a:pt x="517017" y="255422"/>
                </a:lnTo>
                <a:lnTo>
                  <a:pt x="558584" y="268338"/>
                </a:lnTo>
                <a:lnTo>
                  <a:pt x="596214" y="288772"/>
                </a:lnTo>
                <a:lnTo>
                  <a:pt x="629031" y="315836"/>
                </a:lnTo>
                <a:lnTo>
                  <a:pt x="656107" y="348615"/>
                </a:lnTo>
                <a:lnTo>
                  <a:pt x="676567" y="386219"/>
                </a:lnTo>
                <a:lnTo>
                  <a:pt x="689495" y="427761"/>
                </a:lnTo>
                <a:lnTo>
                  <a:pt x="694016" y="472325"/>
                </a:lnTo>
                <a:lnTo>
                  <a:pt x="690372" y="511898"/>
                </a:lnTo>
                <a:lnTo>
                  <a:pt x="690283" y="512876"/>
                </a:lnTo>
                <a:lnTo>
                  <a:pt x="679348" y="551522"/>
                </a:lnTo>
                <a:lnTo>
                  <a:pt x="661568" y="587502"/>
                </a:lnTo>
                <a:lnTo>
                  <a:pt x="637349" y="620001"/>
                </a:lnTo>
                <a:lnTo>
                  <a:pt x="627062" y="605320"/>
                </a:lnTo>
                <a:lnTo>
                  <a:pt x="627062" y="630859"/>
                </a:lnTo>
                <a:lnTo>
                  <a:pt x="624840" y="633018"/>
                </a:lnTo>
                <a:lnTo>
                  <a:pt x="617702" y="639406"/>
                </a:lnTo>
                <a:lnTo>
                  <a:pt x="615238" y="641756"/>
                </a:lnTo>
                <a:lnTo>
                  <a:pt x="609549" y="646404"/>
                </a:lnTo>
                <a:lnTo>
                  <a:pt x="606336" y="648703"/>
                </a:lnTo>
                <a:lnTo>
                  <a:pt x="600481" y="652995"/>
                </a:lnTo>
                <a:lnTo>
                  <a:pt x="597890" y="655027"/>
                </a:lnTo>
                <a:lnTo>
                  <a:pt x="591820" y="659053"/>
                </a:lnTo>
                <a:lnTo>
                  <a:pt x="588378" y="661035"/>
                </a:lnTo>
                <a:lnTo>
                  <a:pt x="582180" y="664692"/>
                </a:lnTo>
                <a:lnTo>
                  <a:pt x="579462" y="666445"/>
                </a:lnTo>
                <a:lnTo>
                  <a:pt x="573049" y="669848"/>
                </a:lnTo>
                <a:lnTo>
                  <a:pt x="569379" y="671487"/>
                </a:lnTo>
                <a:lnTo>
                  <a:pt x="562876" y="674522"/>
                </a:lnTo>
                <a:lnTo>
                  <a:pt x="560070" y="675957"/>
                </a:lnTo>
                <a:lnTo>
                  <a:pt x="553351" y="678726"/>
                </a:lnTo>
                <a:lnTo>
                  <a:pt x="549402" y="680021"/>
                </a:lnTo>
                <a:lnTo>
                  <a:pt x="542620" y="682383"/>
                </a:lnTo>
                <a:lnTo>
                  <a:pt x="539813" y="683514"/>
                </a:lnTo>
                <a:lnTo>
                  <a:pt x="532765" y="685660"/>
                </a:lnTo>
                <a:lnTo>
                  <a:pt x="528497" y="686587"/>
                </a:lnTo>
                <a:lnTo>
                  <a:pt x="521487" y="688263"/>
                </a:lnTo>
                <a:lnTo>
                  <a:pt x="518769" y="689089"/>
                </a:lnTo>
                <a:lnTo>
                  <a:pt x="511175" y="690587"/>
                </a:lnTo>
                <a:lnTo>
                  <a:pt x="499097" y="692111"/>
                </a:lnTo>
                <a:lnTo>
                  <a:pt x="496773" y="692594"/>
                </a:lnTo>
                <a:lnTo>
                  <a:pt x="487159" y="693534"/>
                </a:lnTo>
                <a:lnTo>
                  <a:pt x="479818" y="693915"/>
                </a:lnTo>
                <a:lnTo>
                  <a:pt x="465023" y="693915"/>
                </a:lnTo>
                <a:lnTo>
                  <a:pt x="457682" y="693534"/>
                </a:lnTo>
                <a:lnTo>
                  <a:pt x="448068" y="692594"/>
                </a:lnTo>
                <a:lnTo>
                  <a:pt x="445719" y="692111"/>
                </a:lnTo>
                <a:lnTo>
                  <a:pt x="438619" y="691184"/>
                </a:lnTo>
                <a:lnTo>
                  <a:pt x="433666" y="690587"/>
                </a:lnTo>
                <a:lnTo>
                  <a:pt x="426085" y="689089"/>
                </a:lnTo>
                <a:lnTo>
                  <a:pt x="423265" y="688263"/>
                </a:lnTo>
                <a:lnTo>
                  <a:pt x="416407" y="686587"/>
                </a:lnTo>
                <a:lnTo>
                  <a:pt x="412165" y="685660"/>
                </a:lnTo>
                <a:lnTo>
                  <a:pt x="404939" y="683514"/>
                </a:lnTo>
                <a:lnTo>
                  <a:pt x="402132" y="682383"/>
                </a:lnTo>
                <a:lnTo>
                  <a:pt x="398894" y="681215"/>
                </a:lnTo>
                <a:lnTo>
                  <a:pt x="395439" y="680021"/>
                </a:lnTo>
                <a:lnTo>
                  <a:pt x="391452" y="678726"/>
                </a:lnTo>
                <a:lnTo>
                  <a:pt x="384759" y="675957"/>
                </a:lnTo>
                <a:lnTo>
                  <a:pt x="381685" y="674395"/>
                </a:lnTo>
                <a:lnTo>
                  <a:pt x="375183" y="671347"/>
                </a:lnTo>
                <a:lnTo>
                  <a:pt x="371817" y="669848"/>
                </a:lnTo>
                <a:lnTo>
                  <a:pt x="365391" y="666445"/>
                </a:lnTo>
                <a:lnTo>
                  <a:pt x="362419" y="664565"/>
                </a:lnTo>
                <a:lnTo>
                  <a:pt x="356501" y="661035"/>
                </a:lnTo>
                <a:lnTo>
                  <a:pt x="352996" y="659053"/>
                </a:lnTo>
                <a:lnTo>
                  <a:pt x="346964" y="655027"/>
                </a:lnTo>
                <a:lnTo>
                  <a:pt x="344335" y="652995"/>
                </a:lnTo>
                <a:lnTo>
                  <a:pt x="338353" y="648563"/>
                </a:lnTo>
                <a:lnTo>
                  <a:pt x="335280" y="646404"/>
                </a:lnTo>
                <a:lnTo>
                  <a:pt x="329615" y="641756"/>
                </a:lnTo>
                <a:lnTo>
                  <a:pt x="327139" y="639406"/>
                </a:lnTo>
                <a:lnTo>
                  <a:pt x="319989" y="633018"/>
                </a:lnTo>
                <a:lnTo>
                  <a:pt x="317779" y="630859"/>
                </a:lnTo>
                <a:lnTo>
                  <a:pt x="323964" y="620039"/>
                </a:lnTo>
                <a:lnTo>
                  <a:pt x="324358" y="619340"/>
                </a:lnTo>
                <a:lnTo>
                  <a:pt x="331800" y="608406"/>
                </a:lnTo>
                <a:lnTo>
                  <a:pt x="375767" y="566521"/>
                </a:lnTo>
                <a:lnTo>
                  <a:pt x="438150" y="540664"/>
                </a:lnTo>
                <a:lnTo>
                  <a:pt x="472414" y="537311"/>
                </a:lnTo>
                <a:lnTo>
                  <a:pt x="519963" y="543801"/>
                </a:lnTo>
                <a:lnTo>
                  <a:pt x="562940" y="562394"/>
                </a:lnTo>
                <a:lnTo>
                  <a:pt x="599313" y="591845"/>
                </a:lnTo>
                <a:lnTo>
                  <a:pt x="627062" y="630859"/>
                </a:lnTo>
                <a:lnTo>
                  <a:pt x="627062" y="605320"/>
                </a:lnTo>
                <a:lnTo>
                  <a:pt x="586066" y="560895"/>
                </a:lnTo>
                <a:lnTo>
                  <a:pt x="552742" y="540816"/>
                </a:lnTo>
                <a:lnTo>
                  <a:pt x="516115" y="528142"/>
                </a:lnTo>
                <a:lnTo>
                  <a:pt x="515658" y="528142"/>
                </a:lnTo>
                <a:lnTo>
                  <a:pt x="523951" y="522947"/>
                </a:lnTo>
                <a:lnTo>
                  <a:pt x="562038" y="489115"/>
                </a:lnTo>
                <a:lnTo>
                  <a:pt x="580110" y="429577"/>
                </a:lnTo>
                <a:lnTo>
                  <a:pt x="571627" y="387731"/>
                </a:lnTo>
                <a:lnTo>
                  <a:pt x="565797" y="379095"/>
                </a:lnTo>
                <a:lnTo>
                  <a:pt x="565797" y="429577"/>
                </a:lnTo>
                <a:lnTo>
                  <a:pt x="558444" y="465886"/>
                </a:lnTo>
                <a:lnTo>
                  <a:pt x="538416" y="495566"/>
                </a:lnTo>
                <a:lnTo>
                  <a:pt x="508736" y="515607"/>
                </a:lnTo>
                <a:lnTo>
                  <a:pt x="472440" y="522947"/>
                </a:lnTo>
                <a:lnTo>
                  <a:pt x="436143" y="515607"/>
                </a:lnTo>
                <a:lnTo>
                  <a:pt x="406476" y="495566"/>
                </a:lnTo>
                <a:lnTo>
                  <a:pt x="386448" y="465886"/>
                </a:lnTo>
                <a:lnTo>
                  <a:pt x="379107" y="429577"/>
                </a:lnTo>
                <a:lnTo>
                  <a:pt x="386448" y="393293"/>
                </a:lnTo>
                <a:lnTo>
                  <a:pt x="406476" y="363626"/>
                </a:lnTo>
                <a:lnTo>
                  <a:pt x="436143" y="343598"/>
                </a:lnTo>
                <a:lnTo>
                  <a:pt x="472440" y="336245"/>
                </a:lnTo>
                <a:lnTo>
                  <a:pt x="508736" y="343598"/>
                </a:lnTo>
                <a:lnTo>
                  <a:pt x="538416" y="363626"/>
                </a:lnTo>
                <a:lnTo>
                  <a:pt x="558444" y="393293"/>
                </a:lnTo>
                <a:lnTo>
                  <a:pt x="565797" y="429577"/>
                </a:lnTo>
                <a:lnTo>
                  <a:pt x="565797" y="379095"/>
                </a:lnTo>
                <a:lnTo>
                  <a:pt x="548538" y="353504"/>
                </a:lnTo>
                <a:lnTo>
                  <a:pt x="522947" y="336245"/>
                </a:lnTo>
                <a:lnTo>
                  <a:pt x="514299" y="330415"/>
                </a:lnTo>
                <a:lnTo>
                  <a:pt x="472440" y="321945"/>
                </a:lnTo>
                <a:lnTo>
                  <a:pt x="430568" y="330415"/>
                </a:lnTo>
                <a:lnTo>
                  <a:pt x="396354" y="353504"/>
                </a:lnTo>
                <a:lnTo>
                  <a:pt x="373265" y="387731"/>
                </a:lnTo>
                <a:lnTo>
                  <a:pt x="364794" y="429577"/>
                </a:lnTo>
                <a:lnTo>
                  <a:pt x="369531" y="461213"/>
                </a:lnTo>
                <a:lnTo>
                  <a:pt x="382803" y="489115"/>
                </a:lnTo>
                <a:lnTo>
                  <a:pt x="403199" y="511898"/>
                </a:lnTo>
                <a:lnTo>
                  <a:pt x="429272" y="528142"/>
                </a:lnTo>
                <a:lnTo>
                  <a:pt x="404431" y="535762"/>
                </a:lnTo>
                <a:lnTo>
                  <a:pt x="359029" y="560895"/>
                </a:lnTo>
                <a:lnTo>
                  <a:pt x="330047" y="587819"/>
                </a:lnTo>
                <a:lnTo>
                  <a:pt x="307505" y="620039"/>
                </a:lnTo>
                <a:lnTo>
                  <a:pt x="283248" y="587502"/>
                </a:lnTo>
                <a:lnTo>
                  <a:pt x="265480" y="551522"/>
                </a:lnTo>
                <a:lnTo>
                  <a:pt x="254546" y="512876"/>
                </a:lnTo>
                <a:lnTo>
                  <a:pt x="250825" y="472325"/>
                </a:lnTo>
                <a:lnTo>
                  <a:pt x="257556" y="418020"/>
                </a:lnTo>
                <a:lnTo>
                  <a:pt x="277025" y="367792"/>
                </a:lnTo>
                <a:lnTo>
                  <a:pt x="308089" y="323735"/>
                </a:lnTo>
                <a:lnTo>
                  <a:pt x="349643" y="287972"/>
                </a:lnTo>
                <a:lnTo>
                  <a:pt x="352933" y="285788"/>
                </a:lnTo>
                <a:lnTo>
                  <a:pt x="353822" y="281330"/>
                </a:lnTo>
                <a:lnTo>
                  <a:pt x="349427" y="274751"/>
                </a:lnTo>
                <a:lnTo>
                  <a:pt x="344944" y="273875"/>
                </a:lnTo>
                <a:lnTo>
                  <a:pt x="341706" y="276072"/>
                </a:lnTo>
                <a:lnTo>
                  <a:pt x="305473" y="305752"/>
                </a:lnTo>
                <a:lnTo>
                  <a:pt x="276225" y="341363"/>
                </a:lnTo>
                <a:lnTo>
                  <a:pt x="254571" y="381749"/>
                </a:lnTo>
                <a:lnTo>
                  <a:pt x="241134" y="425792"/>
                </a:lnTo>
                <a:lnTo>
                  <a:pt x="236524" y="472325"/>
                </a:lnTo>
                <a:lnTo>
                  <a:pt x="240931" y="518071"/>
                </a:lnTo>
                <a:lnTo>
                  <a:pt x="253898" y="561517"/>
                </a:lnTo>
                <a:lnTo>
                  <a:pt x="275005" y="601649"/>
                </a:lnTo>
                <a:lnTo>
                  <a:pt x="303860" y="637451"/>
                </a:lnTo>
                <a:lnTo>
                  <a:pt x="340118" y="667766"/>
                </a:lnTo>
                <a:lnTo>
                  <a:pt x="380987" y="689952"/>
                </a:lnTo>
                <a:lnTo>
                  <a:pt x="425475" y="703580"/>
                </a:lnTo>
                <a:lnTo>
                  <a:pt x="472414" y="708215"/>
                </a:lnTo>
                <a:lnTo>
                  <a:pt x="484327" y="707923"/>
                </a:lnTo>
                <a:lnTo>
                  <a:pt x="553008" y="694182"/>
                </a:lnTo>
                <a:lnTo>
                  <a:pt x="553593" y="693915"/>
                </a:lnTo>
                <a:lnTo>
                  <a:pt x="584492" y="680021"/>
                </a:lnTo>
                <a:lnTo>
                  <a:pt x="616381" y="659053"/>
                </a:lnTo>
                <a:lnTo>
                  <a:pt x="655002" y="620039"/>
                </a:lnTo>
                <a:lnTo>
                  <a:pt x="690930" y="561517"/>
                </a:lnTo>
                <a:lnTo>
                  <a:pt x="703897" y="518071"/>
                </a:lnTo>
                <a:lnTo>
                  <a:pt x="708317" y="472325"/>
                </a:lnTo>
                <a:close/>
              </a:path>
              <a:path extrusionOk="0" h="944879" w="944879">
                <a:moveTo>
                  <a:pt x="944803" y="449783"/>
                </a:moveTo>
                <a:lnTo>
                  <a:pt x="924750" y="415836"/>
                </a:lnTo>
                <a:lnTo>
                  <a:pt x="829818" y="399605"/>
                </a:lnTo>
                <a:lnTo>
                  <a:pt x="822960" y="397598"/>
                </a:lnTo>
                <a:lnTo>
                  <a:pt x="817130" y="393877"/>
                </a:lnTo>
                <a:lnTo>
                  <a:pt x="812673" y="388721"/>
                </a:lnTo>
                <a:lnTo>
                  <a:pt x="809904" y="382435"/>
                </a:lnTo>
                <a:lnTo>
                  <a:pt x="803148" y="360121"/>
                </a:lnTo>
                <a:lnTo>
                  <a:pt x="795007" y="338429"/>
                </a:lnTo>
                <a:lnTo>
                  <a:pt x="785495" y="317449"/>
                </a:lnTo>
                <a:lnTo>
                  <a:pt x="774649" y="297256"/>
                </a:lnTo>
                <a:lnTo>
                  <a:pt x="772121" y="290817"/>
                </a:lnTo>
                <a:lnTo>
                  <a:pt x="771601" y="283984"/>
                </a:lnTo>
                <a:lnTo>
                  <a:pt x="773087" y="277202"/>
                </a:lnTo>
                <a:lnTo>
                  <a:pt x="776528" y="270916"/>
                </a:lnTo>
                <a:lnTo>
                  <a:pt x="826211" y="204749"/>
                </a:lnTo>
                <a:lnTo>
                  <a:pt x="832421" y="192265"/>
                </a:lnTo>
                <a:lnTo>
                  <a:pt x="822629" y="154051"/>
                </a:lnTo>
                <a:lnTo>
                  <a:pt x="790816" y="122224"/>
                </a:lnTo>
                <a:lnTo>
                  <a:pt x="766114" y="111023"/>
                </a:lnTo>
                <a:lnTo>
                  <a:pt x="752563" y="112433"/>
                </a:lnTo>
                <a:lnTo>
                  <a:pt x="740054" y="118668"/>
                </a:lnTo>
                <a:lnTo>
                  <a:pt x="674039" y="168427"/>
                </a:lnTo>
                <a:lnTo>
                  <a:pt x="667702" y="171856"/>
                </a:lnTo>
                <a:lnTo>
                  <a:pt x="660768" y="173266"/>
                </a:lnTo>
                <a:lnTo>
                  <a:pt x="653707" y="172618"/>
                </a:lnTo>
                <a:lnTo>
                  <a:pt x="646950" y="169913"/>
                </a:lnTo>
                <a:lnTo>
                  <a:pt x="635368" y="163410"/>
                </a:lnTo>
                <a:lnTo>
                  <a:pt x="613270" y="152882"/>
                </a:lnTo>
                <a:lnTo>
                  <a:pt x="596671" y="146037"/>
                </a:lnTo>
                <a:lnTo>
                  <a:pt x="579704" y="140055"/>
                </a:lnTo>
                <a:lnTo>
                  <a:pt x="562457" y="134937"/>
                </a:lnTo>
                <a:lnTo>
                  <a:pt x="556133" y="132168"/>
                </a:lnTo>
                <a:lnTo>
                  <a:pt x="550964" y="127698"/>
                </a:lnTo>
                <a:lnTo>
                  <a:pt x="547230" y="121869"/>
                </a:lnTo>
                <a:lnTo>
                  <a:pt x="545223" y="115011"/>
                </a:lnTo>
                <a:lnTo>
                  <a:pt x="533425" y="33248"/>
                </a:lnTo>
                <a:lnTo>
                  <a:pt x="528967" y="20066"/>
                </a:lnTo>
                <a:lnTo>
                  <a:pt x="520395" y="9525"/>
                </a:lnTo>
                <a:lnTo>
                  <a:pt x="508736" y="2540"/>
                </a:lnTo>
                <a:lnTo>
                  <a:pt x="495046" y="0"/>
                </a:lnTo>
                <a:lnTo>
                  <a:pt x="450088" y="0"/>
                </a:lnTo>
                <a:lnTo>
                  <a:pt x="416153" y="20066"/>
                </a:lnTo>
                <a:lnTo>
                  <a:pt x="399910" y="114973"/>
                </a:lnTo>
                <a:lnTo>
                  <a:pt x="397929" y="121831"/>
                </a:lnTo>
                <a:lnTo>
                  <a:pt x="394208" y="127660"/>
                </a:lnTo>
                <a:lnTo>
                  <a:pt x="389039" y="132130"/>
                </a:lnTo>
                <a:lnTo>
                  <a:pt x="382727" y="134899"/>
                </a:lnTo>
                <a:lnTo>
                  <a:pt x="360451" y="141617"/>
                </a:lnTo>
                <a:lnTo>
                  <a:pt x="338734" y="149771"/>
                </a:lnTo>
                <a:lnTo>
                  <a:pt x="317665" y="159308"/>
                </a:lnTo>
                <a:lnTo>
                  <a:pt x="297307" y="170218"/>
                </a:lnTo>
                <a:lnTo>
                  <a:pt x="290868" y="172745"/>
                </a:lnTo>
                <a:lnTo>
                  <a:pt x="284035" y="173240"/>
                </a:lnTo>
                <a:lnTo>
                  <a:pt x="277253" y="171729"/>
                </a:lnTo>
                <a:lnTo>
                  <a:pt x="270967" y="168262"/>
                </a:lnTo>
                <a:lnTo>
                  <a:pt x="205066" y="118656"/>
                </a:lnTo>
                <a:lnTo>
                  <a:pt x="192582" y="112433"/>
                </a:lnTo>
                <a:lnTo>
                  <a:pt x="154317" y="122212"/>
                </a:lnTo>
                <a:lnTo>
                  <a:pt x="122516" y="154051"/>
                </a:lnTo>
                <a:lnTo>
                  <a:pt x="111315" y="178727"/>
                </a:lnTo>
                <a:lnTo>
                  <a:pt x="112725" y="192252"/>
                </a:lnTo>
                <a:lnTo>
                  <a:pt x="118922" y="204736"/>
                </a:lnTo>
                <a:lnTo>
                  <a:pt x="167360" y="269265"/>
                </a:lnTo>
                <a:lnTo>
                  <a:pt x="169252" y="299694"/>
                </a:lnTo>
                <a:lnTo>
                  <a:pt x="158648" y="319697"/>
                </a:lnTo>
                <a:lnTo>
                  <a:pt x="149428" y="340131"/>
                </a:lnTo>
                <a:lnTo>
                  <a:pt x="141605" y="360946"/>
                </a:lnTo>
                <a:lnTo>
                  <a:pt x="135216" y="382066"/>
                </a:lnTo>
                <a:lnTo>
                  <a:pt x="132410" y="388518"/>
                </a:lnTo>
                <a:lnTo>
                  <a:pt x="127927" y="393788"/>
                </a:lnTo>
                <a:lnTo>
                  <a:pt x="122097" y="397573"/>
                </a:lnTo>
                <a:lnTo>
                  <a:pt x="115239" y="399605"/>
                </a:lnTo>
                <a:lnTo>
                  <a:pt x="33261" y="411391"/>
                </a:lnTo>
                <a:lnTo>
                  <a:pt x="20066" y="415848"/>
                </a:lnTo>
                <a:lnTo>
                  <a:pt x="9525" y="424421"/>
                </a:lnTo>
                <a:lnTo>
                  <a:pt x="2540" y="436079"/>
                </a:lnTo>
                <a:lnTo>
                  <a:pt x="0" y="449783"/>
                </a:lnTo>
                <a:lnTo>
                  <a:pt x="0" y="494969"/>
                </a:lnTo>
                <a:lnTo>
                  <a:pt x="20129" y="528929"/>
                </a:lnTo>
                <a:lnTo>
                  <a:pt x="115201" y="544944"/>
                </a:lnTo>
                <a:lnTo>
                  <a:pt x="122085" y="546963"/>
                </a:lnTo>
                <a:lnTo>
                  <a:pt x="127939" y="550760"/>
                </a:lnTo>
                <a:lnTo>
                  <a:pt x="132435" y="556044"/>
                </a:lnTo>
                <a:lnTo>
                  <a:pt x="135242" y="562521"/>
                </a:lnTo>
                <a:lnTo>
                  <a:pt x="141846" y="584327"/>
                </a:lnTo>
                <a:lnTo>
                  <a:pt x="149910" y="605701"/>
                </a:lnTo>
                <a:lnTo>
                  <a:pt x="159410" y="626567"/>
                </a:lnTo>
                <a:lnTo>
                  <a:pt x="170307" y="646849"/>
                </a:lnTo>
                <a:lnTo>
                  <a:pt x="172910" y="653453"/>
                </a:lnTo>
                <a:lnTo>
                  <a:pt x="173469" y="660400"/>
                </a:lnTo>
                <a:lnTo>
                  <a:pt x="171996" y="667232"/>
                </a:lnTo>
                <a:lnTo>
                  <a:pt x="168541" y="673531"/>
                </a:lnTo>
                <a:lnTo>
                  <a:pt x="118859" y="739762"/>
                </a:lnTo>
                <a:lnTo>
                  <a:pt x="112674" y="752246"/>
                </a:lnTo>
                <a:lnTo>
                  <a:pt x="122478" y="790435"/>
                </a:lnTo>
                <a:lnTo>
                  <a:pt x="154368" y="822325"/>
                </a:lnTo>
                <a:lnTo>
                  <a:pt x="179019" y="833513"/>
                </a:lnTo>
                <a:lnTo>
                  <a:pt x="192557" y="832116"/>
                </a:lnTo>
                <a:lnTo>
                  <a:pt x="205041" y="825931"/>
                </a:lnTo>
                <a:lnTo>
                  <a:pt x="270967" y="776490"/>
                </a:lnTo>
                <a:lnTo>
                  <a:pt x="277241" y="773049"/>
                </a:lnTo>
                <a:lnTo>
                  <a:pt x="283997" y="771563"/>
                </a:lnTo>
                <a:lnTo>
                  <a:pt x="290817" y="772071"/>
                </a:lnTo>
                <a:lnTo>
                  <a:pt x="297256" y="774573"/>
                </a:lnTo>
                <a:lnTo>
                  <a:pt x="317639" y="785495"/>
                </a:lnTo>
                <a:lnTo>
                  <a:pt x="338721" y="795045"/>
                </a:lnTo>
                <a:lnTo>
                  <a:pt x="360438" y="803198"/>
                </a:lnTo>
                <a:lnTo>
                  <a:pt x="382727" y="809917"/>
                </a:lnTo>
                <a:lnTo>
                  <a:pt x="389039" y="812685"/>
                </a:lnTo>
                <a:lnTo>
                  <a:pt x="394208" y="817143"/>
                </a:lnTo>
                <a:lnTo>
                  <a:pt x="397929" y="822972"/>
                </a:lnTo>
                <a:lnTo>
                  <a:pt x="399910" y="829830"/>
                </a:lnTo>
                <a:lnTo>
                  <a:pt x="411695" y="911567"/>
                </a:lnTo>
                <a:lnTo>
                  <a:pt x="416153" y="924750"/>
                </a:lnTo>
                <a:lnTo>
                  <a:pt x="424738" y="935291"/>
                </a:lnTo>
                <a:lnTo>
                  <a:pt x="436397" y="942276"/>
                </a:lnTo>
                <a:lnTo>
                  <a:pt x="450088" y="944803"/>
                </a:lnTo>
                <a:lnTo>
                  <a:pt x="495046" y="944803"/>
                </a:lnTo>
                <a:lnTo>
                  <a:pt x="528967" y="924750"/>
                </a:lnTo>
                <a:lnTo>
                  <a:pt x="545211" y="829805"/>
                </a:lnTo>
                <a:lnTo>
                  <a:pt x="547217" y="822960"/>
                </a:lnTo>
                <a:lnTo>
                  <a:pt x="550938" y="817130"/>
                </a:lnTo>
                <a:lnTo>
                  <a:pt x="556094" y="812673"/>
                </a:lnTo>
                <a:lnTo>
                  <a:pt x="562381" y="809904"/>
                </a:lnTo>
                <a:lnTo>
                  <a:pt x="584758" y="803122"/>
                </a:lnTo>
                <a:lnTo>
                  <a:pt x="606463" y="794931"/>
                </a:lnTo>
                <a:lnTo>
                  <a:pt x="627430" y="785355"/>
                </a:lnTo>
                <a:lnTo>
                  <a:pt x="647573" y="774433"/>
                </a:lnTo>
                <a:lnTo>
                  <a:pt x="654037" y="771867"/>
                </a:lnTo>
                <a:lnTo>
                  <a:pt x="660895" y="771347"/>
                </a:lnTo>
                <a:lnTo>
                  <a:pt x="667689" y="772845"/>
                </a:lnTo>
                <a:lnTo>
                  <a:pt x="673989" y="776300"/>
                </a:lnTo>
                <a:lnTo>
                  <a:pt x="740067" y="825906"/>
                </a:lnTo>
                <a:lnTo>
                  <a:pt x="752563" y="832129"/>
                </a:lnTo>
                <a:lnTo>
                  <a:pt x="790778" y="822312"/>
                </a:lnTo>
                <a:lnTo>
                  <a:pt x="822604" y="790486"/>
                </a:lnTo>
                <a:lnTo>
                  <a:pt x="833805" y="765771"/>
                </a:lnTo>
                <a:lnTo>
                  <a:pt x="832383" y="752233"/>
                </a:lnTo>
                <a:lnTo>
                  <a:pt x="826147" y="739736"/>
                </a:lnTo>
                <a:lnTo>
                  <a:pt x="776528" y="673862"/>
                </a:lnTo>
                <a:lnTo>
                  <a:pt x="773087" y="667588"/>
                </a:lnTo>
                <a:lnTo>
                  <a:pt x="771588" y="660806"/>
                </a:lnTo>
                <a:lnTo>
                  <a:pt x="772083" y="653973"/>
                </a:lnTo>
                <a:lnTo>
                  <a:pt x="774611" y="647522"/>
                </a:lnTo>
                <a:lnTo>
                  <a:pt x="776579" y="644105"/>
                </a:lnTo>
                <a:lnTo>
                  <a:pt x="775423" y="639724"/>
                </a:lnTo>
                <a:lnTo>
                  <a:pt x="768604" y="635762"/>
                </a:lnTo>
                <a:lnTo>
                  <a:pt x="764209" y="636892"/>
                </a:lnTo>
                <a:lnTo>
                  <a:pt x="762215" y="640334"/>
                </a:lnTo>
                <a:lnTo>
                  <a:pt x="758139" y="650697"/>
                </a:lnTo>
                <a:lnTo>
                  <a:pt x="757301" y="661644"/>
                </a:lnTo>
                <a:lnTo>
                  <a:pt x="759637" y="672465"/>
                </a:lnTo>
                <a:lnTo>
                  <a:pt x="765111" y="682459"/>
                </a:lnTo>
                <a:lnTo>
                  <a:pt x="814717" y="748347"/>
                </a:lnTo>
                <a:lnTo>
                  <a:pt x="818654" y="756234"/>
                </a:lnTo>
                <a:lnTo>
                  <a:pt x="780669" y="812190"/>
                </a:lnTo>
                <a:lnTo>
                  <a:pt x="765073" y="819264"/>
                </a:lnTo>
                <a:lnTo>
                  <a:pt x="756526" y="818375"/>
                </a:lnTo>
                <a:lnTo>
                  <a:pt x="748652" y="814476"/>
                </a:lnTo>
                <a:lnTo>
                  <a:pt x="682574" y="764857"/>
                </a:lnTo>
                <a:lnTo>
                  <a:pt x="672541" y="759371"/>
                </a:lnTo>
                <a:lnTo>
                  <a:pt x="661682" y="757059"/>
                </a:lnTo>
                <a:lnTo>
                  <a:pt x="650709" y="757961"/>
                </a:lnTo>
                <a:lnTo>
                  <a:pt x="640321" y="762101"/>
                </a:lnTo>
                <a:lnTo>
                  <a:pt x="621030" y="772553"/>
                </a:lnTo>
                <a:lnTo>
                  <a:pt x="600951" y="781723"/>
                </a:lnTo>
                <a:lnTo>
                  <a:pt x="580148" y="789571"/>
                </a:lnTo>
                <a:lnTo>
                  <a:pt x="558685" y="796074"/>
                </a:lnTo>
                <a:lnTo>
                  <a:pt x="548538" y="800506"/>
                </a:lnTo>
                <a:lnTo>
                  <a:pt x="540245" y="807618"/>
                </a:lnTo>
                <a:lnTo>
                  <a:pt x="534263" y="816889"/>
                </a:lnTo>
                <a:lnTo>
                  <a:pt x="531037" y="827773"/>
                </a:lnTo>
                <a:lnTo>
                  <a:pt x="519264" y="909523"/>
                </a:lnTo>
                <a:lnTo>
                  <a:pt x="516458" y="917854"/>
                </a:lnTo>
                <a:lnTo>
                  <a:pt x="511035" y="924496"/>
                </a:lnTo>
                <a:lnTo>
                  <a:pt x="503682" y="928903"/>
                </a:lnTo>
                <a:lnTo>
                  <a:pt x="495046" y="930490"/>
                </a:lnTo>
                <a:lnTo>
                  <a:pt x="450088" y="930490"/>
                </a:lnTo>
                <a:lnTo>
                  <a:pt x="414070" y="827811"/>
                </a:lnTo>
                <a:lnTo>
                  <a:pt x="410870" y="816914"/>
                </a:lnTo>
                <a:lnTo>
                  <a:pt x="404888" y="807643"/>
                </a:lnTo>
                <a:lnTo>
                  <a:pt x="396582" y="800531"/>
                </a:lnTo>
                <a:lnTo>
                  <a:pt x="386410" y="796099"/>
                </a:lnTo>
                <a:lnTo>
                  <a:pt x="365036" y="789647"/>
                </a:lnTo>
                <a:lnTo>
                  <a:pt x="344195" y="781824"/>
                </a:lnTo>
                <a:lnTo>
                  <a:pt x="323977" y="772668"/>
                </a:lnTo>
                <a:lnTo>
                  <a:pt x="304431" y="762203"/>
                </a:lnTo>
                <a:lnTo>
                  <a:pt x="294081" y="758126"/>
                </a:lnTo>
                <a:lnTo>
                  <a:pt x="283159" y="757275"/>
                </a:lnTo>
                <a:lnTo>
                  <a:pt x="272364" y="759599"/>
                </a:lnTo>
                <a:lnTo>
                  <a:pt x="262382" y="765048"/>
                </a:lnTo>
                <a:lnTo>
                  <a:pt x="196456" y="814476"/>
                </a:lnTo>
                <a:lnTo>
                  <a:pt x="188582" y="818400"/>
                </a:lnTo>
                <a:lnTo>
                  <a:pt x="132600" y="780313"/>
                </a:lnTo>
                <a:lnTo>
                  <a:pt x="125539" y="764755"/>
                </a:lnTo>
                <a:lnTo>
                  <a:pt x="126415" y="756221"/>
                </a:lnTo>
                <a:lnTo>
                  <a:pt x="130314" y="748347"/>
                </a:lnTo>
                <a:lnTo>
                  <a:pt x="179971" y="682167"/>
                </a:lnTo>
                <a:lnTo>
                  <a:pt x="185445" y="672160"/>
                </a:lnTo>
                <a:lnTo>
                  <a:pt x="187756" y="661263"/>
                </a:lnTo>
                <a:lnTo>
                  <a:pt x="186855" y="650201"/>
                </a:lnTo>
                <a:lnTo>
                  <a:pt x="182689" y="639660"/>
                </a:lnTo>
                <a:lnTo>
                  <a:pt x="172237" y="620229"/>
                </a:lnTo>
                <a:lnTo>
                  <a:pt x="163131" y="600227"/>
                </a:lnTo>
                <a:lnTo>
                  <a:pt x="155409" y="579742"/>
                </a:lnTo>
                <a:lnTo>
                  <a:pt x="149085" y="558825"/>
                </a:lnTo>
                <a:lnTo>
                  <a:pt x="144614" y="548487"/>
                </a:lnTo>
                <a:lnTo>
                  <a:pt x="137452" y="540054"/>
                </a:lnTo>
                <a:lnTo>
                  <a:pt x="128143" y="533996"/>
                </a:lnTo>
                <a:lnTo>
                  <a:pt x="117208" y="530783"/>
                </a:lnTo>
                <a:lnTo>
                  <a:pt x="35369" y="519188"/>
                </a:lnTo>
                <a:lnTo>
                  <a:pt x="27025" y="516394"/>
                </a:lnTo>
                <a:lnTo>
                  <a:pt x="20345" y="510984"/>
                </a:lnTo>
                <a:lnTo>
                  <a:pt x="15913" y="503631"/>
                </a:lnTo>
                <a:lnTo>
                  <a:pt x="14312" y="494969"/>
                </a:lnTo>
                <a:lnTo>
                  <a:pt x="14312" y="449783"/>
                </a:lnTo>
                <a:lnTo>
                  <a:pt x="117271" y="413766"/>
                </a:lnTo>
                <a:lnTo>
                  <a:pt x="128168" y="410540"/>
                </a:lnTo>
                <a:lnTo>
                  <a:pt x="137452" y="404482"/>
                </a:lnTo>
                <a:lnTo>
                  <a:pt x="144589" y="396062"/>
                </a:lnTo>
                <a:lnTo>
                  <a:pt x="149059" y="385737"/>
                </a:lnTo>
                <a:lnTo>
                  <a:pt x="155333" y="365023"/>
                </a:lnTo>
                <a:lnTo>
                  <a:pt x="163055" y="344614"/>
                </a:lnTo>
                <a:lnTo>
                  <a:pt x="172199" y="324573"/>
                </a:lnTo>
                <a:lnTo>
                  <a:pt x="183438" y="303771"/>
                </a:lnTo>
                <a:lnTo>
                  <a:pt x="183769" y="302361"/>
                </a:lnTo>
                <a:lnTo>
                  <a:pt x="181419" y="264845"/>
                </a:lnTo>
                <a:lnTo>
                  <a:pt x="180924" y="263499"/>
                </a:lnTo>
                <a:lnTo>
                  <a:pt x="130352" y="196151"/>
                </a:lnTo>
                <a:lnTo>
                  <a:pt x="126453" y="188277"/>
                </a:lnTo>
                <a:lnTo>
                  <a:pt x="164439" y="132321"/>
                </a:lnTo>
                <a:lnTo>
                  <a:pt x="180060" y="125260"/>
                </a:lnTo>
                <a:lnTo>
                  <a:pt x="188595" y="126161"/>
                </a:lnTo>
                <a:lnTo>
                  <a:pt x="196456" y="130098"/>
                </a:lnTo>
                <a:lnTo>
                  <a:pt x="262343" y="179705"/>
                </a:lnTo>
                <a:lnTo>
                  <a:pt x="272326" y="185166"/>
                </a:lnTo>
                <a:lnTo>
                  <a:pt x="283146" y="187502"/>
                </a:lnTo>
                <a:lnTo>
                  <a:pt x="294093" y="186664"/>
                </a:lnTo>
                <a:lnTo>
                  <a:pt x="304482" y="182587"/>
                </a:lnTo>
                <a:lnTo>
                  <a:pt x="324002" y="172135"/>
                </a:lnTo>
                <a:lnTo>
                  <a:pt x="344208" y="162991"/>
                </a:lnTo>
                <a:lnTo>
                  <a:pt x="365036" y="155181"/>
                </a:lnTo>
                <a:lnTo>
                  <a:pt x="386410" y="148742"/>
                </a:lnTo>
                <a:lnTo>
                  <a:pt x="396582" y="144297"/>
                </a:lnTo>
                <a:lnTo>
                  <a:pt x="404888" y="137185"/>
                </a:lnTo>
                <a:lnTo>
                  <a:pt x="410883" y="127914"/>
                </a:lnTo>
                <a:lnTo>
                  <a:pt x="414070" y="117017"/>
                </a:lnTo>
                <a:lnTo>
                  <a:pt x="425881" y="35306"/>
                </a:lnTo>
                <a:lnTo>
                  <a:pt x="428688" y="26987"/>
                </a:lnTo>
                <a:lnTo>
                  <a:pt x="434098" y="20332"/>
                </a:lnTo>
                <a:lnTo>
                  <a:pt x="441452" y="15913"/>
                </a:lnTo>
                <a:lnTo>
                  <a:pt x="450088" y="14312"/>
                </a:lnTo>
                <a:lnTo>
                  <a:pt x="495046" y="14312"/>
                </a:lnTo>
                <a:lnTo>
                  <a:pt x="531050" y="117055"/>
                </a:lnTo>
                <a:lnTo>
                  <a:pt x="534263" y="127939"/>
                </a:lnTo>
                <a:lnTo>
                  <a:pt x="540245" y="137198"/>
                </a:lnTo>
                <a:lnTo>
                  <a:pt x="548563" y="144322"/>
                </a:lnTo>
                <a:lnTo>
                  <a:pt x="558736" y="148767"/>
                </a:lnTo>
                <a:lnTo>
                  <a:pt x="575297" y="153670"/>
                </a:lnTo>
                <a:lnTo>
                  <a:pt x="591566" y="159423"/>
                </a:lnTo>
                <a:lnTo>
                  <a:pt x="607517" y="165989"/>
                </a:lnTo>
                <a:lnTo>
                  <a:pt x="628789" y="176136"/>
                </a:lnTo>
                <a:lnTo>
                  <a:pt x="639737" y="182257"/>
                </a:lnTo>
                <a:lnTo>
                  <a:pt x="650430" y="186563"/>
                </a:lnTo>
                <a:lnTo>
                  <a:pt x="661619" y="187566"/>
                </a:lnTo>
                <a:lnTo>
                  <a:pt x="672604" y="185318"/>
                </a:lnTo>
                <a:lnTo>
                  <a:pt x="682650" y="179844"/>
                </a:lnTo>
                <a:lnTo>
                  <a:pt x="748652" y="130111"/>
                </a:lnTo>
                <a:lnTo>
                  <a:pt x="756551" y="126174"/>
                </a:lnTo>
                <a:lnTo>
                  <a:pt x="812507" y="164160"/>
                </a:lnTo>
                <a:lnTo>
                  <a:pt x="819581" y="179730"/>
                </a:lnTo>
                <a:lnTo>
                  <a:pt x="818692" y="188277"/>
                </a:lnTo>
                <a:lnTo>
                  <a:pt x="814768" y="196151"/>
                </a:lnTo>
                <a:lnTo>
                  <a:pt x="765098" y="262331"/>
                </a:lnTo>
                <a:lnTo>
                  <a:pt x="759637" y="272326"/>
                </a:lnTo>
                <a:lnTo>
                  <a:pt x="757313" y="283133"/>
                </a:lnTo>
                <a:lnTo>
                  <a:pt x="758177" y="294081"/>
                </a:lnTo>
                <a:lnTo>
                  <a:pt x="762266" y="304444"/>
                </a:lnTo>
                <a:lnTo>
                  <a:pt x="772668" y="323811"/>
                </a:lnTo>
                <a:lnTo>
                  <a:pt x="781799" y="343928"/>
                </a:lnTo>
                <a:lnTo>
                  <a:pt x="789609" y="364718"/>
                </a:lnTo>
                <a:lnTo>
                  <a:pt x="796074" y="386105"/>
                </a:lnTo>
                <a:lnTo>
                  <a:pt x="800506" y="396265"/>
                </a:lnTo>
                <a:lnTo>
                  <a:pt x="807631" y="404583"/>
                </a:lnTo>
                <a:lnTo>
                  <a:pt x="816902" y="410565"/>
                </a:lnTo>
                <a:lnTo>
                  <a:pt x="827786" y="413766"/>
                </a:lnTo>
                <a:lnTo>
                  <a:pt x="909510" y="425538"/>
                </a:lnTo>
                <a:lnTo>
                  <a:pt x="917841" y="428371"/>
                </a:lnTo>
                <a:lnTo>
                  <a:pt x="924496" y="433781"/>
                </a:lnTo>
                <a:lnTo>
                  <a:pt x="928903" y="441147"/>
                </a:lnTo>
                <a:lnTo>
                  <a:pt x="930503" y="449783"/>
                </a:lnTo>
                <a:lnTo>
                  <a:pt x="930503" y="494982"/>
                </a:lnTo>
                <a:lnTo>
                  <a:pt x="827862" y="530783"/>
                </a:lnTo>
                <a:lnTo>
                  <a:pt x="816940" y="533971"/>
                </a:lnTo>
                <a:lnTo>
                  <a:pt x="807643" y="539965"/>
                </a:lnTo>
                <a:lnTo>
                  <a:pt x="800519" y="548284"/>
                </a:lnTo>
                <a:lnTo>
                  <a:pt x="796086" y="558469"/>
                </a:lnTo>
                <a:lnTo>
                  <a:pt x="795070" y="562292"/>
                </a:lnTo>
                <a:lnTo>
                  <a:pt x="797344" y="566191"/>
                </a:lnTo>
                <a:lnTo>
                  <a:pt x="805040" y="568286"/>
                </a:lnTo>
                <a:lnTo>
                  <a:pt x="808888" y="565962"/>
                </a:lnTo>
                <a:lnTo>
                  <a:pt x="809904" y="562127"/>
                </a:lnTo>
                <a:lnTo>
                  <a:pt x="812685" y="555815"/>
                </a:lnTo>
                <a:lnTo>
                  <a:pt x="817156" y="550659"/>
                </a:lnTo>
                <a:lnTo>
                  <a:pt x="822998" y="546938"/>
                </a:lnTo>
                <a:lnTo>
                  <a:pt x="829881" y="544944"/>
                </a:lnTo>
                <a:lnTo>
                  <a:pt x="911466" y="533374"/>
                </a:lnTo>
                <a:lnTo>
                  <a:pt x="924699" y="528942"/>
                </a:lnTo>
                <a:lnTo>
                  <a:pt x="935266" y="520369"/>
                </a:lnTo>
                <a:lnTo>
                  <a:pt x="942276" y="508698"/>
                </a:lnTo>
                <a:lnTo>
                  <a:pt x="944803" y="494982"/>
                </a:lnTo>
                <a:lnTo>
                  <a:pt x="944803" y="449783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887254" y="4073677"/>
            <a:ext cx="1105579" cy="944880"/>
            <a:chOff x="922858" y="4073677"/>
            <a:chExt cx="1069975" cy="944880"/>
          </a:xfrm>
        </p:grpSpPr>
        <p:sp>
          <p:nvSpPr>
            <p:cNvPr id="314" name="Google Shape;314;p14"/>
            <p:cNvSpPr/>
            <p:nvPr/>
          </p:nvSpPr>
          <p:spPr>
            <a:xfrm>
              <a:off x="922858" y="4073677"/>
              <a:ext cx="1069975" cy="944880"/>
            </a:xfrm>
            <a:custGeom>
              <a:rect b="b" l="l" r="r" t="t"/>
              <a:pathLst>
                <a:path extrusionOk="0" h="944879" w="1069975">
                  <a:moveTo>
                    <a:pt x="213918" y="845832"/>
                  </a:moveTo>
                  <a:lnTo>
                    <a:pt x="205930" y="837844"/>
                  </a:lnTo>
                  <a:lnTo>
                    <a:pt x="79298" y="837844"/>
                  </a:lnTo>
                  <a:lnTo>
                    <a:pt x="71310" y="845832"/>
                  </a:lnTo>
                  <a:lnTo>
                    <a:pt x="71310" y="865517"/>
                  </a:lnTo>
                  <a:lnTo>
                    <a:pt x="79298" y="873506"/>
                  </a:lnTo>
                  <a:lnTo>
                    <a:pt x="205930" y="873506"/>
                  </a:lnTo>
                  <a:lnTo>
                    <a:pt x="213918" y="865517"/>
                  </a:lnTo>
                  <a:lnTo>
                    <a:pt x="213918" y="855675"/>
                  </a:lnTo>
                  <a:lnTo>
                    <a:pt x="213918" y="845832"/>
                  </a:lnTo>
                  <a:close/>
                </a:path>
                <a:path extrusionOk="0" h="944879" w="1069975">
                  <a:moveTo>
                    <a:pt x="213918" y="703224"/>
                  </a:moveTo>
                  <a:lnTo>
                    <a:pt x="205930" y="695236"/>
                  </a:lnTo>
                  <a:lnTo>
                    <a:pt x="196088" y="695236"/>
                  </a:lnTo>
                  <a:lnTo>
                    <a:pt x="79286" y="695236"/>
                  </a:lnTo>
                  <a:lnTo>
                    <a:pt x="71297" y="703224"/>
                  </a:lnTo>
                  <a:lnTo>
                    <a:pt x="71297" y="722896"/>
                  </a:lnTo>
                  <a:lnTo>
                    <a:pt x="79286" y="730885"/>
                  </a:lnTo>
                  <a:lnTo>
                    <a:pt x="205930" y="730885"/>
                  </a:lnTo>
                  <a:lnTo>
                    <a:pt x="213918" y="722896"/>
                  </a:lnTo>
                  <a:lnTo>
                    <a:pt x="213918" y="703224"/>
                  </a:lnTo>
                  <a:close/>
                </a:path>
                <a:path extrusionOk="0" h="944879" w="1069975">
                  <a:moveTo>
                    <a:pt x="213918" y="560616"/>
                  </a:moveTo>
                  <a:lnTo>
                    <a:pt x="205930" y="552627"/>
                  </a:lnTo>
                  <a:lnTo>
                    <a:pt x="89128" y="552627"/>
                  </a:lnTo>
                  <a:lnTo>
                    <a:pt x="79286" y="552627"/>
                  </a:lnTo>
                  <a:lnTo>
                    <a:pt x="71297" y="560616"/>
                  </a:lnTo>
                  <a:lnTo>
                    <a:pt x="71297" y="580288"/>
                  </a:lnTo>
                  <a:lnTo>
                    <a:pt x="79286" y="588276"/>
                  </a:lnTo>
                  <a:lnTo>
                    <a:pt x="205930" y="588276"/>
                  </a:lnTo>
                  <a:lnTo>
                    <a:pt x="213918" y="580288"/>
                  </a:lnTo>
                  <a:lnTo>
                    <a:pt x="213918" y="560616"/>
                  </a:lnTo>
                  <a:close/>
                </a:path>
                <a:path extrusionOk="0" h="944879" w="1069975">
                  <a:moveTo>
                    <a:pt x="303047" y="845832"/>
                  </a:moveTo>
                  <a:lnTo>
                    <a:pt x="295059" y="837844"/>
                  </a:lnTo>
                  <a:lnTo>
                    <a:pt x="275386" y="837844"/>
                  </a:lnTo>
                  <a:lnTo>
                    <a:pt x="267398" y="845832"/>
                  </a:lnTo>
                  <a:lnTo>
                    <a:pt x="267398" y="865517"/>
                  </a:lnTo>
                  <a:lnTo>
                    <a:pt x="275386" y="873506"/>
                  </a:lnTo>
                  <a:lnTo>
                    <a:pt x="295059" y="873506"/>
                  </a:lnTo>
                  <a:lnTo>
                    <a:pt x="303047" y="865517"/>
                  </a:lnTo>
                  <a:lnTo>
                    <a:pt x="303047" y="855675"/>
                  </a:lnTo>
                  <a:lnTo>
                    <a:pt x="303047" y="845832"/>
                  </a:lnTo>
                  <a:close/>
                </a:path>
                <a:path extrusionOk="0" h="944879" w="1069975">
                  <a:moveTo>
                    <a:pt x="303047" y="703224"/>
                  </a:moveTo>
                  <a:lnTo>
                    <a:pt x="295059" y="695236"/>
                  </a:lnTo>
                  <a:lnTo>
                    <a:pt x="275386" y="695236"/>
                  </a:lnTo>
                  <a:lnTo>
                    <a:pt x="267398" y="703224"/>
                  </a:lnTo>
                  <a:lnTo>
                    <a:pt x="267398" y="722909"/>
                  </a:lnTo>
                  <a:lnTo>
                    <a:pt x="275386" y="730897"/>
                  </a:lnTo>
                  <a:lnTo>
                    <a:pt x="295059" y="730897"/>
                  </a:lnTo>
                  <a:lnTo>
                    <a:pt x="303047" y="722909"/>
                  </a:lnTo>
                  <a:lnTo>
                    <a:pt x="303047" y="713066"/>
                  </a:lnTo>
                  <a:lnTo>
                    <a:pt x="303047" y="703224"/>
                  </a:lnTo>
                  <a:close/>
                </a:path>
                <a:path extrusionOk="0" h="944879" w="1069975">
                  <a:moveTo>
                    <a:pt x="303047" y="560616"/>
                  </a:moveTo>
                  <a:lnTo>
                    <a:pt x="295059" y="552627"/>
                  </a:lnTo>
                  <a:lnTo>
                    <a:pt x="275386" y="552627"/>
                  </a:lnTo>
                  <a:lnTo>
                    <a:pt x="267398" y="560616"/>
                  </a:lnTo>
                  <a:lnTo>
                    <a:pt x="267398" y="580301"/>
                  </a:lnTo>
                  <a:lnTo>
                    <a:pt x="275386" y="588289"/>
                  </a:lnTo>
                  <a:lnTo>
                    <a:pt x="295059" y="588289"/>
                  </a:lnTo>
                  <a:lnTo>
                    <a:pt x="303047" y="580301"/>
                  </a:lnTo>
                  <a:lnTo>
                    <a:pt x="303047" y="570458"/>
                  </a:lnTo>
                  <a:lnTo>
                    <a:pt x="303047" y="560616"/>
                  </a:lnTo>
                  <a:close/>
                </a:path>
                <a:path extrusionOk="0" h="944879" w="1069975">
                  <a:moveTo>
                    <a:pt x="374357" y="845832"/>
                  </a:moveTo>
                  <a:lnTo>
                    <a:pt x="366369" y="837844"/>
                  </a:lnTo>
                  <a:lnTo>
                    <a:pt x="346697" y="837844"/>
                  </a:lnTo>
                  <a:lnTo>
                    <a:pt x="338709" y="845832"/>
                  </a:lnTo>
                  <a:lnTo>
                    <a:pt x="338709" y="865517"/>
                  </a:lnTo>
                  <a:lnTo>
                    <a:pt x="346697" y="873506"/>
                  </a:lnTo>
                  <a:lnTo>
                    <a:pt x="366369" y="873506"/>
                  </a:lnTo>
                  <a:lnTo>
                    <a:pt x="374357" y="865517"/>
                  </a:lnTo>
                  <a:lnTo>
                    <a:pt x="374357" y="855675"/>
                  </a:lnTo>
                  <a:lnTo>
                    <a:pt x="374357" y="845832"/>
                  </a:lnTo>
                  <a:close/>
                </a:path>
                <a:path extrusionOk="0" h="944879" w="1069975">
                  <a:moveTo>
                    <a:pt x="374357" y="703224"/>
                  </a:moveTo>
                  <a:lnTo>
                    <a:pt x="366369" y="695236"/>
                  </a:lnTo>
                  <a:lnTo>
                    <a:pt x="346697" y="695236"/>
                  </a:lnTo>
                  <a:lnTo>
                    <a:pt x="338709" y="703224"/>
                  </a:lnTo>
                  <a:lnTo>
                    <a:pt x="338709" y="722909"/>
                  </a:lnTo>
                  <a:lnTo>
                    <a:pt x="346697" y="730897"/>
                  </a:lnTo>
                  <a:lnTo>
                    <a:pt x="366369" y="730897"/>
                  </a:lnTo>
                  <a:lnTo>
                    <a:pt x="374357" y="722909"/>
                  </a:lnTo>
                  <a:lnTo>
                    <a:pt x="374357" y="713066"/>
                  </a:lnTo>
                  <a:lnTo>
                    <a:pt x="374357" y="703224"/>
                  </a:lnTo>
                  <a:close/>
                </a:path>
                <a:path extrusionOk="0" h="944879" w="1069975">
                  <a:moveTo>
                    <a:pt x="374357" y="560616"/>
                  </a:moveTo>
                  <a:lnTo>
                    <a:pt x="366369" y="552627"/>
                  </a:lnTo>
                  <a:lnTo>
                    <a:pt x="346697" y="552627"/>
                  </a:lnTo>
                  <a:lnTo>
                    <a:pt x="338709" y="560616"/>
                  </a:lnTo>
                  <a:lnTo>
                    <a:pt x="338709" y="580301"/>
                  </a:lnTo>
                  <a:lnTo>
                    <a:pt x="346697" y="588289"/>
                  </a:lnTo>
                  <a:lnTo>
                    <a:pt x="366369" y="588289"/>
                  </a:lnTo>
                  <a:lnTo>
                    <a:pt x="374357" y="580301"/>
                  </a:lnTo>
                  <a:lnTo>
                    <a:pt x="374357" y="570458"/>
                  </a:lnTo>
                  <a:lnTo>
                    <a:pt x="374357" y="560616"/>
                  </a:lnTo>
                  <a:close/>
                </a:path>
                <a:path extrusionOk="0" h="944879" w="1069975">
                  <a:moveTo>
                    <a:pt x="445668" y="845832"/>
                  </a:moveTo>
                  <a:lnTo>
                    <a:pt x="437680" y="837844"/>
                  </a:lnTo>
                  <a:lnTo>
                    <a:pt x="418007" y="837844"/>
                  </a:lnTo>
                  <a:lnTo>
                    <a:pt x="410019" y="845832"/>
                  </a:lnTo>
                  <a:lnTo>
                    <a:pt x="410019" y="865517"/>
                  </a:lnTo>
                  <a:lnTo>
                    <a:pt x="418007" y="873506"/>
                  </a:lnTo>
                  <a:lnTo>
                    <a:pt x="437680" y="873506"/>
                  </a:lnTo>
                  <a:lnTo>
                    <a:pt x="445668" y="865517"/>
                  </a:lnTo>
                  <a:lnTo>
                    <a:pt x="445668" y="855675"/>
                  </a:lnTo>
                  <a:lnTo>
                    <a:pt x="445668" y="845832"/>
                  </a:lnTo>
                  <a:close/>
                </a:path>
                <a:path extrusionOk="0" h="944879" w="1069975">
                  <a:moveTo>
                    <a:pt x="445668" y="703224"/>
                  </a:moveTo>
                  <a:lnTo>
                    <a:pt x="437680" y="695236"/>
                  </a:lnTo>
                  <a:lnTo>
                    <a:pt x="418007" y="695236"/>
                  </a:lnTo>
                  <a:lnTo>
                    <a:pt x="410019" y="703224"/>
                  </a:lnTo>
                  <a:lnTo>
                    <a:pt x="410019" y="722909"/>
                  </a:lnTo>
                  <a:lnTo>
                    <a:pt x="418007" y="730897"/>
                  </a:lnTo>
                  <a:lnTo>
                    <a:pt x="437680" y="730897"/>
                  </a:lnTo>
                  <a:lnTo>
                    <a:pt x="445668" y="722909"/>
                  </a:lnTo>
                  <a:lnTo>
                    <a:pt x="445668" y="713066"/>
                  </a:lnTo>
                  <a:lnTo>
                    <a:pt x="445668" y="703224"/>
                  </a:lnTo>
                  <a:close/>
                </a:path>
                <a:path extrusionOk="0" h="944879" w="1069975">
                  <a:moveTo>
                    <a:pt x="445668" y="560616"/>
                  </a:moveTo>
                  <a:lnTo>
                    <a:pt x="437680" y="552627"/>
                  </a:lnTo>
                  <a:lnTo>
                    <a:pt x="418007" y="552627"/>
                  </a:lnTo>
                  <a:lnTo>
                    <a:pt x="410019" y="560616"/>
                  </a:lnTo>
                  <a:lnTo>
                    <a:pt x="410019" y="580301"/>
                  </a:lnTo>
                  <a:lnTo>
                    <a:pt x="418007" y="588289"/>
                  </a:lnTo>
                  <a:lnTo>
                    <a:pt x="437680" y="588289"/>
                  </a:lnTo>
                  <a:lnTo>
                    <a:pt x="445668" y="580301"/>
                  </a:lnTo>
                  <a:lnTo>
                    <a:pt x="445668" y="570458"/>
                  </a:lnTo>
                  <a:lnTo>
                    <a:pt x="445668" y="560616"/>
                  </a:lnTo>
                  <a:close/>
                </a:path>
                <a:path extrusionOk="0" h="944879" w="1069975">
                  <a:moveTo>
                    <a:pt x="499135" y="150609"/>
                  </a:moveTo>
                  <a:lnTo>
                    <a:pt x="491159" y="142621"/>
                  </a:lnTo>
                  <a:lnTo>
                    <a:pt x="463486" y="142621"/>
                  </a:lnTo>
                  <a:lnTo>
                    <a:pt x="463486" y="178282"/>
                  </a:lnTo>
                  <a:lnTo>
                    <a:pt x="463486" y="213931"/>
                  </a:lnTo>
                  <a:lnTo>
                    <a:pt x="427837" y="213931"/>
                  </a:lnTo>
                  <a:lnTo>
                    <a:pt x="427837" y="178282"/>
                  </a:lnTo>
                  <a:lnTo>
                    <a:pt x="463486" y="178282"/>
                  </a:lnTo>
                  <a:lnTo>
                    <a:pt x="463486" y="142621"/>
                  </a:lnTo>
                  <a:lnTo>
                    <a:pt x="392188" y="142621"/>
                  </a:lnTo>
                  <a:lnTo>
                    <a:pt x="392188" y="178282"/>
                  </a:lnTo>
                  <a:lnTo>
                    <a:pt x="392188" y="213931"/>
                  </a:lnTo>
                  <a:lnTo>
                    <a:pt x="356539" y="213931"/>
                  </a:lnTo>
                  <a:lnTo>
                    <a:pt x="356539" y="178282"/>
                  </a:lnTo>
                  <a:lnTo>
                    <a:pt x="392188" y="178282"/>
                  </a:lnTo>
                  <a:lnTo>
                    <a:pt x="392188" y="142621"/>
                  </a:lnTo>
                  <a:lnTo>
                    <a:pt x="320878" y="142621"/>
                  </a:lnTo>
                  <a:lnTo>
                    <a:pt x="320878" y="178282"/>
                  </a:lnTo>
                  <a:lnTo>
                    <a:pt x="320878" y="213931"/>
                  </a:lnTo>
                  <a:lnTo>
                    <a:pt x="249567" y="213931"/>
                  </a:lnTo>
                  <a:lnTo>
                    <a:pt x="249567" y="178282"/>
                  </a:lnTo>
                  <a:lnTo>
                    <a:pt x="320878" y="178282"/>
                  </a:lnTo>
                  <a:lnTo>
                    <a:pt x="320878" y="142621"/>
                  </a:lnTo>
                  <a:lnTo>
                    <a:pt x="213918" y="142621"/>
                  </a:lnTo>
                  <a:lnTo>
                    <a:pt x="213918" y="178282"/>
                  </a:lnTo>
                  <a:lnTo>
                    <a:pt x="213918" y="213931"/>
                  </a:lnTo>
                  <a:lnTo>
                    <a:pt x="178269" y="213931"/>
                  </a:lnTo>
                  <a:lnTo>
                    <a:pt x="178269" y="178282"/>
                  </a:lnTo>
                  <a:lnTo>
                    <a:pt x="213918" y="178282"/>
                  </a:lnTo>
                  <a:lnTo>
                    <a:pt x="213918" y="142621"/>
                  </a:lnTo>
                  <a:lnTo>
                    <a:pt x="150596" y="142621"/>
                  </a:lnTo>
                  <a:lnTo>
                    <a:pt x="142608" y="150609"/>
                  </a:lnTo>
                  <a:lnTo>
                    <a:pt x="142608" y="241592"/>
                  </a:lnTo>
                  <a:lnTo>
                    <a:pt x="150596" y="249580"/>
                  </a:lnTo>
                  <a:lnTo>
                    <a:pt x="491159" y="249580"/>
                  </a:lnTo>
                  <a:lnTo>
                    <a:pt x="499135" y="241592"/>
                  </a:lnTo>
                  <a:lnTo>
                    <a:pt x="499135" y="213931"/>
                  </a:lnTo>
                  <a:lnTo>
                    <a:pt x="499135" y="178282"/>
                  </a:lnTo>
                  <a:lnTo>
                    <a:pt x="499135" y="150609"/>
                  </a:lnTo>
                  <a:close/>
                </a:path>
                <a:path extrusionOk="0" h="944879" w="1069975">
                  <a:moveTo>
                    <a:pt x="570445" y="7988"/>
                  </a:moveTo>
                  <a:lnTo>
                    <a:pt x="562457" y="0"/>
                  </a:lnTo>
                  <a:lnTo>
                    <a:pt x="534797" y="0"/>
                  </a:lnTo>
                  <a:lnTo>
                    <a:pt x="534797" y="35661"/>
                  </a:lnTo>
                  <a:lnTo>
                    <a:pt x="534797" y="71310"/>
                  </a:lnTo>
                  <a:lnTo>
                    <a:pt x="427837" y="71310"/>
                  </a:lnTo>
                  <a:lnTo>
                    <a:pt x="427837" y="35661"/>
                  </a:lnTo>
                  <a:lnTo>
                    <a:pt x="534797" y="35661"/>
                  </a:lnTo>
                  <a:lnTo>
                    <a:pt x="534797" y="0"/>
                  </a:lnTo>
                  <a:lnTo>
                    <a:pt x="392188" y="0"/>
                  </a:lnTo>
                  <a:lnTo>
                    <a:pt x="392188" y="35661"/>
                  </a:lnTo>
                  <a:lnTo>
                    <a:pt x="392188" y="71310"/>
                  </a:lnTo>
                  <a:lnTo>
                    <a:pt x="249580" y="71310"/>
                  </a:lnTo>
                  <a:lnTo>
                    <a:pt x="249580" y="35661"/>
                  </a:lnTo>
                  <a:lnTo>
                    <a:pt x="392188" y="35661"/>
                  </a:lnTo>
                  <a:lnTo>
                    <a:pt x="392188" y="0"/>
                  </a:lnTo>
                  <a:lnTo>
                    <a:pt x="150596" y="0"/>
                  </a:lnTo>
                  <a:lnTo>
                    <a:pt x="142608" y="7988"/>
                  </a:lnTo>
                  <a:lnTo>
                    <a:pt x="142608" y="98971"/>
                  </a:lnTo>
                  <a:lnTo>
                    <a:pt x="150596" y="106959"/>
                  </a:lnTo>
                  <a:lnTo>
                    <a:pt x="170281" y="106959"/>
                  </a:lnTo>
                  <a:lnTo>
                    <a:pt x="178269" y="98971"/>
                  </a:lnTo>
                  <a:lnTo>
                    <a:pt x="178269" y="35661"/>
                  </a:lnTo>
                  <a:lnTo>
                    <a:pt x="213918" y="35661"/>
                  </a:lnTo>
                  <a:lnTo>
                    <a:pt x="213918" y="98971"/>
                  </a:lnTo>
                  <a:lnTo>
                    <a:pt x="221907" y="106959"/>
                  </a:lnTo>
                  <a:lnTo>
                    <a:pt x="562457" y="106959"/>
                  </a:lnTo>
                  <a:lnTo>
                    <a:pt x="570445" y="98971"/>
                  </a:lnTo>
                  <a:lnTo>
                    <a:pt x="570445" y="71310"/>
                  </a:lnTo>
                  <a:lnTo>
                    <a:pt x="570445" y="35661"/>
                  </a:lnTo>
                  <a:lnTo>
                    <a:pt x="570445" y="7988"/>
                  </a:lnTo>
                  <a:close/>
                </a:path>
                <a:path extrusionOk="0" h="944879" w="1069975">
                  <a:moveTo>
                    <a:pt x="713066" y="489305"/>
                  </a:moveTo>
                  <a:lnTo>
                    <a:pt x="705078" y="481317"/>
                  </a:lnTo>
                  <a:lnTo>
                    <a:pt x="677418" y="481317"/>
                  </a:lnTo>
                  <a:lnTo>
                    <a:pt x="677418" y="659587"/>
                  </a:lnTo>
                  <a:lnTo>
                    <a:pt x="677418" y="802195"/>
                  </a:lnTo>
                  <a:lnTo>
                    <a:pt x="606107" y="802195"/>
                  </a:lnTo>
                  <a:lnTo>
                    <a:pt x="606107" y="659587"/>
                  </a:lnTo>
                  <a:lnTo>
                    <a:pt x="677418" y="659587"/>
                  </a:lnTo>
                  <a:lnTo>
                    <a:pt x="677418" y="481317"/>
                  </a:lnTo>
                  <a:lnTo>
                    <a:pt x="677405" y="516966"/>
                  </a:lnTo>
                  <a:lnTo>
                    <a:pt x="677405" y="623925"/>
                  </a:lnTo>
                  <a:lnTo>
                    <a:pt x="606094" y="623925"/>
                  </a:lnTo>
                  <a:lnTo>
                    <a:pt x="606094" y="516966"/>
                  </a:lnTo>
                  <a:lnTo>
                    <a:pt x="677405" y="516966"/>
                  </a:lnTo>
                  <a:lnTo>
                    <a:pt x="677405" y="481317"/>
                  </a:lnTo>
                  <a:lnTo>
                    <a:pt x="578434" y="481317"/>
                  </a:lnTo>
                  <a:lnTo>
                    <a:pt x="570445" y="489305"/>
                  </a:lnTo>
                  <a:lnTo>
                    <a:pt x="570445" y="936815"/>
                  </a:lnTo>
                  <a:lnTo>
                    <a:pt x="578434" y="944803"/>
                  </a:lnTo>
                  <a:lnTo>
                    <a:pt x="598119" y="944803"/>
                  </a:lnTo>
                  <a:lnTo>
                    <a:pt x="606107" y="936815"/>
                  </a:lnTo>
                  <a:lnTo>
                    <a:pt x="606107" y="837844"/>
                  </a:lnTo>
                  <a:lnTo>
                    <a:pt x="677405" y="837844"/>
                  </a:lnTo>
                  <a:lnTo>
                    <a:pt x="677405" y="936815"/>
                  </a:lnTo>
                  <a:lnTo>
                    <a:pt x="685393" y="944803"/>
                  </a:lnTo>
                  <a:lnTo>
                    <a:pt x="705078" y="944803"/>
                  </a:lnTo>
                  <a:lnTo>
                    <a:pt x="713066" y="936815"/>
                  </a:lnTo>
                  <a:lnTo>
                    <a:pt x="713066" y="837844"/>
                  </a:lnTo>
                  <a:lnTo>
                    <a:pt x="713066" y="802195"/>
                  </a:lnTo>
                  <a:lnTo>
                    <a:pt x="713066" y="659587"/>
                  </a:lnTo>
                  <a:lnTo>
                    <a:pt x="713066" y="623925"/>
                  </a:lnTo>
                  <a:lnTo>
                    <a:pt x="713066" y="516966"/>
                  </a:lnTo>
                  <a:lnTo>
                    <a:pt x="713066" y="489305"/>
                  </a:lnTo>
                  <a:close/>
                </a:path>
                <a:path extrusionOk="0" h="944879" w="1069975">
                  <a:moveTo>
                    <a:pt x="891324" y="382346"/>
                  </a:moveTo>
                  <a:lnTo>
                    <a:pt x="883335" y="374357"/>
                  </a:lnTo>
                  <a:lnTo>
                    <a:pt x="855675" y="374357"/>
                  </a:lnTo>
                  <a:lnTo>
                    <a:pt x="855675" y="570445"/>
                  </a:lnTo>
                  <a:lnTo>
                    <a:pt x="855675" y="713054"/>
                  </a:lnTo>
                  <a:lnTo>
                    <a:pt x="784364" y="713054"/>
                  </a:lnTo>
                  <a:lnTo>
                    <a:pt x="784364" y="570445"/>
                  </a:lnTo>
                  <a:lnTo>
                    <a:pt x="855675" y="570445"/>
                  </a:lnTo>
                  <a:lnTo>
                    <a:pt x="855675" y="374357"/>
                  </a:lnTo>
                  <a:lnTo>
                    <a:pt x="855662" y="410006"/>
                  </a:lnTo>
                  <a:lnTo>
                    <a:pt x="855662" y="534797"/>
                  </a:lnTo>
                  <a:lnTo>
                    <a:pt x="784352" y="534797"/>
                  </a:lnTo>
                  <a:lnTo>
                    <a:pt x="784352" y="410006"/>
                  </a:lnTo>
                  <a:lnTo>
                    <a:pt x="855662" y="410006"/>
                  </a:lnTo>
                  <a:lnTo>
                    <a:pt x="855662" y="374357"/>
                  </a:lnTo>
                  <a:lnTo>
                    <a:pt x="756691" y="374357"/>
                  </a:lnTo>
                  <a:lnTo>
                    <a:pt x="748703" y="382346"/>
                  </a:lnTo>
                  <a:lnTo>
                    <a:pt x="748703" y="936815"/>
                  </a:lnTo>
                  <a:lnTo>
                    <a:pt x="756691" y="944803"/>
                  </a:lnTo>
                  <a:lnTo>
                    <a:pt x="776376" y="944803"/>
                  </a:lnTo>
                  <a:lnTo>
                    <a:pt x="784364" y="936815"/>
                  </a:lnTo>
                  <a:lnTo>
                    <a:pt x="784364" y="748715"/>
                  </a:lnTo>
                  <a:lnTo>
                    <a:pt x="855662" y="748715"/>
                  </a:lnTo>
                  <a:lnTo>
                    <a:pt x="855662" y="936815"/>
                  </a:lnTo>
                  <a:lnTo>
                    <a:pt x="863650" y="944803"/>
                  </a:lnTo>
                  <a:lnTo>
                    <a:pt x="883335" y="944803"/>
                  </a:lnTo>
                  <a:lnTo>
                    <a:pt x="891324" y="936815"/>
                  </a:lnTo>
                  <a:lnTo>
                    <a:pt x="891324" y="748715"/>
                  </a:lnTo>
                  <a:lnTo>
                    <a:pt x="891324" y="713054"/>
                  </a:lnTo>
                  <a:lnTo>
                    <a:pt x="891324" y="570445"/>
                  </a:lnTo>
                  <a:lnTo>
                    <a:pt x="891324" y="534797"/>
                  </a:lnTo>
                  <a:lnTo>
                    <a:pt x="891324" y="410006"/>
                  </a:lnTo>
                  <a:lnTo>
                    <a:pt x="891324" y="382346"/>
                  </a:lnTo>
                  <a:close/>
                </a:path>
                <a:path extrusionOk="0" h="944879" w="1069975">
                  <a:moveTo>
                    <a:pt x="1069314" y="120599"/>
                  </a:moveTo>
                  <a:lnTo>
                    <a:pt x="1061961" y="78905"/>
                  </a:lnTo>
                  <a:lnTo>
                    <a:pt x="1053465" y="41592"/>
                  </a:lnTo>
                  <a:lnTo>
                    <a:pt x="1040904" y="35064"/>
                  </a:lnTo>
                  <a:lnTo>
                    <a:pt x="966050" y="48298"/>
                  </a:lnTo>
                  <a:lnTo>
                    <a:pt x="959459" y="50888"/>
                  </a:lnTo>
                  <a:lnTo>
                    <a:pt x="954544" y="55638"/>
                  </a:lnTo>
                  <a:lnTo>
                    <a:pt x="951776" y="61887"/>
                  </a:lnTo>
                  <a:lnTo>
                    <a:pt x="951598" y="68961"/>
                  </a:lnTo>
                  <a:lnTo>
                    <a:pt x="954176" y="75552"/>
                  </a:lnTo>
                  <a:lnTo>
                    <a:pt x="958900" y="80467"/>
                  </a:lnTo>
                  <a:lnTo>
                    <a:pt x="965136" y="83248"/>
                  </a:lnTo>
                  <a:lnTo>
                    <a:pt x="972248" y="83413"/>
                  </a:lnTo>
                  <a:lnTo>
                    <a:pt x="997813" y="78905"/>
                  </a:lnTo>
                  <a:lnTo>
                    <a:pt x="967460" y="115582"/>
                  </a:lnTo>
                  <a:lnTo>
                    <a:pt x="934605" y="149580"/>
                  </a:lnTo>
                  <a:lnTo>
                    <a:pt x="899426" y="180809"/>
                  </a:lnTo>
                  <a:lnTo>
                    <a:pt x="862101" y="209169"/>
                  </a:lnTo>
                  <a:lnTo>
                    <a:pt x="822833" y="234556"/>
                  </a:lnTo>
                  <a:lnTo>
                    <a:pt x="781773" y="256870"/>
                  </a:lnTo>
                  <a:lnTo>
                    <a:pt x="739140" y="276021"/>
                  </a:lnTo>
                  <a:lnTo>
                    <a:pt x="695096" y="291909"/>
                  </a:lnTo>
                  <a:lnTo>
                    <a:pt x="649833" y="304444"/>
                  </a:lnTo>
                  <a:lnTo>
                    <a:pt x="603542" y="313512"/>
                  </a:lnTo>
                  <a:lnTo>
                    <a:pt x="556387" y="319024"/>
                  </a:lnTo>
                  <a:lnTo>
                    <a:pt x="508571" y="320878"/>
                  </a:lnTo>
                  <a:lnTo>
                    <a:pt x="392176" y="320878"/>
                  </a:lnTo>
                  <a:lnTo>
                    <a:pt x="392176" y="293217"/>
                  </a:lnTo>
                  <a:lnTo>
                    <a:pt x="384200" y="285229"/>
                  </a:lnTo>
                  <a:lnTo>
                    <a:pt x="356527" y="285229"/>
                  </a:lnTo>
                  <a:lnTo>
                    <a:pt x="356527" y="320878"/>
                  </a:lnTo>
                  <a:lnTo>
                    <a:pt x="356527" y="356527"/>
                  </a:lnTo>
                  <a:lnTo>
                    <a:pt x="293204" y="356527"/>
                  </a:lnTo>
                  <a:lnTo>
                    <a:pt x="285216" y="364515"/>
                  </a:lnTo>
                  <a:lnTo>
                    <a:pt x="285216" y="481317"/>
                  </a:lnTo>
                  <a:lnTo>
                    <a:pt x="249567" y="481317"/>
                  </a:lnTo>
                  <a:lnTo>
                    <a:pt x="249567" y="364515"/>
                  </a:lnTo>
                  <a:lnTo>
                    <a:pt x="241579" y="356527"/>
                  </a:lnTo>
                  <a:lnTo>
                    <a:pt x="178269" y="356527"/>
                  </a:lnTo>
                  <a:lnTo>
                    <a:pt x="178269" y="320878"/>
                  </a:lnTo>
                  <a:lnTo>
                    <a:pt x="356527" y="320878"/>
                  </a:lnTo>
                  <a:lnTo>
                    <a:pt x="356527" y="285229"/>
                  </a:lnTo>
                  <a:lnTo>
                    <a:pt x="150596" y="285229"/>
                  </a:lnTo>
                  <a:lnTo>
                    <a:pt x="142608" y="293217"/>
                  </a:lnTo>
                  <a:lnTo>
                    <a:pt x="142608" y="320878"/>
                  </a:lnTo>
                  <a:lnTo>
                    <a:pt x="7988" y="320878"/>
                  </a:lnTo>
                  <a:lnTo>
                    <a:pt x="0" y="328866"/>
                  </a:lnTo>
                  <a:lnTo>
                    <a:pt x="50" y="348615"/>
                  </a:lnTo>
                  <a:lnTo>
                    <a:pt x="7988" y="356527"/>
                  </a:lnTo>
                  <a:lnTo>
                    <a:pt x="142608" y="356527"/>
                  </a:lnTo>
                  <a:lnTo>
                    <a:pt x="142608" y="384200"/>
                  </a:lnTo>
                  <a:lnTo>
                    <a:pt x="150596" y="392188"/>
                  </a:lnTo>
                  <a:lnTo>
                    <a:pt x="213918" y="392188"/>
                  </a:lnTo>
                  <a:lnTo>
                    <a:pt x="213918" y="481317"/>
                  </a:lnTo>
                  <a:lnTo>
                    <a:pt x="7988" y="481317"/>
                  </a:lnTo>
                  <a:lnTo>
                    <a:pt x="0" y="489305"/>
                  </a:lnTo>
                  <a:lnTo>
                    <a:pt x="0" y="936815"/>
                  </a:lnTo>
                  <a:lnTo>
                    <a:pt x="7988" y="944803"/>
                  </a:lnTo>
                  <a:lnTo>
                    <a:pt x="98971" y="944803"/>
                  </a:lnTo>
                  <a:lnTo>
                    <a:pt x="106959" y="936815"/>
                  </a:lnTo>
                  <a:lnTo>
                    <a:pt x="106959" y="917143"/>
                  </a:lnTo>
                  <a:lnTo>
                    <a:pt x="98971" y="909154"/>
                  </a:lnTo>
                  <a:lnTo>
                    <a:pt x="35648" y="909154"/>
                  </a:lnTo>
                  <a:lnTo>
                    <a:pt x="35648" y="802195"/>
                  </a:lnTo>
                  <a:lnTo>
                    <a:pt x="499135" y="802195"/>
                  </a:lnTo>
                  <a:lnTo>
                    <a:pt x="499135" y="909154"/>
                  </a:lnTo>
                  <a:lnTo>
                    <a:pt x="150596" y="909154"/>
                  </a:lnTo>
                  <a:lnTo>
                    <a:pt x="142608" y="917143"/>
                  </a:lnTo>
                  <a:lnTo>
                    <a:pt x="142608" y="936815"/>
                  </a:lnTo>
                  <a:lnTo>
                    <a:pt x="150596" y="944803"/>
                  </a:lnTo>
                  <a:lnTo>
                    <a:pt x="526808" y="944803"/>
                  </a:lnTo>
                  <a:lnTo>
                    <a:pt x="534797" y="936815"/>
                  </a:lnTo>
                  <a:lnTo>
                    <a:pt x="534797" y="802195"/>
                  </a:lnTo>
                  <a:lnTo>
                    <a:pt x="534797" y="766546"/>
                  </a:lnTo>
                  <a:lnTo>
                    <a:pt x="534797" y="659587"/>
                  </a:lnTo>
                  <a:lnTo>
                    <a:pt x="534797" y="623925"/>
                  </a:lnTo>
                  <a:lnTo>
                    <a:pt x="534797" y="489305"/>
                  </a:lnTo>
                  <a:lnTo>
                    <a:pt x="526808" y="481317"/>
                  </a:lnTo>
                  <a:lnTo>
                    <a:pt x="364515" y="481317"/>
                  </a:lnTo>
                  <a:lnTo>
                    <a:pt x="356527" y="489305"/>
                  </a:lnTo>
                  <a:lnTo>
                    <a:pt x="356527" y="508977"/>
                  </a:lnTo>
                  <a:lnTo>
                    <a:pt x="364515" y="516966"/>
                  </a:lnTo>
                  <a:lnTo>
                    <a:pt x="499135" y="516966"/>
                  </a:lnTo>
                  <a:lnTo>
                    <a:pt x="499135" y="623925"/>
                  </a:lnTo>
                  <a:lnTo>
                    <a:pt x="499135" y="659587"/>
                  </a:lnTo>
                  <a:lnTo>
                    <a:pt x="499135" y="766546"/>
                  </a:lnTo>
                  <a:lnTo>
                    <a:pt x="35648" y="766546"/>
                  </a:lnTo>
                  <a:lnTo>
                    <a:pt x="35648" y="659587"/>
                  </a:lnTo>
                  <a:lnTo>
                    <a:pt x="499135" y="659587"/>
                  </a:lnTo>
                  <a:lnTo>
                    <a:pt x="499135" y="623925"/>
                  </a:lnTo>
                  <a:lnTo>
                    <a:pt x="35648" y="623925"/>
                  </a:lnTo>
                  <a:lnTo>
                    <a:pt x="35648" y="516966"/>
                  </a:lnTo>
                  <a:lnTo>
                    <a:pt x="330720" y="516966"/>
                  </a:lnTo>
                  <a:lnTo>
                    <a:pt x="338696" y="508977"/>
                  </a:lnTo>
                  <a:lnTo>
                    <a:pt x="338696" y="489305"/>
                  </a:lnTo>
                  <a:lnTo>
                    <a:pt x="330720" y="481317"/>
                  </a:lnTo>
                  <a:lnTo>
                    <a:pt x="320878" y="481317"/>
                  </a:lnTo>
                  <a:lnTo>
                    <a:pt x="320878" y="392188"/>
                  </a:lnTo>
                  <a:lnTo>
                    <a:pt x="384200" y="392188"/>
                  </a:lnTo>
                  <a:lnTo>
                    <a:pt x="392176" y="384200"/>
                  </a:lnTo>
                  <a:lnTo>
                    <a:pt x="392176" y="356527"/>
                  </a:lnTo>
                  <a:lnTo>
                    <a:pt x="508571" y="356527"/>
                  </a:lnTo>
                  <a:lnTo>
                    <a:pt x="559536" y="354533"/>
                  </a:lnTo>
                  <a:lnTo>
                    <a:pt x="609790" y="348615"/>
                  </a:lnTo>
                  <a:lnTo>
                    <a:pt x="659117" y="338874"/>
                  </a:lnTo>
                  <a:lnTo>
                    <a:pt x="707326" y="325412"/>
                  </a:lnTo>
                  <a:lnTo>
                    <a:pt x="754214" y="308356"/>
                  </a:lnTo>
                  <a:lnTo>
                    <a:pt x="799604" y="287794"/>
                  </a:lnTo>
                  <a:lnTo>
                    <a:pt x="843267" y="263829"/>
                  </a:lnTo>
                  <a:lnTo>
                    <a:pt x="885012" y="236588"/>
                  </a:lnTo>
                  <a:lnTo>
                    <a:pt x="924648" y="206159"/>
                  </a:lnTo>
                  <a:lnTo>
                    <a:pt x="961974" y="172656"/>
                  </a:lnTo>
                  <a:lnTo>
                    <a:pt x="996797" y="136169"/>
                  </a:lnTo>
                  <a:lnTo>
                    <a:pt x="1028903" y="96824"/>
                  </a:lnTo>
                  <a:lnTo>
                    <a:pt x="1034199" y="126796"/>
                  </a:lnTo>
                  <a:lnTo>
                    <a:pt x="1035710" y="135445"/>
                  </a:lnTo>
                  <a:lnTo>
                    <a:pt x="1043241" y="141528"/>
                  </a:lnTo>
                  <a:lnTo>
                    <a:pt x="1053287" y="141528"/>
                  </a:lnTo>
                  <a:lnTo>
                    <a:pt x="1054862" y="141262"/>
                  </a:lnTo>
                  <a:lnTo>
                    <a:pt x="1061453" y="138684"/>
                  </a:lnTo>
                  <a:lnTo>
                    <a:pt x="1066368" y="133934"/>
                  </a:lnTo>
                  <a:lnTo>
                    <a:pt x="1069149" y="127685"/>
                  </a:lnTo>
                  <a:lnTo>
                    <a:pt x="1069314" y="120599"/>
                  </a:lnTo>
                  <a:close/>
                </a:path>
                <a:path extrusionOk="0" h="944879" w="1069975">
                  <a:moveTo>
                    <a:pt x="1069594" y="275386"/>
                  </a:moveTo>
                  <a:lnTo>
                    <a:pt x="1061605" y="267398"/>
                  </a:lnTo>
                  <a:lnTo>
                    <a:pt x="1033945" y="267398"/>
                  </a:lnTo>
                  <a:lnTo>
                    <a:pt x="1033945" y="410006"/>
                  </a:lnTo>
                  <a:lnTo>
                    <a:pt x="1033945" y="570445"/>
                  </a:lnTo>
                  <a:lnTo>
                    <a:pt x="962634" y="570445"/>
                  </a:lnTo>
                  <a:lnTo>
                    <a:pt x="962634" y="410006"/>
                  </a:lnTo>
                  <a:lnTo>
                    <a:pt x="1033945" y="410006"/>
                  </a:lnTo>
                  <a:lnTo>
                    <a:pt x="1033945" y="267398"/>
                  </a:lnTo>
                  <a:lnTo>
                    <a:pt x="1033932" y="303047"/>
                  </a:lnTo>
                  <a:lnTo>
                    <a:pt x="1033932" y="374357"/>
                  </a:lnTo>
                  <a:lnTo>
                    <a:pt x="962621" y="374357"/>
                  </a:lnTo>
                  <a:lnTo>
                    <a:pt x="962621" y="303047"/>
                  </a:lnTo>
                  <a:lnTo>
                    <a:pt x="1033932" y="303047"/>
                  </a:lnTo>
                  <a:lnTo>
                    <a:pt x="1033932" y="267398"/>
                  </a:lnTo>
                  <a:lnTo>
                    <a:pt x="934961" y="267398"/>
                  </a:lnTo>
                  <a:lnTo>
                    <a:pt x="926973" y="275386"/>
                  </a:lnTo>
                  <a:lnTo>
                    <a:pt x="926973" y="936815"/>
                  </a:lnTo>
                  <a:lnTo>
                    <a:pt x="934961" y="944803"/>
                  </a:lnTo>
                  <a:lnTo>
                    <a:pt x="954646" y="944803"/>
                  </a:lnTo>
                  <a:lnTo>
                    <a:pt x="962634" y="936815"/>
                  </a:lnTo>
                  <a:lnTo>
                    <a:pt x="962634" y="606094"/>
                  </a:lnTo>
                  <a:lnTo>
                    <a:pt x="1033932" y="606094"/>
                  </a:lnTo>
                  <a:lnTo>
                    <a:pt x="1033932" y="936815"/>
                  </a:lnTo>
                  <a:lnTo>
                    <a:pt x="1041920" y="944803"/>
                  </a:lnTo>
                  <a:lnTo>
                    <a:pt x="1061605" y="944803"/>
                  </a:lnTo>
                  <a:lnTo>
                    <a:pt x="1069594" y="936815"/>
                  </a:lnTo>
                  <a:lnTo>
                    <a:pt x="1069594" y="606094"/>
                  </a:lnTo>
                  <a:lnTo>
                    <a:pt x="1069594" y="570445"/>
                  </a:lnTo>
                  <a:lnTo>
                    <a:pt x="1069594" y="410006"/>
                  </a:lnTo>
                  <a:lnTo>
                    <a:pt x="1069594" y="374357"/>
                  </a:lnTo>
                  <a:lnTo>
                    <a:pt x="1069594" y="303047"/>
                  </a:lnTo>
                  <a:lnTo>
                    <a:pt x="1069594" y="275386"/>
                  </a:lnTo>
                  <a:close/>
                </a:path>
              </a:pathLst>
            </a:custGeom>
            <a:solidFill>
              <a:srgbClr val="2B57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15" name="Google Shape;31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860" y="4073677"/>
              <a:ext cx="106959" cy="106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2860" y="4216289"/>
              <a:ext cx="106959" cy="1069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7" name="Google Shape;317;p14"/>
          <p:cNvSpPr txBox="1"/>
          <p:nvPr/>
        </p:nvSpPr>
        <p:spPr>
          <a:xfrm>
            <a:off x="543259" y="1761127"/>
            <a:ext cx="11393700" cy="78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Colaboración en el flujo de trabajo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/>
          <p:nvPr/>
        </p:nvSpPr>
        <p:spPr>
          <a:xfrm>
            <a:off x="12904043" y="4159544"/>
            <a:ext cx="4798060" cy="4029710"/>
          </a:xfrm>
          <a:custGeom>
            <a:rect b="b" l="l" r="r" t="t"/>
            <a:pathLst>
              <a:path extrusionOk="0" h="4029709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838981"/>
                </a:lnTo>
                <a:lnTo>
                  <a:pt x="609" y="3854551"/>
                </a:lnTo>
                <a:lnTo>
                  <a:pt x="10083" y="3900233"/>
                </a:lnTo>
                <a:lnTo>
                  <a:pt x="33832" y="3947414"/>
                </a:lnTo>
                <a:lnTo>
                  <a:pt x="67233" y="3984269"/>
                </a:lnTo>
                <a:lnTo>
                  <a:pt x="114719" y="4013796"/>
                </a:lnTo>
                <a:lnTo>
                  <a:pt x="168719" y="4028262"/>
                </a:lnTo>
                <a:lnTo>
                  <a:pt x="4607293" y="4029481"/>
                </a:lnTo>
                <a:lnTo>
                  <a:pt x="4622863" y="4028871"/>
                </a:lnTo>
                <a:lnTo>
                  <a:pt x="4677308" y="4016184"/>
                </a:lnTo>
                <a:lnTo>
                  <a:pt x="4723282" y="3990136"/>
                </a:lnTo>
                <a:lnTo>
                  <a:pt x="4758448" y="3954970"/>
                </a:lnTo>
                <a:lnTo>
                  <a:pt x="4782096" y="3914762"/>
                </a:lnTo>
                <a:lnTo>
                  <a:pt x="4796574" y="38607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15"/>
          <p:cNvSpPr/>
          <p:nvPr/>
        </p:nvSpPr>
        <p:spPr>
          <a:xfrm>
            <a:off x="7133208" y="4159544"/>
            <a:ext cx="4798060" cy="4029710"/>
          </a:xfrm>
          <a:custGeom>
            <a:rect b="b" l="l" r="r" t="t"/>
            <a:pathLst>
              <a:path extrusionOk="0" h="4029709" w="4798059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838981"/>
                </a:lnTo>
                <a:lnTo>
                  <a:pt x="609" y="3854551"/>
                </a:lnTo>
                <a:lnTo>
                  <a:pt x="10083" y="3900233"/>
                </a:lnTo>
                <a:lnTo>
                  <a:pt x="33832" y="3947414"/>
                </a:lnTo>
                <a:lnTo>
                  <a:pt x="67233" y="3984269"/>
                </a:lnTo>
                <a:lnTo>
                  <a:pt x="114719" y="4013796"/>
                </a:lnTo>
                <a:lnTo>
                  <a:pt x="168719" y="4028262"/>
                </a:lnTo>
                <a:lnTo>
                  <a:pt x="4607293" y="4029481"/>
                </a:lnTo>
                <a:lnTo>
                  <a:pt x="4622863" y="4028871"/>
                </a:lnTo>
                <a:lnTo>
                  <a:pt x="4674400" y="4017302"/>
                </a:lnTo>
                <a:lnTo>
                  <a:pt x="4715725" y="3995648"/>
                </a:lnTo>
                <a:lnTo>
                  <a:pt x="4752568" y="3962247"/>
                </a:lnTo>
                <a:lnTo>
                  <a:pt x="4782096" y="3914762"/>
                </a:lnTo>
                <a:lnTo>
                  <a:pt x="4796574" y="38607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" name="Google Shape;324;p15"/>
          <p:cNvSpPr/>
          <p:nvPr/>
        </p:nvSpPr>
        <p:spPr>
          <a:xfrm>
            <a:off x="1362372" y="4159544"/>
            <a:ext cx="4798060" cy="4029710"/>
          </a:xfrm>
          <a:custGeom>
            <a:rect b="b" l="l" r="r" t="t"/>
            <a:pathLst>
              <a:path extrusionOk="0" h="4029709" w="4798060">
                <a:moveTo>
                  <a:pt x="4613529" y="76"/>
                </a:moveTo>
                <a:lnTo>
                  <a:pt x="190500" y="0"/>
                </a:lnTo>
                <a:lnTo>
                  <a:pt x="138188" y="7302"/>
                </a:lnTo>
                <a:lnTo>
                  <a:pt x="87261" y="30378"/>
                </a:lnTo>
                <a:lnTo>
                  <a:pt x="45224" y="67233"/>
                </a:lnTo>
                <a:lnTo>
                  <a:pt x="15697" y="114719"/>
                </a:lnTo>
                <a:lnTo>
                  <a:pt x="1219" y="168719"/>
                </a:lnTo>
                <a:lnTo>
                  <a:pt x="0" y="3838981"/>
                </a:lnTo>
                <a:lnTo>
                  <a:pt x="609" y="3854551"/>
                </a:lnTo>
                <a:lnTo>
                  <a:pt x="10083" y="3900233"/>
                </a:lnTo>
                <a:lnTo>
                  <a:pt x="33832" y="3947414"/>
                </a:lnTo>
                <a:lnTo>
                  <a:pt x="67233" y="3984269"/>
                </a:lnTo>
                <a:lnTo>
                  <a:pt x="114719" y="4013796"/>
                </a:lnTo>
                <a:lnTo>
                  <a:pt x="168719" y="4028262"/>
                </a:lnTo>
                <a:lnTo>
                  <a:pt x="4607293" y="4029481"/>
                </a:lnTo>
                <a:lnTo>
                  <a:pt x="4622863" y="4028871"/>
                </a:lnTo>
                <a:lnTo>
                  <a:pt x="4674400" y="4017302"/>
                </a:lnTo>
                <a:lnTo>
                  <a:pt x="4715725" y="3995648"/>
                </a:lnTo>
                <a:lnTo>
                  <a:pt x="4752568" y="3962247"/>
                </a:lnTo>
                <a:lnTo>
                  <a:pt x="4782096" y="3914762"/>
                </a:lnTo>
                <a:lnTo>
                  <a:pt x="4796574" y="3860761"/>
                </a:lnTo>
                <a:lnTo>
                  <a:pt x="4797793" y="190500"/>
                </a:lnTo>
                <a:lnTo>
                  <a:pt x="4797183" y="174929"/>
                </a:lnTo>
                <a:lnTo>
                  <a:pt x="4784483" y="120484"/>
                </a:lnTo>
                <a:lnTo>
                  <a:pt x="4756531" y="72059"/>
                </a:lnTo>
                <a:lnTo>
                  <a:pt x="4715725" y="33832"/>
                </a:lnTo>
                <a:lnTo>
                  <a:pt x="4665573" y="9105"/>
                </a:lnTo>
                <a:lnTo>
                  <a:pt x="4613529" y="76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15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6" name="Google Shape;326;p15"/>
          <p:cNvSpPr txBox="1"/>
          <p:nvPr/>
        </p:nvSpPr>
        <p:spPr>
          <a:xfrm>
            <a:off x="9617075" y="333678"/>
            <a:ext cx="50520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Colaboración, competencias y trayectorias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15970242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28" name="Google Shape;328;p15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15.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905494" y="1761127"/>
            <a:ext cx="12886690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Competencias compartidas y distintivas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12469389" y="3629728"/>
            <a:ext cx="1113790" cy="1040765"/>
            <a:chOff x="12469389" y="3629728"/>
            <a:chExt cx="1113790" cy="1040765"/>
          </a:xfrm>
        </p:grpSpPr>
        <p:sp>
          <p:nvSpPr>
            <p:cNvPr id="331" name="Google Shape;331;p15"/>
            <p:cNvSpPr/>
            <p:nvPr/>
          </p:nvSpPr>
          <p:spPr>
            <a:xfrm>
              <a:off x="12469389" y="3629728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12663510" y="3787158"/>
              <a:ext cx="725805" cy="725805"/>
            </a:xfrm>
            <a:custGeom>
              <a:rect b="b" l="l" r="r" t="t"/>
              <a:pathLst>
                <a:path extrusionOk="0" h="725804" w="725805">
                  <a:moveTo>
                    <a:pt x="665251" y="0"/>
                  </a:moveTo>
                  <a:lnTo>
                    <a:pt x="356184" y="0"/>
                  </a:lnTo>
                  <a:lnTo>
                    <a:pt x="350773" y="5410"/>
                  </a:lnTo>
                  <a:lnTo>
                    <a:pt x="350773" y="18770"/>
                  </a:lnTo>
                  <a:lnTo>
                    <a:pt x="356184" y="24193"/>
                  </a:lnTo>
                  <a:lnTo>
                    <a:pt x="665251" y="24193"/>
                  </a:lnTo>
                  <a:lnTo>
                    <a:pt x="679364" y="27048"/>
                  </a:lnTo>
                  <a:lnTo>
                    <a:pt x="690899" y="34829"/>
                  </a:lnTo>
                  <a:lnTo>
                    <a:pt x="698680" y="46364"/>
                  </a:lnTo>
                  <a:lnTo>
                    <a:pt x="701535" y="60477"/>
                  </a:lnTo>
                  <a:lnTo>
                    <a:pt x="701535" y="476986"/>
                  </a:lnTo>
                  <a:lnTo>
                    <a:pt x="698680" y="491099"/>
                  </a:lnTo>
                  <a:lnTo>
                    <a:pt x="690899" y="502634"/>
                  </a:lnTo>
                  <a:lnTo>
                    <a:pt x="679364" y="510415"/>
                  </a:lnTo>
                  <a:lnTo>
                    <a:pt x="665251" y="513270"/>
                  </a:lnTo>
                  <a:lnTo>
                    <a:pt x="60477" y="513270"/>
                  </a:lnTo>
                  <a:lnTo>
                    <a:pt x="46369" y="510415"/>
                  </a:lnTo>
                  <a:lnTo>
                    <a:pt x="34834" y="502634"/>
                  </a:lnTo>
                  <a:lnTo>
                    <a:pt x="27050" y="491099"/>
                  </a:lnTo>
                  <a:lnTo>
                    <a:pt x="24193" y="476986"/>
                  </a:lnTo>
                  <a:lnTo>
                    <a:pt x="24193" y="60477"/>
                  </a:lnTo>
                  <a:lnTo>
                    <a:pt x="27050" y="46364"/>
                  </a:lnTo>
                  <a:lnTo>
                    <a:pt x="34834" y="34829"/>
                  </a:lnTo>
                  <a:lnTo>
                    <a:pt x="46369" y="27048"/>
                  </a:lnTo>
                  <a:lnTo>
                    <a:pt x="60477" y="24193"/>
                  </a:lnTo>
                  <a:lnTo>
                    <a:pt x="321170" y="24193"/>
                  </a:lnTo>
                  <a:lnTo>
                    <a:pt x="326580" y="18770"/>
                  </a:lnTo>
                  <a:lnTo>
                    <a:pt x="326580" y="5410"/>
                  </a:lnTo>
                  <a:lnTo>
                    <a:pt x="321170" y="0"/>
                  </a:lnTo>
                  <a:lnTo>
                    <a:pt x="60477" y="0"/>
                  </a:lnTo>
                  <a:lnTo>
                    <a:pt x="36963" y="4759"/>
                  </a:lnTo>
                  <a:lnTo>
                    <a:pt x="17737" y="17732"/>
                  </a:lnTo>
                  <a:lnTo>
                    <a:pt x="4761" y="36958"/>
                  </a:lnTo>
                  <a:lnTo>
                    <a:pt x="0" y="60477"/>
                  </a:lnTo>
                  <a:lnTo>
                    <a:pt x="0" y="476986"/>
                  </a:lnTo>
                  <a:lnTo>
                    <a:pt x="4761" y="500505"/>
                  </a:lnTo>
                  <a:lnTo>
                    <a:pt x="17737" y="519731"/>
                  </a:lnTo>
                  <a:lnTo>
                    <a:pt x="36963" y="532704"/>
                  </a:lnTo>
                  <a:lnTo>
                    <a:pt x="60477" y="537464"/>
                  </a:lnTo>
                  <a:lnTo>
                    <a:pt x="294601" y="537464"/>
                  </a:lnTo>
                  <a:lnTo>
                    <a:pt x="294601" y="720305"/>
                  </a:lnTo>
                  <a:lnTo>
                    <a:pt x="300024" y="725728"/>
                  </a:lnTo>
                  <a:lnTo>
                    <a:pt x="425716" y="725728"/>
                  </a:lnTo>
                  <a:lnTo>
                    <a:pt x="431126" y="720305"/>
                  </a:lnTo>
                  <a:lnTo>
                    <a:pt x="431126" y="570331"/>
                  </a:lnTo>
                  <a:lnTo>
                    <a:pt x="425716" y="564921"/>
                  </a:lnTo>
                  <a:lnTo>
                    <a:pt x="412356" y="564921"/>
                  </a:lnTo>
                  <a:lnTo>
                    <a:pt x="406933" y="570331"/>
                  </a:lnTo>
                  <a:lnTo>
                    <a:pt x="406933" y="701535"/>
                  </a:lnTo>
                  <a:lnTo>
                    <a:pt x="318795" y="701535"/>
                  </a:lnTo>
                  <a:lnTo>
                    <a:pt x="318795" y="537464"/>
                  </a:lnTo>
                  <a:lnTo>
                    <a:pt x="665251" y="537464"/>
                  </a:lnTo>
                  <a:lnTo>
                    <a:pt x="688770" y="532704"/>
                  </a:lnTo>
                  <a:lnTo>
                    <a:pt x="707996" y="519731"/>
                  </a:lnTo>
                  <a:lnTo>
                    <a:pt x="720969" y="500505"/>
                  </a:lnTo>
                  <a:lnTo>
                    <a:pt x="725728" y="476986"/>
                  </a:lnTo>
                  <a:lnTo>
                    <a:pt x="725728" y="60477"/>
                  </a:lnTo>
                  <a:lnTo>
                    <a:pt x="720969" y="36958"/>
                  </a:lnTo>
                  <a:lnTo>
                    <a:pt x="707996" y="17732"/>
                  </a:lnTo>
                  <a:lnTo>
                    <a:pt x="688770" y="4759"/>
                  </a:lnTo>
                  <a:lnTo>
                    <a:pt x="665251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33" name="Google Shape;33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56070" y="3880323"/>
              <a:ext cx="107937" cy="149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049029" y="3881343"/>
              <a:ext cx="102501" cy="147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903881" y="3881352"/>
              <a:ext cx="102514" cy="147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194169" y="3881352"/>
              <a:ext cx="102514" cy="1478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828640" y="4079242"/>
              <a:ext cx="102514" cy="147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976454" y="4079243"/>
              <a:ext cx="102514" cy="1479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121604" y="4079242"/>
              <a:ext cx="102501" cy="1479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5"/>
          <p:cNvGrpSpPr/>
          <p:nvPr/>
        </p:nvGrpSpPr>
        <p:grpSpPr>
          <a:xfrm>
            <a:off x="6698555" y="3629728"/>
            <a:ext cx="1113790" cy="1040765"/>
            <a:chOff x="6698555" y="3629728"/>
            <a:chExt cx="1113790" cy="1040765"/>
          </a:xfrm>
        </p:grpSpPr>
        <p:sp>
          <p:nvSpPr>
            <p:cNvPr id="341" name="Google Shape;341;p15"/>
            <p:cNvSpPr/>
            <p:nvPr/>
          </p:nvSpPr>
          <p:spPr>
            <a:xfrm>
              <a:off x="6698555" y="3629728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7084116" y="3786776"/>
              <a:ext cx="341630" cy="387985"/>
            </a:xfrm>
            <a:custGeom>
              <a:rect b="b" l="l" r="r" t="t"/>
              <a:pathLst>
                <a:path extrusionOk="0" h="387985" w="341629">
                  <a:moveTo>
                    <a:pt x="7970" y="48971"/>
                  </a:moveTo>
                  <a:lnTo>
                    <a:pt x="6728" y="49250"/>
                  </a:lnTo>
                  <a:lnTo>
                    <a:pt x="5307" y="50248"/>
                  </a:lnTo>
                  <a:lnTo>
                    <a:pt x="4822" y="50610"/>
                  </a:lnTo>
                  <a:lnTo>
                    <a:pt x="4328" y="51411"/>
                  </a:lnTo>
                  <a:lnTo>
                    <a:pt x="4211" y="51600"/>
                  </a:lnTo>
                  <a:lnTo>
                    <a:pt x="4033" y="52768"/>
                  </a:lnTo>
                  <a:lnTo>
                    <a:pt x="0" y="110978"/>
                  </a:lnTo>
                  <a:lnTo>
                    <a:pt x="4778" y="163208"/>
                  </a:lnTo>
                  <a:lnTo>
                    <a:pt x="16765" y="209636"/>
                  </a:lnTo>
                  <a:lnTo>
                    <a:pt x="34355" y="250440"/>
                  </a:lnTo>
                  <a:lnTo>
                    <a:pt x="55943" y="285799"/>
                  </a:lnTo>
                  <a:lnTo>
                    <a:pt x="79924" y="315891"/>
                  </a:lnTo>
                  <a:lnTo>
                    <a:pt x="129066" y="361318"/>
                  </a:lnTo>
                  <a:lnTo>
                    <a:pt x="163562" y="384291"/>
                  </a:lnTo>
                  <a:lnTo>
                    <a:pt x="170594" y="387832"/>
                  </a:lnTo>
                  <a:lnTo>
                    <a:pt x="171991" y="387832"/>
                  </a:lnTo>
                  <a:lnTo>
                    <a:pt x="172506" y="387692"/>
                  </a:lnTo>
                  <a:lnTo>
                    <a:pt x="173136" y="387400"/>
                  </a:lnTo>
                  <a:lnTo>
                    <a:pt x="187088" y="378714"/>
                  </a:lnTo>
                  <a:lnTo>
                    <a:pt x="171102" y="378714"/>
                  </a:lnTo>
                  <a:lnTo>
                    <a:pt x="162578" y="373856"/>
                  </a:lnTo>
                  <a:lnTo>
                    <a:pt x="130829" y="351907"/>
                  </a:lnTo>
                  <a:lnTo>
                    <a:pt x="82627" y="306070"/>
                  </a:lnTo>
                  <a:lnTo>
                    <a:pt x="56156" y="270879"/>
                  </a:lnTo>
                  <a:lnTo>
                    <a:pt x="33437" y="228776"/>
                  </a:lnTo>
                  <a:lnTo>
                    <a:pt x="16876" y="179492"/>
                  </a:lnTo>
                  <a:lnTo>
                    <a:pt x="8877" y="122758"/>
                  </a:lnTo>
                  <a:lnTo>
                    <a:pt x="11633" y="62884"/>
                  </a:lnTo>
                  <a:lnTo>
                    <a:pt x="11697" y="61494"/>
                  </a:lnTo>
                  <a:lnTo>
                    <a:pt x="11794" y="59383"/>
                  </a:lnTo>
                  <a:lnTo>
                    <a:pt x="11844" y="58305"/>
                  </a:lnTo>
                  <a:lnTo>
                    <a:pt x="61088" y="58305"/>
                  </a:lnTo>
                  <a:lnTo>
                    <a:pt x="68185" y="57650"/>
                  </a:lnTo>
                  <a:lnTo>
                    <a:pt x="95948" y="51411"/>
                  </a:lnTo>
                  <a:lnTo>
                    <a:pt x="34347" y="51411"/>
                  </a:lnTo>
                  <a:lnTo>
                    <a:pt x="16030" y="50248"/>
                  </a:lnTo>
                  <a:lnTo>
                    <a:pt x="9380" y="49250"/>
                  </a:lnTo>
                  <a:lnTo>
                    <a:pt x="7970" y="48971"/>
                  </a:lnTo>
                  <a:close/>
                </a:path>
                <a:path extrusionOk="0" h="387985" w="341629">
                  <a:moveTo>
                    <a:pt x="339384" y="58559"/>
                  </a:moveTo>
                  <a:lnTo>
                    <a:pt x="330830" y="58559"/>
                  </a:lnTo>
                  <a:lnTo>
                    <a:pt x="331336" y="62884"/>
                  </a:lnTo>
                  <a:lnTo>
                    <a:pt x="331886" y="68629"/>
                  </a:lnTo>
                  <a:lnTo>
                    <a:pt x="332400" y="75695"/>
                  </a:lnTo>
                  <a:lnTo>
                    <a:pt x="332785" y="83705"/>
                  </a:lnTo>
                  <a:lnTo>
                    <a:pt x="332767" y="104697"/>
                  </a:lnTo>
                  <a:lnTo>
                    <a:pt x="331235" y="128735"/>
                  </a:lnTo>
                  <a:lnTo>
                    <a:pt x="327417" y="156424"/>
                  </a:lnTo>
                  <a:lnTo>
                    <a:pt x="320632" y="186524"/>
                  </a:lnTo>
                  <a:lnTo>
                    <a:pt x="320492" y="186778"/>
                  </a:lnTo>
                  <a:lnTo>
                    <a:pt x="320378" y="187071"/>
                  </a:lnTo>
                  <a:lnTo>
                    <a:pt x="308206" y="223254"/>
                  </a:lnTo>
                  <a:lnTo>
                    <a:pt x="288286" y="263520"/>
                  </a:lnTo>
                  <a:lnTo>
                    <a:pt x="276360" y="282219"/>
                  </a:lnTo>
                  <a:lnTo>
                    <a:pt x="275877" y="283006"/>
                  </a:lnTo>
                  <a:lnTo>
                    <a:pt x="242759" y="322968"/>
                  </a:lnTo>
                  <a:lnTo>
                    <a:pt x="202696" y="357716"/>
                  </a:lnTo>
                  <a:lnTo>
                    <a:pt x="171102" y="378714"/>
                  </a:lnTo>
                  <a:lnTo>
                    <a:pt x="187088" y="378714"/>
                  </a:lnTo>
                  <a:lnTo>
                    <a:pt x="222175" y="353313"/>
                  </a:lnTo>
                  <a:lnTo>
                    <a:pt x="260494" y="316347"/>
                  </a:lnTo>
                  <a:lnTo>
                    <a:pt x="283459" y="286893"/>
                  </a:lnTo>
                  <a:lnTo>
                    <a:pt x="287593" y="280782"/>
                  </a:lnTo>
                  <a:lnTo>
                    <a:pt x="308234" y="244220"/>
                  </a:lnTo>
                  <a:lnTo>
                    <a:pt x="322614" y="208927"/>
                  </a:lnTo>
                  <a:lnTo>
                    <a:pt x="328277" y="190461"/>
                  </a:lnTo>
                  <a:lnTo>
                    <a:pt x="328404" y="190195"/>
                  </a:lnTo>
                  <a:lnTo>
                    <a:pt x="339664" y="129935"/>
                  </a:lnTo>
                  <a:lnTo>
                    <a:pt x="341295" y="83705"/>
                  </a:lnTo>
                  <a:lnTo>
                    <a:pt x="340617" y="71025"/>
                  </a:lnTo>
                  <a:lnTo>
                    <a:pt x="339878" y="62884"/>
                  </a:lnTo>
                  <a:lnTo>
                    <a:pt x="339752" y="61494"/>
                  </a:lnTo>
                  <a:lnTo>
                    <a:pt x="339553" y="59910"/>
                  </a:lnTo>
                  <a:lnTo>
                    <a:pt x="339487" y="59383"/>
                  </a:lnTo>
                  <a:lnTo>
                    <a:pt x="339384" y="58559"/>
                  </a:lnTo>
                  <a:close/>
                </a:path>
                <a:path extrusionOk="0" h="387985" w="341629">
                  <a:moveTo>
                    <a:pt x="61088" y="58305"/>
                  </a:moveTo>
                  <a:lnTo>
                    <a:pt x="11844" y="58305"/>
                  </a:lnTo>
                  <a:lnTo>
                    <a:pt x="24457" y="59615"/>
                  </a:lnTo>
                  <a:lnTo>
                    <a:pt x="43710" y="59910"/>
                  </a:lnTo>
                  <a:lnTo>
                    <a:pt x="61088" y="58305"/>
                  </a:lnTo>
                  <a:close/>
                </a:path>
                <a:path extrusionOk="0" h="387985" w="341629">
                  <a:moveTo>
                    <a:pt x="186581" y="10058"/>
                  </a:moveTo>
                  <a:lnTo>
                    <a:pt x="170886" y="10058"/>
                  </a:lnTo>
                  <a:lnTo>
                    <a:pt x="176693" y="13940"/>
                  </a:lnTo>
                  <a:lnTo>
                    <a:pt x="210015" y="32778"/>
                  </a:lnTo>
                  <a:lnTo>
                    <a:pt x="247708" y="48229"/>
                  </a:lnTo>
                  <a:lnTo>
                    <a:pt x="295422" y="58699"/>
                  </a:lnTo>
                  <a:lnTo>
                    <a:pt x="314548" y="59615"/>
                  </a:lnTo>
                  <a:lnTo>
                    <a:pt x="312337" y="59615"/>
                  </a:lnTo>
                  <a:lnTo>
                    <a:pt x="319820" y="59383"/>
                  </a:lnTo>
                  <a:lnTo>
                    <a:pt x="321278" y="59383"/>
                  </a:lnTo>
                  <a:lnTo>
                    <a:pt x="330830" y="58559"/>
                  </a:lnTo>
                  <a:lnTo>
                    <a:pt x="339384" y="58559"/>
                  </a:lnTo>
                  <a:lnTo>
                    <a:pt x="338991" y="55414"/>
                  </a:lnTo>
                  <a:lnTo>
                    <a:pt x="338376" y="51600"/>
                  </a:lnTo>
                  <a:lnTo>
                    <a:pt x="338283" y="51052"/>
                  </a:lnTo>
                  <a:lnTo>
                    <a:pt x="307511" y="51052"/>
                  </a:lnTo>
                  <a:lnTo>
                    <a:pt x="296369" y="50248"/>
                  </a:lnTo>
                  <a:lnTo>
                    <a:pt x="250239" y="40106"/>
                  </a:lnTo>
                  <a:lnTo>
                    <a:pt x="213749" y="25133"/>
                  </a:lnTo>
                  <a:lnTo>
                    <a:pt x="197129" y="16354"/>
                  </a:lnTo>
                  <a:lnTo>
                    <a:pt x="186581" y="10058"/>
                  </a:lnTo>
                  <a:close/>
                </a:path>
                <a:path extrusionOk="0" h="387985" w="341629">
                  <a:moveTo>
                    <a:pt x="171483" y="0"/>
                  </a:moveTo>
                  <a:lnTo>
                    <a:pt x="169235" y="127"/>
                  </a:lnTo>
                  <a:lnTo>
                    <a:pt x="167736" y="1473"/>
                  </a:lnTo>
                  <a:lnTo>
                    <a:pt x="150926" y="15111"/>
                  </a:lnTo>
                  <a:lnTo>
                    <a:pt x="114014" y="35982"/>
                  </a:lnTo>
                  <a:lnTo>
                    <a:pt x="61281" y="49957"/>
                  </a:lnTo>
                  <a:lnTo>
                    <a:pt x="34347" y="51411"/>
                  </a:lnTo>
                  <a:lnTo>
                    <a:pt x="96138" y="51411"/>
                  </a:lnTo>
                  <a:lnTo>
                    <a:pt x="116567" y="44141"/>
                  </a:lnTo>
                  <a:lnTo>
                    <a:pt x="135709" y="34858"/>
                  </a:lnTo>
                  <a:lnTo>
                    <a:pt x="153834" y="23484"/>
                  </a:lnTo>
                  <a:lnTo>
                    <a:pt x="170886" y="10058"/>
                  </a:lnTo>
                  <a:lnTo>
                    <a:pt x="186581" y="10058"/>
                  </a:lnTo>
                  <a:lnTo>
                    <a:pt x="184342" y="8721"/>
                  </a:lnTo>
                  <a:lnTo>
                    <a:pt x="176097" y="3312"/>
                  </a:lnTo>
                  <a:lnTo>
                    <a:pt x="173109" y="1206"/>
                  </a:lnTo>
                  <a:lnTo>
                    <a:pt x="171483" y="0"/>
                  </a:lnTo>
                  <a:close/>
                </a:path>
                <a:path extrusionOk="0" h="387985" w="341629">
                  <a:moveTo>
                    <a:pt x="336253" y="49250"/>
                  </a:moveTo>
                  <a:lnTo>
                    <a:pt x="333852" y="49606"/>
                  </a:lnTo>
                  <a:lnTo>
                    <a:pt x="324630" y="50610"/>
                  </a:lnTo>
                  <a:lnTo>
                    <a:pt x="315272" y="51052"/>
                  </a:lnTo>
                  <a:lnTo>
                    <a:pt x="338516" y="51052"/>
                  </a:lnTo>
                  <a:lnTo>
                    <a:pt x="336253" y="4925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43" name="Google Shape;34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43555" y="3858549"/>
              <a:ext cx="222300" cy="245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908428" y="4329373"/>
              <a:ext cx="187629" cy="18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15003" y="4329373"/>
              <a:ext cx="187629" cy="18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161715" y="4329373"/>
              <a:ext cx="187629" cy="183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15"/>
            <p:cNvSpPr/>
            <p:nvPr/>
          </p:nvSpPr>
          <p:spPr>
            <a:xfrm>
              <a:off x="6997979" y="4166107"/>
              <a:ext cx="515620" cy="172085"/>
            </a:xfrm>
            <a:custGeom>
              <a:rect b="b" l="l" r="r" t="t"/>
              <a:pathLst>
                <a:path extrusionOk="0" h="172085" w="515620">
                  <a:moveTo>
                    <a:pt x="515086" y="95846"/>
                  </a:moveTo>
                  <a:lnTo>
                    <a:pt x="511429" y="77825"/>
                  </a:lnTo>
                  <a:lnTo>
                    <a:pt x="501497" y="63093"/>
                  </a:lnTo>
                  <a:lnTo>
                    <a:pt x="486752" y="53149"/>
                  </a:lnTo>
                  <a:lnTo>
                    <a:pt x="468744" y="49491"/>
                  </a:lnTo>
                  <a:lnTo>
                    <a:pt x="261112" y="49491"/>
                  </a:lnTo>
                  <a:lnTo>
                    <a:pt x="261112" y="1905"/>
                  </a:lnTo>
                  <a:lnTo>
                    <a:pt x="259207" y="0"/>
                  </a:lnTo>
                  <a:lnTo>
                    <a:pt x="254508" y="0"/>
                  </a:lnTo>
                  <a:lnTo>
                    <a:pt x="252603" y="1905"/>
                  </a:lnTo>
                  <a:lnTo>
                    <a:pt x="252603" y="49491"/>
                  </a:lnTo>
                  <a:lnTo>
                    <a:pt x="46355" y="49491"/>
                  </a:lnTo>
                  <a:lnTo>
                    <a:pt x="28321" y="53149"/>
                  </a:lnTo>
                  <a:lnTo>
                    <a:pt x="13589" y="63093"/>
                  </a:lnTo>
                  <a:lnTo>
                    <a:pt x="3644" y="77825"/>
                  </a:lnTo>
                  <a:lnTo>
                    <a:pt x="0" y="95846"/>
                  </a:lnTo>
                  <a:lnTo>
                    <a:pt x="0" y="169875"/>
                  </a:lnTo>
                  <a:lnTo>
                    <a:pt x="1905" y="171780"/>
                  </a:lnTo>
                  <a:lnTo>
                    <a:pt x="6604" y="171780"/>
                  </a:lnTo>
                  <a:lnTo>
                    <a:pt x="8509" y="169875"/>
                  </a:lnTo>
                  <a:lnTo>
                    <a:pt x="8509" y="95846"/>
                  </a:lnTo>
                  <a:lnTo>
                    <a:pt x="11480" y="81127"/>
                  </a:lnTo>
                  <a:lnTo>
                    <a:pt x="19596" y="69100"/>
                  </a:lnTo>
                  <a:lnTo>
                    <a:pt x="31635" y="60985"/>
                  </a:lnTo>
                  <a:lnTo>
                    <a:pt x="46355" y="58000"/>
                  </a:lnTo>
                  <a:lnTo>
                    <a:pt x="252603" y="58000"/>
                  </a:lnTo>
                  <a:lnTo>
                    <a:pt x="252603" y="169875"/>
                  </a:lnTo>
                  <a:lnTo>
                    <a:pt x="254508" y="171780"/>
                  </a:lnTo>
                  <a:lnTo>
                    <a:pt x="256857" y="171780"/>
                  </a:lnTo>
                  <a:lnTo>
                    <a:pt x="259207" y="171780"/>
                  </a:lnTo>
                  <a:lnTo>
                    <a:pt x="261112" y="169875"/>
                  </a:lnTo>
                  <a:lnTo>
                    <a:pt x="261112" y="58000"/>
                  </a:lnTo>
                  <a:lnTo>
                    <a:pt x="468744" y="58000"/>
                  </a:lnTo>
                  <a:lnTo>
                    <a:pt x="483450" y="60985"/>
                  </a:lnTo>
                  <a:lnTo>
                    <a:pt x="495477" y="69100"/>
                  </a:lnTo>
                  <a:lnTo>
                    <a:pt x="503593" y="81127"/>
                  </a:lnTo>
                  <a:lnTo>
                    <a:pt x="506577" y="95846"/>
                  </a:lnTo>
                  <a:lnTo>
                    <a:pt x="506577" y="169875"/>
                  </a:lnTo>
                  <a:lnTo>
                    <a:pt x="508482" y="171780"/>
                  </a:lnTo>
                  <a:lnTo>
                    <a:pt x="510832" y="171780"/>
                  </a:lnTo>
                  <a:lnTo>
                    <a:pt x="513181" y="171780"/>
                  </a:lnTo>
                  <a:lnTo>
                    <a:pt x="515086" y="169875"/>
                  </a:lnTo>
                  <a:lnTo>
                    <a:pt x="515086" y="95846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48" name="Google Shape;348;p15"/>
          <p:cNvGrpSpPr/>
          <p:nvPr/>
        </p:nvGrpSpPr>
        <p:grpSpPr>
          <a:xfrm>
            <a:off x="927719" y="3629728"/>
            <a:ext cx="1113790" cy="1040765"/>
            <a:chOff x="927719" y="3629728"/>
            <a:chExt cx="1113790" cy="1040765"/>
          </a:xfrm>
        </p:grpSpPr>
        <p:sp>
          <p:nvSpPr>
            <p:cNvPr id="349" name="Google Shape;349;p15"/>
            <p:cNvSpPr/>
            <p:nvPr/>
          </p:nvSpPr>
          <p:spPr>
            <a:xfrm>
              <a:off x="927719" y="3629728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023084" y="3809997"/>
              <a:ext cx="927100" cy="681990"/>
            </a:xfrm>
            <a:custGeom>
              <a:rect b="b" l="l" r="r" t="t"/>
              <a:pathLst>
                <a:path extrusionOk="0" h="681989" w="927100">
                  <a:moveTo>
                    <a:pt x="351231" y="552450"/>
                  </a:moveTo>
                  <a:lnTo>
                    <a:pt x="319506" y="552450"/>
                  </a:lnTo>
                  <a:lnTo>
                    <a:pt x="334589" y="553720"/>
                  </a:lnTo>
                  <a:lnTo>
                    <a:pt x="343773" y="558800"/>
                  </a:lnTo>
                  <a:lnTo>
                    <a:pt x="348342" y="567690"/>
                  </a:lnTo>
                  <a:lnTo>
                    <a:pt x="349580" y="582930"/>
                  </a:lnTo>
                  <a:lnTo>
                    <a:pt x="349580" y="623570"/>
                  </a:lnTo>
                  <a:lnTo>
                    <a:pt x="229882" y="623570"/>
                  </a:lnTo>
                  <a:lnTo>
                    <a:pt x="226593" y="626110"/>
                  </a:lnTo>
                  <a:lnTo>
                    <a:pt x="203593" y="657860"/>
                  </a:lnTo>
                  <a:lnTo>
                    <a:pt x="198857" y="666750"/>
                  </a:lnTo>
                  <a:lnTo>
                    <a:pt x="199307" y="673100"/>
                  </a:lnTo>
                  <a:lnTo>
                    <a:pt x="199397" y="674370"/>
                  </a:lnTo>
                  <a:lnTo>
                    <a:pt x="204988" y="680720"/>
                  </a:lnTo>
                  <a:lnTo>
                    <a:pt x="215404" y="681990"/>
                  </a:lnTo>
                  <a:lnTo>
                    <a:pt x="582422" y="681990"/>
                  </a:lnTo>
                  <a:lnTo>
                    <a:pt x="592898" y="680720"/>
                  </a:lnTo>
                  <a:lnTo>
                    <a:pt x="597863" y="674370"/>
                  </a:lnTo>
                  <a:lnTo>
                    <a:pt x="597841" y="673100"/>
                  </a:lnTo>
                  <a:lnTo>
                    <a:pt x="206349" y="673100"/>
                  </a:lnTo>
                  <a:lnTo>
                    <a:pt x="206044" y="669290"/>
                  </a:lnTo>
                  <a:lnTo>
                    <a:pt x="232308" y="635000"/>
                  </a:lnTo>
                  <a:lnTo>
                    <a:pt x="233184" y="632460"/>
                  </a:lnTo>
                  <a:lnTo>
                    <a:pt x="359054" y="632460"/>
                  </a:lnTo>
                  <a:lnTo>
                    <a:pt x="359054" y="582930"/>
                  </a:lnTo>
                  <a:lnTo>
                    <a:pt x="358784" y="575310"/>
                  </a:lnTo>
                  <a:lnTo>
                    <a:pt x="358739" y="574040"/>
                  </a:lnTo>
                  <a:lnTo>
                    <a:pt x="357605" y="566420"/>
                  </a:lnTo>
                  <a:lnTo>
                    <a:pt x="355362" y="558800"/>
                  </a:lnTo>
                  <a:lnTo>
                    <a:pt x="351726" y="553720"/>
                  </a:lnTo>
                  <a:lnTo>
                    <a:pt x="351231" y="552450"/>
                  </a:lnTo>
                  <a:close/>
                </a:path>
                <a:path extrusionOk="0" h="681989" w="927100">
                  <a:moveTo>
                    <a:pt x="575360" y="632460"/>
                  </a:moveTo>
                  <a:lnTo>
                    <a:pt x="563994" y="632460"/>
                  </a:lnTo>
                  <a:lnTo>
                    <a:pt x="567626" y="637540"/>
                  </a:lnTo>
                  <a:lnTo>
                    <a:pt x="571934" y="643890"/>
                  </a:lnTo>
                  <a:lnTo>
                    <a:pt x="576352" y="650240"/>
                  </a:lnTo>
                  <a:lnTo>
                    <a:pt x="580812" y="655320"/>
                  </a:lnTo>
                  <a:lnTo>
                    <a:pt x="589838" y="668020"/>
                  </a:lnTo>
                  <a:lnTo>
                    <a:pt x="591896" y="673100"/>
                  </a:lnTo>
                  <a:lnTo>
                    <a:pt x="597841" y="673100"/>
                  </a:lnTo>
                  <a:lnTo>
                    <a:pt x="579641" y="638810"/>
                  </a:lnTo>
                  <a:lnTo>
                    <a:pt x="575360" y="632460"/>
                  </a:lnTo>
                  <a:close/>
                </a:path>
                <a:path extrusionOk="0" h="681989" w="927100">
                  <a:moveTo>
                    <a:pt x="359054" y="632460"/>
                  </a:moveTo>
                  <a:lnTo>
                    <a:pt x="349580" y="632460"/>
                  </a:lnTo>
                  <a:lnTo>
                    <a:pt x="349580" y="651510"/>
                  </a:lnTo>
                  <a:lnTo>
                    <a:pt x="359054" y="651510"/>
                  </a:lnTo>
                  <a:lnTo>
                    <a:pt x="359054" y="632460"/>
                  </a:lnTo>
                  <a:close/>
                </a:path>
                <a:path extrusionOk="0" h="681989" w="927100">
                  <a:moveTo>
                    <a:pt x="477850" y="552450"/>
                  </a:moveTo>
                  <a:lnTo>
                    <a:pt x="446125" y="552450"/>
                  </a:lnTo>
                  <a:lnTo>
                    <a:pt x="441836" y="560070"/>
                  </a:lnTo>
                  <a:lnTo>
                    <a:pt x="439483" y="566420"/>
                  </a:lnTo>
                  <a:lnTo>
                    <a:pt x="438492" y="575310"/>
                  </a:lnTo>
                  <a:lnTo>
                    <a:pt x="438289" y="582930"/>
                  </a:lnTo>
                  <a:lnTo>
                    <a:pt x="438289" y="651510"/>
                  </a:lnTo>
                  <a:lnTo>
                    <a:pt x="447763" y="651510"/>
                  </a:lnTo>
                  <a:lnTo>
                    <a:pt x="447763" y="632460"/>
                  </a:lnTo>
                  <a:lnTo>
                    <a:pt x="575360" y="632460"/>
                  </a:lnTo>
                  <a:lnTo>
                    <a:pt x="568883" y="623570"/>
                  </a:lnTo>
                  <a:lnTo>
                    <a:pt x="447763" y="623570"/>
                  </a:lnTo>
                  <a:lnTo>
                    <a:pt x="447763" y="571500"/>
                  </a:lnTo>
                  <a:lnTo>
                    <a:pt x="448729" y="563880"/>
                  </a:lnTo>
                  <a:lnTo>
                    <a:pt x="452729" y="560070"/>
                  </a:lnTo>
                  <a:lnTo>
                    <a:pt x="456442" y="556260"/>
                  </a:lnTo>
                  <a:lnTo>
                    <a:pt x="461722" y="554990"/>
                  </a:lnTo>
                  <a:lnTo>
                    <a:pt x="468786" y="553720"/>
                  </a:lnTo>
                  <a:lnTo>
                    <a:pt x="477850" y="552450"/>
                  </a:lnTo>
                  <a:close/>
                </a:path>
                <a:path extrusionOk="0" h="681989" w="927100">
                  <a:moveTo>
                    <a:pt x="702729" y="552450"/>
                  </a:moveTo>
                  <a:lnTo>
                    <a:pt x="693254" y="552450"/>
                  </a:lnTo>
                  <a:lnTo>
                    <a:pt x="693254" y="626110"/>
                  </a:lnTo>
                  <a:lnTo>
                    <a:pt x="699985" y="632460"/>
                  </a:lnTo>
                  <a:lnTo>
                    <a:pt x="920153" y="632460"/>
                  </a:lnTo>
                  <a:lnTo>
                    <a:pt x="926884" y="626110"/>
                  </a:lnTo>
                  <a:lnTo>
                    <a:pt x="926884" y="623570"/>
                  </a:lnTo>
                  <a:lnTo>
                    <a:pt x="705218" y="623570"/>
                  </a:lnTo>
                  <a:lnTo>
                    <a:pt x="702729" y="621030"/>
                  </a:lnTo>
                  <a:lnTo>
                    <a:pt x="702729" y="552450"/>
                  </a:lnTo>
                  <a:close/>
                </a:path>
                <a:path extrusionOk="0" h="681989" w="927100">
                  <a:moveTo>
                    <a:pt x="926884" y="163830"/>
                  </a:moveTo>
                  <a:lnTo>
                    <a:pt x="914920" y="163830"/>
                  </a:lnTo>
                  <a:lnTo>
                    <a:pt x="917409" y="166370"/>
                  </a:lnTo>
                  <a:lnTo>
                    <a:pt x="917409" y="621030"/>
                  </a:lnTo>
                  <a:lnTo>
                    <a:pt x="914920" y="623570"/>
                  </a:lnTo>
                  <a:lnTo>
                    <a:pt x="926884" y="623570"/>
                  </a:lnTo>
                  <a:lnTo>
                    <a:pt x="926884" y="163830"/>
                  </a:lnTo>
                  <a:close/>
                </a:path>
                <a:path extrusionOk="0" h="681989" w="927100">
                  <a:moveTo>
                    <a:pt x="632383" y="71120"/>
                  </a:moveTo>
                  <a:lnTo>
                    <a:pt x="26327" y="71120"/>
                  </a:lnTo>
                  <a:lnTo>
                    <a:pt x="16100" y="73660"/>
                  </a:lnTo>
                  <a:lnTo>
                    <a:pt x="7729" y="78740"/>
                  </a:lnTo>
                  <a:lnTo>
                    <a:pt x="2075" y="87630"/>
                  </a:lnTo>
                  <a:lnTo>
                    <a:pt x="0" y="97790"/>
                  </a:lnTo>
                  <a:lnTo>
                    <a:pt x="0" y="527050"/>
                  </a:lnTo>
                  <a:lnTo>
                    <a:pt x="2075" y="537210"/>
                  </a:lnTo>
                  <a:lnTo>
                    <a:pt x="7729" y="544830"/>
                  </a:lnTo>
                  <a:lnTo>
                    <a:pt x="16100" y="551180"/>
                  </a:lnTo>
                  <a:lnTo>
                    <a:pt x="26327" y="552450"/>
                  </a:lnTo>
                  <a:lnTo>
                    <a:pt x="771017" y="552450"/>
                  </a:lnTo>
                  <a:lnTo>
                    <a:pt x="781245" y="551180"/>
                  </a:lnTo>
                  <a:lnTo>
                    <a:pt x="789620" y="544830"/>
                  </a:lnTo>
                  <a:lnTo>
                    <a:pt x="790563" y="543560"/>
                  </a:lnTo>
                  <a:lnTo>
                    <a:pt x="17068" y="543560"/>
                  </a:lnTo>
                  <a:lnTo>
                    <a:pt x="9474" y="535940"/>
                  </a:lnTo>
                  <a:lnTo>
                    <a:pt x="9474" y="87630"/>
                  </a:lnTo>
                  <a:lnTo>
                    <a:pt x="17068" y="80010"/>
                  </a:lnTo>
                  <a:lnTo>
                    <a:pt x="632383" y="80010"/>
                  </a:lnTo>
                  <a:lnTo>
                    <a:pt x="632383" y="71120"/>
                  </a:lnTo>
                  <a:close/>
                </a:path>
                <a:path extrusionOk="0" h="681989" w="927100">
                  <a:moveTo>
                    <a:pt x="884580" y="543560"/>
                  </a:moveTo>
                  <a:lnTo>
                    <a:pt x="848220" y="543560"/>
                  </a:lnTo>
                  <a:lnTo>
                    <a:pt x="848220" y="552450"/>
                  </a:lnTo>
                  <a:lnTo>
                    <a:pt x="884580" y="552450"/>
                  </a:lnTo>
                  <a:lnTo>
                    <a:pt x="884580" y="543560"/>
                  </a:lnTo>
                  <a:close/>
                </a:path>
                <a:path extrusionOk="0" h="681989" w="927100">
                  <a:moveTo>
                    <a:pt x="771017" y="71120"/>
                  </a:moveTo>
                  <a:lnTo>
                    <a:pt x="690689" y="71120"/>
                  </a:lnTo>
                  <a:lnTo>
                    <a:pt x="690689" y="80010"/>
                  </a:lnTo>
                  <a:lnTo>
                    <a:pt x="780288" y="80010"/>
                  </a:lnTo>
                  <a:lnTo>
                    <a:pt x="787869" y="87630"/>
                  </a:lnTo>
                  <a:lnTo>
                    <a:pt x="787869" y="535940"/>
                  </a:lnTo>
                  <a:lnTo>
                    <a:pt x="780288" y="543560"/>
                  </a:lnTo>
                  <a:lnTo>
                    <a:pt x="790563" y="543560"/>
                  </a:lnTo>
                  <a:lnTo>
                    <a:pt x="795278" y="537210"/>
                  </a:lnTo>
                  <a:lnTo>
                    <a:pt x="797356" y="527050"/>
                  </a:lnTo>
                  <a:lnTo>
                    <a:pt x="797356" y="163830"/>
                  </a:lnTo>
                  <a:lnTo>
                    <a:pt x="926884" y="163830"/>
                  </a:lnTo>
                  <a:lnTo>
                    <a:pt x="926884" y="161290"/>
                  </a:lnTo>
                  <a:lnTo>
                    <a:pt x="920153" y="153670"/>
                  </a:lnTo>
                  <a:lnTo>
                    <a:pt x="797356" y="153670"/>
                  </a:lnTo>
                  <a:lnTo>
                    <a:pt x="797356" y="97790"/>
                  </a:lnTo>
                  <a:lnTo>
                    <a:pt x="795277" y="87630"/>
                  </a:lnTo>
                  <a:lnTo>
                    <a:pt x="789616" y="78740"/>
                  </a:lnTo>
                  <a:lnTo>
                    <a:pt x="781240" y="73660"/>
                  </a:lnTo>
                  <a:lnTo>
                    <a:pt x="771017" y="71120"/>
                  </a:lnTo>
                  <a:close/>
                </a:path>
                <a:path extrusionOk="0" h="681989" w="927100">
                  <a:moveTo>
                    <a:pt x="703300" y="515620"/>
                  </a:moveTo>
                  <a:lnTo>
                    <a:pt x="94043" y="515620"/>
                  </a:lnTo>
                  <a:lnTo>
                    <a:pt x="94043" y="520700"/>
                  </a:lnTo>
                  <a:lnTo>
                    <a:pt x="703300" y="520700"/>
                  </a:lnTo>
                  <a:lnTo>
                    <a:pt x="703300" y="515620"/>
                  </a:lnTo>
                  <a:close/>
                </a:path>
                <a:path extrusionOk="0" h="681989" w="927100">
                  <a:moveTo>
                    <a:pt x="884580" y="509270"/>
                  </a:moveTo>
                  <a:lnTo>
                    <a:pt x="848220" y="509270"/>
                  </a:lnTo>
                  <a:lnTo>
                    <a:pt x="848220" y="518160"/>
                  </a:lnTo>
                  <a:lnTo>
                    <a:pt x="884580" y="518160"/>
                  </a:lnTo>
                  <a:lnTo>
                    <a:pt x="884580" y="509270"/>
                  </a:lnTo>
                  <a:close/>
                </a:path>
                <a:path extrusionOk="0" h="681989" w="927100">
                  <a:moveTo>
                    <a:pt x="704862" y="419100"/>
                  </a:moveTo>
                  <a:lnTo>
                    <a:pt x="703059" y="419100"/>
                  </a:lnTo>
                  <a:lnTo>
                    <a:pt x="651586" y="469900"/>
                  </a:lnTo>
                  <a:lnTo>
                    <a:pt x="651586" y="472440"/>
                  </a:lnTo>
                  <a:lnTo>
                    <a:pt x="653808" y="474980"/>
                  </a:lnTo>
                  <a:lnTo>
                    <a:pt x="655612" y="474980"/>
                  </a:lnTo>
                  <a:lnTo>
                    <a:pt x="656717" y="473710"/>
                  </a:lnTo>
                  <a:lnTo>
                    <a:pt x="707085" y="422910"/>
                  </a:lnTo>
                  <a:lnTo>
                    <a:pt x="707085" y="421640"/>
                  </a:lnTo>
                  <a:lnTo>
                    <a:pt x="704862" y="419100"/>
                  </a:lnTo>
                  <a:close/>
                </a:path>
                <a:path extrusionOk="0" h="681989" w="927100">
                  <a:moveTo>
                    <a:pt x="708406" y="454660"/>
                  </a:moveTo>
                  <a:lnTo>
                    <a:pt x="706602" y="454660"/>
                  </a:lnTo>
                  <a:lnTo>
                    <a:pt x="690486" y="471170"/>
                  </a:lnTo>
                  <a:lnTo>
                    <a:pt x="690486" y="472440"/>
                  </a:lnTo>
                  <a:lnTo>
                    <a:pt x="692708" y="474980"/>
                  </a:lnTo>
                  <a:lnTo>
                    <a:pt x="694499" y="474980"/>
                  </a:lnTo>
                  <a:lnTo>
                    <a:pt x="695617" y="473710"/>
                  </a:lnTo>
                  <a:lnTo>
                    <a:pt x="710615" y="458470"/>
                  </a:lnTo>
                  <a:lnTo>
                    <a:pt x="710615" y="457200"/>
                  </a:lnTo>
                  <a:lnTo>
                    <a:pt x="708406" y="454660"/>
                  </a:lnTo>
                  <a:close/>
                </a:path>
                <a:path extrusionOk="0" h="681989" w="927100">
                  <a:moveTo>
                    <a:pt x="866406" y="433070"/>
                  </a:moveTo>
                  <a:lnTo>
                    <a:pt x="858835" y="434340"/>
                  </a:lnTo>
                  <a:lnTo>
                    <a:pt x="852655" y="438150"/>
                  </a:lnTo>
                  <a:lnTo>
                    <a:pt x="848490" y="444500"/>
                  </a:lnTo>
                  <a:lnTo>
                    <a:pt x="846963" y="452120"/>
                  </a:lnTo>
                  <a:lnTo>
                    <a:pt x="848490" y="459740"/>
                  </a:lnTo>
                  <a:lnTo>
                    <a:pt x="852655" y="466090"/>
                  </a:lnTo>
                  <a:lnTo>
                    <a:pt x="858835" y="469900"/>
                  </a:lnTo>
                  <a:lnTo>
                    <a:pt x="866406" y="471170"/>
                  </a:lnTo>
                  <a:lnTo>
                    <a:pt x="873970" y="469900"/>
                  </a:lnTo>
                  <a:lnTo>
                    <a:pt x="880146" y="466090"/>
                  </a:lnTo>
                  <a:lnTo>
                    <a:pt x="882645" y="462280"/>
                  </a:lnTo>
                  <a:lnTo>
                    <a:pt x="860894" y="462280"/>
                  </a:lnTo>
                  <a:lnTo>
                    <a:pt x="856437" y="457200"/>
                  </a:lnTo>
                  <a:lnTo>
                    <a:pt x="856437" y="447040"/>
                  </a:lnTo>
                  <a:lnTo>
                    <a:pt x="860894" y="441960"/>
                  </a:lnTo>
                  <a:lnTo>
                    <a:pt x="882645" y="441960"/>
                  </a:lnTo>
                  <a:lnTo>
                    <a:pt x="880146" y="438150"/>
                  </a:lnTo>
                  <a:lnTo>
                    <a:pt x="873970" y="434340"/>
                  </a:lnTo>
                  <a:lnTo>
                    <a:pt x="866406" y="433070"/>
                  </a:lnTo>
                  <a:close/>
                </a:path>
                <a:path extrusionOk="0" h="681989" w="927100">
                  <a:moveTo>
                    <a:pt x="882645" y="441960"/>
                  </a:moveTo>
                  <a:lnTo>
                    <a:pt x="871905" y="441960"/>
                  </a:lnTo>
                  <a:lnTo>
                    <a:pt x="876363" y="447040"/>
                  </a:lnTo>
                  <a:lnTo>
                    <a:pt x="876363" y="457200"/>
                  </a:lnTo>
                  <a:lnTo>
                    <a:pt x="871905" y="462280"/>
                  </a:lnTo>
                  <a:lnTo>
                    <a:pt x="882645" y="462280"/>
                  </a:lnTo>
                  <a:lnTo>
                    <a:pt x="884310" y="459740"/>
                  </a:lnTo>
                  <a:lnTo>
                    <a:pt x="885837" y="452120"/>
                  </a:lnTo>
                  <a:lnTo>
                    <a:pt x="884310" y="444500"/>
                  </a:lnTo>
                  <a:lnTo>
                    <a:pt x="882645" y="441960"/>
                  </a:lnTo>
                  <a:close/>
                </a:path>
                <a:path extrusionOk="0" h="681989" w="927100">
                  <a:moveTo>
                    <a:pt x="437705" y="392430"/>
                  </a:moveTo>
                  <a:lnTo>
                    <a:pt x="418579" y="407670"/>
                  </a:lnTo>
                  <a:lnTo>
                    <a:pt x="418020" y="410210"/>
                  </a:lnTo>
                  <a:lnTo>
                    <a:pt x="420319" y="415290"/>
                  </a:lnTo>
                  <a:lnTo>
                    <a:pt x="423786" y="415290"/>
                  </a:lnTo>
                  <a:lnTo>
                    <a:pt x="441134" y="402590"/>
                  </a:lnTo>
                  <a:lnTo>
                    <a:pt x="442912" y="401320"/>
                  </a:lnTo>
                  <a:lnTo>
                    <a:pt x="443471" y="398780"/>
                  </a:lnTo>
                  <a:lnTo>
                    <a:pt x="441172" y="393700"/>
                  </a:lnTo>
                  <a:lnTo>
                    <a:pt x="437705" y="392430"/>
                  </a:lnTo>
                  <a:close/>
                </a:path>
                <a:path extrusionOk="0" h="681989" w="927100">
                  <a:moveTo>
                    <a:pt x="265531" y="381000"/>
                  </a:moveTo>
                  <a:lnTo>
                    <a:pt x="261835" y="381000"/>
                  </a:lnTo>
                  <a:lnTo>
                    <a:pt x="247053" y="392430"/>
                  </a:lnTo>
                  <a:lnTo>
                    <a:pt x="245656" y="392430"/>
                  </a:lnTo>
                  <a:lnTo>
                    <a:pt x="244449" y="393700"/>
                  </a:lnTo>
                  <a:lnTo>
                    <a:pt x="243878" y="394970"/>
                  </a:lnTo>
                  <a:lnTo>
                    <a:pt x="243217" y="397510"/>
                  </a:lnTo>
                  <a:lnTo>
                    <a:pt x="243738" y="398780"/>
                  </a:lnTo>
                  <a:lnTo>
                    <a:pt x="248412" y="402590"/>
                  </a:lnTo>
                  <a:lnTo>
                    <a:pt x="266166" y="389890"/>
                  </a:lnTo>
                  <a:lnTo>
                    <a:pt x="268846" y="387350"/>
                  </a:lnTo>
                  <a:lnTo>
                    <a:pt x="268736" y="386080"/>
                  </a:lnTo>
                  <a:lnTo>
                    <a:pt x="268626" y="384810"/>
                  </a:lnTo>
                  <a:lnTo>
                    <a:pt x="268516" y="383540"/>
                  </a:lnTo>
                  <a:lnTo>
                    <a:pt x="265531" y="381000"/>
                  </a:lnTo>
                  <a:close/>
                </a:path>
                <a:path extrusionOk="0" h="681989" w="927100">
                  <a:moveTo>
                    <a:pt x="391591" y="372110"/>
                  </a:moveTo>
                  <a:lnTo>
                    <a:pt x="387692" y="373380"/>
                  </a:lnTo>
                  <a:lnTo>
                    <a:pt x="386194" y="375920"/>
                  </a:lnTo>
                  <a:lnTo>
                    <a:pt x="385292" y="378460"/>
                  </a:lnTo>
                  <a:lnTo>
                    <a:pt x="385597" y="379730"/>
                  </a:lnTo>
                  <a:lnTo>
                    <a:pt x="400050" y="394970"/>
                  </a:lnTo>
                  <a:lnTo>
                    <a:pt x="402310" y="397510"/>
                  </a:lnTo>
                  <a:lnTo>
                    <a:pt x="406209" y="397510"/>
                  </a:lnTo>
                  <a:lnTo>
                    <a:pt x="408622" y="392430"/>
                  </a:lnTo>
                  <a:lnTo>
                    <a:pt x="408305" y="389890"/>
                  </a:lnTo>
                  <a:lnTo>
                    <a:pt x="391591" y="372110"/>
                  </a:lnTo>
                  <a:close/>
                </a:path>
                <a:path extrusionOk="0" h="681989" w="927100">
                  <a:moveTo>
                    <a:pt x="115011" y="367030"/>
                  </a:moveTo>
                  <a:lnTo>
                    <a:pt x="113080" y="367030"/>
                  </a:lnTo>
                  <a:lnTo>
                    <a:pt x="95643" y="378460"/>
                  </a:lnTo>
                  <a:lnTo>
                    <a:pt x="92722" y="379730"/>
                  </a:lnTo>
                  <a:lnTo>
                    <a:pt x="92786" y="384810"/>
                  </a:lnTo>
                  <a:lnTo>
                    <a:pt x="95758" y="386080"/>
                  </a:lnTo>
                  <a:lnTo>
                    <a:pt x="97332" y="387350"/>
                  </a:lnTo>
                  <a:lnTo>
                    <a:pt x="99263" y="387350"/>
                  </a:lnTo>
                  <a:lnTo>
                    <a:pt x="116700" y="375920"/>
                  </a:lnTo>
                  <a:lnTo>
                    <a:pt x="119621" y="373380"/>
                  </a:lnTo>
                  <a:lnTo>
                    <a:pt x="119557" y="369570"/>
                  </a:lnTo>
                  <a:lnTo>
                    <a:pt x="116586" y="368300"/>
                  </a:lnTo>
                  <a:lnTo>
                    <a:pt x="115011" y="367030"/>
                  </a:lnTo>
                  <a:close/>
                </a:path>
                <a:path extrusionOk="0" h="681989" w="927100">
                  <a:moveTo>
                    <a:pt x="478586" y="364490"/>
                  </a:moveTo>
                  <a:lnTo>
                    <a:pt x="475119" y="364490"/>
                  </a:lnTo>
                  <a:lnTo>
                    <a:pt x="456006" y="378460"/>
                  </a:lnTo>
                  <a:lnTo>
                    <a:pt x="455434" y="381000"/>
                  </a:lnTo>
                  <a:lnTo>
                    <a:pt x="457746" y="386080"/>
                  </a:lnTo>
                  <a:lnTo>
                    <a:pt x="461200" y="387350"/>
                  </a:lnTo>
                  <a:lnTo>
                    <a:pt x="478548" y="373380"/>
                  </a:lnTo>
                  <a:lnTo>
                    <a:pt x="480326" y="372110"/>
                  </a:lnTo>
                  <a:lnTo>
                    <a:pt x="480885" y="369570"/>
                  </a:lnTo>
                  <a:lnTo>
                    <a:pt x="478586" y="364490"/>
                  </a:lnTo>
                  <a:close/>
                </a:path>
                <a:path extrusionOk="0" h="681989" w="927100">
                  <a:moveTo>
                    <a:pt x="213525" y="359410"/>
                  </a:moveTo>
                  <a:lnTo>
                    <a:pt x="209600" y="360680"/>
                  </a:lnTo>
                  <a:lnTo>
                    <a:pt x="207772" y="365760"/>
                  </a:lnTo>
                  <a:lnTo>
                    <a:pt x="208292" y="367030"/>
                  </a:lnTo>
                  <a:lnTo>
                    <a:pt x="223926" y="381000"/>
                  </a:lnTo>
                  <a:lnTo>
                    <a:pt x="226441" y="383540"/>
                  </a:lnTo>
                  <a:lnTo>
                    <a:pt x="230352" y="382270"/>
                  </a:lnTo>
                  <a:lnTo>
                    <a:pt x="231521" y="379730"/>
                  </a:lnTo>
                  <a:lnTo>
                    <a:pt x="232181" y="377190"/>
                  </a:lnTo>
                  <a:lnTo>
                    <a:pt x="231673" y="375920"/>
                  </a:lnTo>
                  <a:lnTo>
                    <a:pt x="216039" y="361950"/>
                  </a:lnTo>
                  <a:lnTo>
                    <a:pt x="213525" y="359410"/>
                  </a:lnTo>
                  <a:close/>
                </a:path>
                <a:path extrusionOk="0" h="681989" w="927100">
                  <a:moveTo>
                    <a:pt x="302844" y="351790"/>
                  </a:moveTo>
                  <a:lnTo>
                    <a:pt x="299161" y="351790"/>
                  </a:lnTo>
                  <a:lnTo>
                    <a:pt x="280047" y="365760"/>
                  </a:lnTo>
                  <a:lnTo>
                    <a:pt x="280130" y="367030"/>
                  </a:lnTo>
                  <a:lnTo>
                    <a:pt x="280212" y="368300"/>
                  </a:lnTo>
                  <a:lnTo>
                    <a:pt x="280295" y="369570"/>
                  </a:lnTo>
                  <a:lnTo>
                    <a:pt x="280377" y="370840"/>
                  </a:lnTo>
                  <a:lnTo>
                    <a:pt x="283362" y="372110"/>
                  </a:lnTo>
                  <a:lnTo>
                    <a:pt x="285038" y="373380"/>
                  </a:lnTo>
                  <a:lnTo>
                    <a:pt x="287058" y="373380"/>
                  </a:lnTo>
                  <a:lnTo>
                    <a:pt x="303491" y="360680"/>
                  </a:lnTo>
                  <a:lnTo>
                    <a:pt x="306171" y="358140"/>
                  </a:lnTo>
                  <a:lnTo>
                    <a:pt x="306057" y="356870"/>
                  </a:lnTo>
                  <a:lnTo>
                    <a:pt x="305943" y="355600"/>
                  </a:lnTo>
                  <a:lnTo>
                    <a:pt x="305828" y="354330"/>
                  </a:lnTo>
                  <a:lnTo>
                    <a:pt x="302844" y="351790"/>
                  </a:lnTo>
                  <a:close/>
                </a:path>
                <a:path extrusionOk="0" h="681989" w="927100">
                  <a:moveTo>
                    <a:pt x="358927" y="337820"/>
                  </a:moveTo>
                  <a:lnTo>
                    <a:pt x="355041" y="339090"/>
                  </a:lnTo>
                  <a:lnTo>
                    <a:pt x="352628" y="344170"/>
                  </a:lnTo>
                  <a:lnTo>
                    <a:pt x="352945" y="345440"/>
                  </a:lnTo>
                  <a:lnTo>
                    <a:pt x="367385" y="360680"/>
                  </a:lnTo>
                  <a:lnTo>
                    <a:pt x="369658" y="363220"/>
                  </a:lnTo>
                  <a:lnTo>
                    <a:pt x="373545" y="363220"/>
                  </a:lnTo>
                  <a:lnTo>
                    <a:pt x="375958" y="358140"/>
                  </a:lnTo>
                  <a:lnTo>
                    <a:pt x="375640" y="355600"/>
                  </a:lnTo>
                  <a:lnTo>
                    <a:pt x="358927" y="337820"/>
                  </a:lnTo>
                  <a:close/>
                </a:path>
                <a:path extrusionOk="0" h="681989" w="927100">
                  <a:moveTo>
                    <a:pt x="154749" y="340360"/>
                  </a:moveTo>
                  <a:lnTo>
                    <a:pt x="152819" y="340360"/>
                  </a:lnTo>
                  <a:lnTo>
                    <a:pt x="132461" y="354330"/>
                  </a:lnTo>
                  <a:lnTo>
                    <a:pt x="132524" y="358140"/>
                  </a:lnTo>
                  <a:lnTo>
                    <a:pt x="137071" y="360680"/>
                  </a:lnTo>
                  <a:lnTo>
                    <a:pt x="139001" y="360680"/>
                  </a:lnTo>
                  <a:lnTo>
                    <a:pt x="156438" y="349250"/>
                  </a:lnTo>
                  <a:lnTo>
                    <a:pt x="159359" y="347980"/>
                  </a:lnTo>
                  <a:lnTo>
                    <a:pt x="159296" y="344170"/>
                  </a:lnTo>
                  <a:lnTo>
                    <a:pt x="154749" y="340360"/>
                  </a:lnTo>
                  <a:close/>
                </a:path>
                <a:path extrusionOk="0" h="681989" w="927100">
                  <a:moveTo>
                    <a:pt x="516001" y="335280"/>
                  </a:moveTo>
                  <a:lnTo>
                    <a:pt x="512546" y="335280"/>
                  </a:lnTo>
                  <a:lnTo>
                    <a:pt x="493420" y="349250"/>
                  </a:lnTo>
                  <a:lnTo>
                    <a:pt x="492861" y="351790"/>
                  </a:lnTo>
                  <a:lnTo>
                    <a:pt x="493826" y="354330"/>
                  </a:lnTo>
                  <a:lnTo>
                    <a:pt x="495160" y="356870"/>
                  </a:lnTo>
                  <a:lnTo>
                    <a:pt x="498614" y="358140"/>
                  </a:lnTo>
                  <a:lnTo>
                    <a:pt x="515975" y="344170"/>
                  </a:lnTo>
                  <a:lnTo>
                    <a:pt x="517740" y="342900"/>
                  </a:lnTo>
                  <a:lnTo>
                    <a:pt x="518299" y="340360"/>
                  </a:lnTo>
                  <a:lnTo>
                    <a:pt x="516001" y="335280"/>
                  </a:lnTo>
                  <a:close/>
                </a:path>
                <a:path extrusionOk="0" h="681989" w="927100">
                  <a:moveTo>
                    <a:pt x="178079" y="327660"/>
                  </a:moveTo>
                  <a:lnTo>
                    <a:pt x="174155" y="328930"/>
                  </a:lnTo>
                  <a:lnTo>
                    <a:pt x="172326" y="334010"/>
                  </a:lnTo>
                  <a:lnTo>
                    <a:pt x="172847" y="336550"/>
                  </a:lnTo>
                  <a:lnTo>
                    <a:pt x="174294" y="337820"/>
                  </a:lnTo>
                  <a:lnTo>
                    <a:pt x="188480" y="350520"/>
                  </a:lnTo>
                  <a:lnTo>
                    <a:pt x="190995" y="351790"/>
                  </a:lnTo>
                  <a:lnTo>
                    <a:pt x="194906" y="351790"/>
                  </a:lnTo>
                  <a:lnTo>
                    <a:pt x="196735" y="346710"/>
                  </a:lnTo>
                  <a:lnTo>
                    <a:pt x="196227" y="344170"/>
                  </a:lnTo>
                  <a:lnTo>
                    <a:pt x="178079" y="327660"/>
                  </a:lnTo>
                  <a:close/>
                </a:path>
                <a:path extrusionOk="0" h="681989" w="927100">
                  <a:moveTo>
                    <a:pt x="342617" y="173990"/>
                  </a:moveTo>
                  <a:lnTo>
                    <a:pt x="331863" y="173990"/>
                  </a:lnTo>
                  <a:lnTo>
                    <a:pt x="417601" y="346710"/>
                  </a:lnTo>
                  <a:lnTo>
                    <a:pt x="426339" y="345440"/>
                  </a:lnTo>
                  <a:lnTo>
                    <a:pt x="430887" y="331470"/>
                  </a:lnTo>
                  <a:lnTo>
                    <a:pt x="420928" y="331470"/>
                  </a:lnTo>
                  <a:lnTo>
                    <a:pt x="342617" y="173990"/>
                  </a:lnTo>
                  <a:close/>
                </a:path>
                <a:path extrusionOk="0" h="681989" w="927100">
                  <a:moveTo>
                    <a:pt x="340169" y="322580"/>
                  </a:moveTo>
                  <a:lnTo>
                    <a:pt x="336473" y="322580"/>
                  </a:lnTo>
                  <a:lnTo>
                    <a:pt x="317373" y="336550"/>
                  </a:lnTo>
                  <a:lnTo>
                    <a:pt x="317455" y="337820"/>
                  </a:lnTo>
                  <a:lnTo>
                    <a:pt x="317538" y="339090"/>
                  </a:lnTo>
                  <a:lnTo>
                    <a:pt x="317620" y="340360"/>
                  </a:lnTo>
                  <a:lnTo>
                    <a:pt x="317703" y="341630"/>
                  </a:lnTo>
                  <a:lnTo>
                    <a:pt x="320687" y="342900"/>
                  </a:lnTo>
                  <a:lnTo>
                    <a:pt x="322364" y="344170"/>
                  </a:lnTo>
                  <a:lnTo>
                    <a:pt x="324370" y="344170"/>
                  </a:lnTo>
                  <a:lnTo>
                    <a:pt x="340817" y="331470"/>
                  </a:lnTo>
                  <a:lnTo>
                    <a:pt x="343484" y="328930"/>
                  </a:lnTo>
                  <a:lnTo>
                    <a:pt x="343374" y="327660"/>
                  </a:lnTo>
                  <a:lnTo>
                    <a:pt x="343264" y="326390"/>
                  </a:lnTo>
                  <a:lnTo>
                    <a:pt x="343154" y="325120"/>
                  </a:lnTo>
                  <a:lnTo>
                    <a:pt x="340169" y="322580"/>
                  </a:lnTo>
                  <a:close/>
                </a:path>
                <a:path extrusionOk="0" h="681989" w="927100">
                  <a:moveTo>
                    <a:pt x="579005" y="322580"/>
                  </a:moveTo>
                  <a:lnTo>
                    <a:pt x="576199" y="326390"/>
                  </a:lnTo>
                  <a:lnTo>
                    <a:pt x="576808" y="328930"/>
                  </a:lnTo>
                  <a:lnTo>
                    <a:pt x="577189" y="331470"/>
                  </a:lnTo>
                  <a:lnTo>
                    <a:pt x="578713" y="332740"/>
                  </a:lnTo>
                  <a:lnTo>
                    <a:pt x="599325" y="336550"/>
                  </a:lnTo>
                  <a:lnTo>
                    <a:pt x="602602" y="336550"/>
                  </a:lnTo>
                  <a:lnTo>
                    <a:pt x="605409" y="334010"/>
                  </a:lnTo>
                  <a:lnTo>
                    <a:pt x="604799" y="330200"/>
                  </a:lnTo>
                  <a:lnTo>
                    <a:pt x="604405" y="328930"/>
                  </a:lnTo>
                  <a:lnTo>
                    <a:pt x="602894" y="327660"/>
                  </a:lnTo>
                  <a:lnTo>
                    <a:pt x="579005" y="322580"/>
                  </a:lnTo>
                  <a:close/>
                </a:path>
                <a:path extrusionOk="0" h="681989" w="927100">
                  <a:moveTo>
                    <a:pt x="525170" y="166370"/>
                  </a:moveTo>
                  <a:lnTo>
                    <a:pt x="491490" y="241300"/>
                  </a:lnTo>
                  <a:lnTo>
                    <a:pt x="450494" y="241300"/>
                  </a:lnTo>
                  <a:lnTo>
                    <a:pt x="420928" y="331470"/>
                  </a:lnTo>
                  <a:lnTo>
                    <a:pt x="430887" y="331470"/>
                  </a:lnTo>
                  <a:lnTo>
                    <a:pt x="457352" y="250190"/>
                  </a:lnTo>
                  <a:lnTo>
                    <a:pt x="497598" y="250190"/>
                  </a:lnTo>
                  <a:lnTo>
                    <a:pt x="530936" y="176530"/>
                  </a:lnTo>
                  <a:lnTo>
                    <a:pt x="613134" y="176530"/>
                  </a:lnTo>
                  <a:lnTo>
                    <a:pt x="613813" y="175260"/>
                  </a:lnTo>
                  <a:lnTo>
                    <a:pt x="603110" y="175260"/>
                  </a:lnTo>
                  <a:lnTo>
                    <a:pt x="525170" y="166370"/>
                  </a:lnTo>
                  <a:close/>
                </a:path>
                <a:path extrusionOk="0" h="681989" w="927100">
                  <a:moveTo>
                    <a:pt x="537222" y="316230"/>
                  </a:moveTo>
                  <a:lnTo>
                    <a:pt x="530834" y="321310"/>
                  </a:lnTo>
                  <a:lnTo>
                    <a:pt x="530275" y="322580"/>
                  </a:lnTo>
                  <a:lnTo>
                    <a:pt x="531241" y="325120"/>
                  </a:lnTo>
                  <a:lnTo>
                    <a:pt x="532574" y="327660"/>
                  </a:lnTo>
                  <a:lnTo>
                    <a:pt x="536028" y="328930"/>
                  </a:lnTo>
                  <a:lnTo>
                    <a:pt x="539737" y="326390"/>
                  </a:lnTo>
                  <a:lnTo>
                    <a:pt x="557788" y="326390"/>
                  </a:lnTo>
                  <a:lnTo>
                    <a:pt x="558723" y="325120"/>
                  </a:lnTo>
                  <a:lnTo>
                    <a:pt x="557720" y="320040"/>
                  </a:lnTo>
                  <a:lnTo>
                    <a:pt x="556209" y="318770"/>
                  </a:lnTo>
                  <a:lnTo>
                    <a:pt x="537222" y="316230"/>
                  </a:lnTo>
                  <a:close/>
                </a:path>
                <a:path extrusionOk="0" h="681989" w="927100">
                  <a:moveTo>
                    <a:pt x="557788" y="326390"/>
                  </a:moveTo>
                  <a:lnTo>
                    <a:pt x="539737" y="326390"/>
                  </a:lnTo>
                  <a:lnTo>
                    <a:pt x="552640" y="327660"/>
                  </a:lnTo>
                  <a:lnTo>
                    <a:pt x="555917" y="328930"/>
                  </a:lnTo>
                  <a:lnTo>
                    <a:pt x="557788" y="326390"/>
                  </a:lnTo>
                  <a:close/>
                </a:path>
                <a:path extrusionOk="0" h="681989" w="927100">
                  <a:moveTo>
                    <a:pt x="636993" y="299720"/>
                  </a:moveTo>
                  <a:lnTo>
                    <a:pt x="634974" y="299720"/>
                  </a:lnTo>
                  <a:lnTo>
                    <a:pt x="619467" y="313690"/>
                  </a:lnTo>
                  <a:lnTo>
                    <a:pt x="616953" y="316230"/>
                  </a:lnTo>
                  <a:lnTo>
                    <a:pt x="617562" y="320040"/>
                  </a:lnTo>
                  <a:lnTo>
                    <a:pt x="620636" y="321310"/>
                  </a:lnTo>
                  <a:lnTo>
                    <a:pt x="622376" y="322580"/>
                  </a:lnTo>
                  <a:lnTo>
                    <a:pt x="624395" y="322580"/>
                  </a:lnTo>
                  <a:lnTo>
                    <a:pt x="639902" y="308610"/>
                  </a:lnTo>
                  <a:lnTo>
                    <a:pt x="642416" y="306070"/>
                  </a:lnTo>
                  <a:lnTo>
                    <a:pt x="641807" y="302260"/>
                  </a:lnTo>
                  <a:lnTo>
                    <a:pt x="636993" y="299720"/>
                  </a:lnTo>
                  <a:close/>
                </a:path>
                <a:path extrusionOk="0" h="681989" w="927100">
                  <a:moveTo>
                    <a:pt x="672198" y="267970"/>
                  </a:moveTo>
                  <a:lnTo>
                    <a:pt x="670179" y="267970"/>
                  </a:lnTo>
                  <a:lnTo>
                    <a:pt x="652157" y="284480"/>
                  </a:lnTo>
                  <a:lnTo>
                    <a:pt x="652767" y="288290"/>
                  </a:lnTo>
                  <a:lnTo>
                    <a:pt x="657567" y="290830"/>
                  </a:lnTo>
                  <a:lnTo>
                    <a:pt x="659587" y="290830"/>
                  </a:lnTo>
                  <a:lnTo>
                    <a:pt x="675106" y="276860"/>
                  </a:lnTo>
                  <a:lnTo>
                    <a:pt x="677621" y="274320"/>
                  </a:lnTo>
                  <a:lnTo>
                    <a:pt x="677011" y="270510"/>
                  </a:lnTo>
                  <a:lnTo>
                    <a:pt x="672198" y="267970"/>
                  </a:lnTo>
                  <a:close/>
                </a:path>
                <a:path extrusionOk="0" h="681989" w="927100">
                  <a:moveTo>
                    <a:pt x="162864" y="217170"/>
                  </a:moveTo>
                  <a:lnTo>
                    <a:pt x="93091" y="281940"/>
                  </a:lnTo>
                  <a:lnTo>
                    <a:pt x="92989" y="284480"/>
                  </a:lnTo>
                  <a:lnTo>
                    <a:pt x="96545" y="288290"/>
                  </a:lnTo>
                  <a:lnTo>
                    <a:pt x="99529" y="288290"/>
                  </a:lnTo>
                  <a:lnTo>
                    <a:pt x="101447" y="287020"/>
                  </a:lnTo>
                  <a:lnTo>
                    <a:pt x="164744" y="228600"/>
                  </a:lnTo>
                  <a:lnTo>
                    <a:pt x="188786" y="228600"/>
                  </a:lnTo>
                  <a:lnTo>
                    <a:pt x="162864" y="217170"/>
                  </a:lnTo>
                  <a:close/>
                </a:path>
                <a:path extrusionOk="0" h="681989" w="927100">
                  <a:moveTo>
                    <a:pt x="698690" y="243840"/>
                  </a:moveTo>
                  <a:lnTo>
                    <a:pt x="696671" y="243840"/>
                  </a:lnTo>
                  <a:lnTo>
                    <a:pt x="695236" y="245110"/>
                  </a:lnTo>
                  <a:lnTo>
                    <a:pt x="687362" y="252730"/>
                  </a:lnTo>
                  <a:lnTo>
                    <a:pt x="687971" y="256540"/>
                  </a:lnTo>
                  <a:lnTo>
                    <a:pt x="692772" y="259080"/>
                  </a:lnTo>
                  <a:lnTo>
                    <a:pt x="694791" y="259080"/>
                  </a:lnTo>
                  <a:lnTo>
                    <a:pt x="696226" y="257810"/>
                  </a:lnTo>
                  <a:lnTo>
                    <a:pt x="701586" y="252730"/>
                  </a:lnTo>
                  <a:lnTo>
                    <a:pt x="704100" y="250190"/>
                  </a:lnTo>
                  <a:lnTo>
                    <a:pt x="703491" y="246380"/>
                  </a:lnTo>
                  <a:lnTo>
                    <a:pt x="698690" y="243840"/>
                  </a:lnTo>
                  <a:close/>
                </a:path>
                <a:path extrusionOk="0" h="681989" w="927100">
                  <a:moveTo>
                    <a:pt x="188786" y="228600"/>
                  </a:moveTo>
                  <a:lnTo>
                    <a:pt x="164744" y="228600"/>
                  </a:lnTo>
                  <a:lnTo>
                    <a:pt x="230619" y="256540"/>
                  </a:lnTo>
                  <a:lnTo>
                    <a:pt x="243080" y="246380"/>
                  </a:lnTo>
                  <a:lnTo>
                    <a:pt x="229108" y="246380"/>
                  </a:lnTo>
                  <a:lnTo>
                    <a:pt x="188786" y="228600"/>
                  </a:lnTo>
                  <a:close/>
                </a:path>
                <a:path extrusionOk="0" h="681989" w="927100">
                  <a:moveTo>
                    <a:pt x="335038" y="158750"/>
                  </a:moveTo>
                  <a:lnTo>
                    <a:pt x="229108" y="246380"/>
                  </a:lnTo>
                  <a:lnTo>
                    <a:pt x="243080" y="246380"/>
                  </a:lnTo>
                  <a:lnTo>
                    <a:pt x="331863" y="173990"/>
                  </a:lnTo>
                  <a:lnTo>
                    <a:pt x="342617" y="173990"/>
                  </a:lnTo>
                  <a:lnTo>
                    <a:pt x="335038" y="158750"/>
                  </a:lnTo>
                  <a:close/>
                </a:path>
                <a:path extrusionOk="0" h="681989" w="927100">
                  <a:moveTo>
                    <a:pt x="613134" y="176530"/>
                  </a:moveTo>
                  <a:lnTo>
                    <a:pt x="530936" y="176530"/>
                  </a:lnTo>
                  <a:lnTo>
                    <a:pt x="608380" y="185420"/>
                  </a:lnTo>
                  <a:lnTo>
                    <a:pt x="613134" y="176530"/>
                  </a:lnTo>
                  <a:close/>
                </a:path>
                <a:path extrusionOk="0" h="681989" w="927100">
                  <a:moveTo>
                    <a:pt x="697166" y="0"/>
                  </a:moveTo>
                  <a:lnTo>
                    <a:pt x="603110" y="175260"/>
                  </a:lnTo>
                  <a:lnTo>
                    <a:pt x="613813" y="175260"/>
                  </a:lnTo>
                  <a:lnTo>
                    <a:pt x="705497" y="3810"/>
                  </a:lnTo>
                  <a:lnTo>
                    <a:pt x="697166" y="0"/>
                  </a:lnTo>
                  <a:close/>
                </a:path>
              </a:pathLst>
            </a:custGeom>
            <a:solidFill>
              <a:srgbClr val="F5F6F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1" name="Google Shape;351;p15"/>
          <p:cNvSpPr txBox="1"/>
          <p:nvPr/>
        </p:nvSpPr>
        <p:spPr>
          <a:xfrm>
            <a:off x="13106995" y="4887328"/>
            <a:ext cx="424053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Especialización según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necesidades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No es necesario que todos dominen todas las competencias al mismo nivel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7336159" y="4887328"/>
            <a:ext cx="4246245" cy="2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0894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Competencias distintivas por rol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Ingeniero: profundiza en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arquitectura y automatización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294640" rtl="0" algn="l">
              <a:lnSpc>
                <a:spcPct val="107700"/>
              </a:lnSpc>
              <a:spcBef>
                <a:spcPts val="505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Analista: destaca en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visualización y narrativa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680085" rtl="0" algn="l">
              <a:lnSpc>
                <a:spcPct val="107700"/>
              </a:lnSpc>
              <a:spcBef>
                <a:spcPts val="5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Científico: domina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estadística y modelado predictivo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1565324" y="4887328"/>
            <a:ext cx="4271645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63830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Base común: alfabetización de datos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Todos los roles comparten habilidades en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SQL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comprensión del negocio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9" name="Google Shape;359;p16"/>
          <p:cNvSpPr txBox="1"/>
          <p:nvPr/>
        </p:nvSpPr>
        <p:spPr>
          <a:xfrm>
            <a:off x="9617075" y="333678"/>
            <a:ext cx="50520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Colaboración, competencias y trayectorias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15970279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descr="$PPTXTitle" id="361" name="Google Shape;361;p16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16.</a:t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905494" y="1761127"/>
            <a:ext cx="13834744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Trayectorias de aprendizaje recomendadas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914031" y="4490339"/>
            <a:ext cx="16446500" cy="631190"/>
          </a:xfrm>
          <a:prstGeom prst="rect">
            <a:avLst/>
          </a:pr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0" lvl="0" marL="1867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F5F6F7"/>
                </a:solidFill>
                <a:latin typeface="Lora"/>
                <a:ea typeface="Lora"/>
                <a:cs typeface="Lora"/>
                <a:sym typeface="Lora"/>
              </a:rPr>
              <a:t>Rol	Áreas clave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1831023" y="5246718"/>
            <a:ext cx="12889865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39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Ingeniero de Datos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SQL avanzado, ETL/ELT, automatización, modelado, nube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073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Analista de Datos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Visualización, KPI, limpieza, comunicación, negocio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latin typeface="Montserrat SemiBold"/>
                <a:ea typeface="Montserrat SemiBold"/>
                <a:cs typeface="Montserrat SemiBold"/>
                <a:sym typeface="Montserrat SemiBold"/>
              </a:rPr>
              <a:t>Científico de Datos	</a:t>
            </a:r>
            <a:r>
              <a:rPr lang="es-MX" sz="1800">
                <a:latin typeface="Montserrat"/>
                <a:ea typeface="Montserrat"/>
                <a:cs typeface="Montserrat"/>
                <a:sym typeface="Montserrat"/>
              </a:rPr>
              <a:t>Estadística, modelado, validación, Python/R, experimentación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👉 *Support &amp; Subscribe to Channel* : http://bit.ly/3GiCVUE&#10;Full Data Science Roadmap https://youtu.be/uEfvSWM49pY&#10;🎁 *Notion Data Scientist Roadmap* : https://www.notion.com/templates/data-scientist-roadmap-648&#10;&#10;🎓 *If You Need Certifications*&#10;🏅Udemy SQL: https://bit.ly/4hH947P&#10;🏅 Udemy Tableau: https://bit.ly/3xFiDDk&#10;&#10;⭐ My favorite books, gear, apps: https://bit.ly/baraastuff&#10;&#10;☕ *Stay Connected*&#10;► Subscribe: http://bit.ly/3GiCVUE&#10;► LinkedIn: https://www.linkedin.com/in/baraa-khatib-salkini/&#10;► TikTok: https://www.tiktok.com/@datawithbaraa&#10;► Website: https://www.datawithbaraa.com&#10;► Newsletter: https://bit.ly/BaraaNewsletter&#10;► Join: https://www.youtube.com/channel/UC8_RSKwbU1OmZWNEoLV1tQg/join&#10;► My favorite stuff: https://bit.ly/baraastuff&#10;&#10;📚 *Free Courses*&#10;✅ *Python* :  https://www.youtube.com/playlist?list=PLNcg_FV9n7qZGfFl2ANI_zISzNp257Lwn&#10;✅  *SQL* : https://youtu.be/SSKVgrwhzus&#10;✅  *Tableau* : https://youtu.be/UcGF09Awm4Y&#10;✅  *Tableau Project 1* : https://youtu.be/dahrmqT5GD4&#10;✅  *Tableau Project 2* : https://youtu.be/UcGF09Awm4Y&#10;✅  *SQL Project1* : https://youtu.be/9GVqKuTVANE&#10;✅  *SQL Project2* : https://youtu.be/2jGhQpbzHes&#10;✅  *MySQL* :https://youtu.be/NTgejLheGeU&#10;&#10;This is exactly how I’d learn Data Science if I had to start all over again,  based on 15+ years of real-world experience as a Lead Data Engineer at Mercedes-Benz.&#10;From Python to GenAI, I’ll walk you through the roadmap, tools, skills, and mindset needed to actually get hired  not just learn theory.&#10;&#10;#datascience #learnpython #dataanalyst #pythonforbeginners #datawithbaraa #howtolearnpython #dataengineer #careerchange #ai #programming #genai #machinelearning #webdevelopmentagency &#10;&#10;*Please note I may earn a small commission for any purchase through these links, which means at no additional cost to you - Thanks for supporting the channel!*&#10;*All opinions or statements in this video are my own and do not reflect the opinion of the company I work for or have ever worked for*" id="369" name="Google Shape;369;g39a64ab221e_0_182" title="What Data Scientists Actually Do in 2025 (Full Breakdown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33" y="0"/>
            <a:ext cx="18406534" cy="103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4" name="Google Shape;374;p17"/>
          <p:cNvSpPr txBox="1"/>
          <p:nvPr>
            <p:ph type="title"/>
          </p:nvPr>
        </p:nvSpPr>
        <p:spPr>
          <a:xfrm>
            <a:off x="9617075" y="5050306"/>
            <a:ext cx="6969125" cy="28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0" lvl="0" marL="12700" marR="5080" rtl="0" algn="l">
              <a:lnSpc>
                <a:spcPct val="109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500">
                <a:latin typeface="Montserrat Medium"/>
                <a:ea typeface="Montserrat Medium"/>
                <a:cs typeface="Montserrat Medium"/>
                <a:sym typeface="Montserrat Medium"/>
              </a:rPr>
              <a:t>Malentendidos y conclusiones clave</a:t>
            </a:r>
            <a:endParaRPr sz="6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" name="Google Shape;376;p17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" name="Google Shape;377;p17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" name="Google Shape;378;p17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17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" name="Google Shape;380;p17"/>
          <p:cNvSpPr txBox="1"/>
          <p:nvPr/>
        </p:nvSpPr>
        <p:spPr>
          <a:xfrm>
            <a:off x="15970270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905508" y="6778543"/>
            <a:ext cx="1384300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0">
                <a:latin typeface="Montserrat Light"/>
                <a:ea typeface="Montserrat Light"/>
                <a:cs typeface="Montserrat Light"/>
                <a:sym typeface="Montserrat Light"/>
              </a:rPr>
              <a:t>17.</a:t>
            </a:r>
            <a:endParaRPr sz="10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18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8" name="Google Shape;388;p18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" name="Google Shape;389;p18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0" name="Google Shape;390;p18"/>
          <p:cNvSpPr/>
          <p:nvPr/>
        </p:nvSpPr>
        <p:spPr>
          <a:xfrm>
            <a:off x="9629775" y="923925"/>
            <a:ext cx="8658225" cy="19050"/>
          </a:xfrm>
          <a:custGeom>
            <a:rect b="b" l="l" r="r" t="t"/>
            <a:pathLst>
              <a:path extrusionOk="0" h="19050" w="8658225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1" name="Google Shape;391;p18"/>
          <p:cNvSpPr txBox="1"/>
          <p:nvPr/>
        </p:nvSpPr>
        <p:spPr>
          <a:xfrm>
            <a:off x="9617075" y="333678"/>
            <a:ext cx="425069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Malentendidos y conclusiones clave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15970242" y="333863"/>
            <a:ext cx="133667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latin typeface="Lora"/>
                <a:ea typeface="Lora"/>
                <a:cs typeface="Lora"/>
                <a:sym typeface="Lora"/>
              </a:rPr>
              <a:t>29/4/2026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3" name="Google Shape;393;p18"/>
          <p:cNvSpPr txBox="1"/>
          <p:nvPr/>
        </p:nvSpPr>
        <p:spPr>
          <a:xfrm>
            <a:off x="905494" y="295405"/>
            <a:ext cx="634365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latin typeface="Montserrat Light"/>
                <a:ea typeface="Montserrat Light"/>
                <a:cs typeface="Montserrat Light"/>
                <a:sym typeface="Montserrat Light"/>
              </a:rPr>
              <a:t>18.</a:t>
            </a:r>
            <a:endParaRPr sz="40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902444" y="1761127"/>
            <a:ext cx="13228955" cy="78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000">
                <a:latin typeface="Montserrat Medium"/>
                <a:ea typeface="Montserrat Medium"/>
                <a:cs typeface="Montserrat Medium"/>
                <a:sym typeface="Montserrat Medium"/>
              </a:rPr>
              <a:t>Malentendidos frecuentes sobre los roles</a:t>
            </a:r>
            <a:endParaRPr sz="5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95" name="Google Shape;395;p18"/>
          <p:cNvGrpSpPr/>
          <p:nvPr/>
        </p:nvGrpSpPr>
        <p:grpSpPr>
          <a:xfrm>
            <a:off x="9634834" y="6331573"/>
            <a:ext cx="7725579" cy="2061210"/>
            <a:chOff x="9634834" y="6331573"/>
            <a:chExt cx="7725579" cy="2061210"/>
          </a:xfrm>
        </p:grpSpPr>
        <p:sp>
          <p:nvSpPr>
            <p:cNvPr id="396" name="Google Shape;396;p18"/>
            <p:cNvSpPr/>
            <p:nvPr/>
          </p:nvSpPr>
          <p:spPr>
            <a:xfrm>
              <a:off x="10068073" y="6331573"/>
              <a:ext cx="7292340" cy="2061210"/>
            </a:xfrm>
            <a:custGeom>
              <a:rect b="b" l="l" r="r" t="t"/>
              <a:pathLst>
                <a:path extrusionOk="0" h="2061209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870595"/>
                  </a:lnTo>
                  <a:lnTo>
                    <a:pt x="609" y="1886165"/>
                  </a:lnTo>
                  <a:lnTo>
                    <a:pt x="13309" y="1940610"/>
                  </a:lnTo>
                  <a:lnTo>
                    <a:pt x="41262" y="1989035"/>
                  </a:lnTo>
                  <a:lnTo>
                    <a:pt x="82067" y="2027250"/>
                  </a:lnTo>
                  <a:lnTo>
                    <a:pt x="132219" y="2051989"/>
                  </a:lnTo>
                  <a:lnTo>
                    <a:pt x="184264" y="2061019"/>
                  </a:lnTo>
                  <a:lnTo>
                    <a:pt x="7107859" y="2061019"/>
                  </a:lnTo>
                  <a:lnTo>
                    <a:pt x="7153935" y="2053793"/>
                  </a:lnTo>
                  <a:lnTo>
                    <a:pt x="7196899" y="2035594"/>
                  </a:lnTo>
                  <a:lnTo>
                    <a:pt x="7238542" y="2003094"/>
                  </a:lnTo>
                  <a:lnTo>
                    <a:pt x="7266635" y="1965858"/>
                  </a:lnTo>
                  <a:lnTo>
                    <a:pt x="7284834" y="1922907"/>
                  </a:lnTo>
                  <a:lnTo>
                    <a:pt x="7292047" y="1876831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8814" y="120484"/>
                  </a:lnTo>
                  <a:lnTo>
                    <a:pt x="7252779" y="74510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391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9634834" y="6841830"/>
              <a:ext cx="1113790" cy="1040765"/>
            </a:xfrm>
            <a:custGeom>
              <a:rect b="b" l="l" r="r" t="t"/>
              <a:pathLst>
                <a:path extrusionOk="0" h="1040765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98" name="Google Shape;398;p18"/>
          <p:cNvGrpSpPr/>
          <p:nvPr/>
        </p:nvGrpSpPr>
        <p:grpSpPr>
          <a:xfrm>
            <a:off x="924669" y="6331573"/>
            <a:ext cx="7725579" cy="2061210"/>
            <a:chOff x="924669" y="6331573"/>
            <a:chExt cx="7725579" cy="2061210"/>
          </a:xfrm>
        </p:grpSpPr>
        <p:sp>
          <p:nvSpPr>
            <p:cNvPr id="399" name="Google Shape;399;p18"/>
            <p:cNvSpPr/>
            <p:nvPr/>
          </p:nvSpPr>
          <p:spPr>
            <a:xfrm>
              <a:off x="1357908" y="6331573"/>
              <a:ext cx="7292340" cy="2061210"/>
            </a:xfrm>
            <a:custGeom>
              <a:rect b="b" l="l" r="r" t="t"/>
              <a:pathLst>
                <a:path extrusionOk="0" h="2061209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1870595"/>
                  </a:lnTo>
                  <a:lnTo>
                    <a:pt x="609" y="1886165"/>
                  </a:lnTo>
                  <a:lnTo>
                    <a:pt x="13309" y="1940610"/>
                  </a:lnTo>
                  <a:lnTo>
                    <a:pt x="41262" y="1989035"/>
                  </a:lnTo>
                  <a:lnTo>
                    <a:pt x="82067" y="2027250"/>
                  </a:lnTo>
                  <a:lnTo>
                    <a:pt x="132219" y="2051989"/>
                  </a:lnTo>
                  <a:lnTo>
                    <a:pt x="184264" y="2061019"/>
                  </a:lnTo>
                  <a:lnTo>
                    <a:pt x="7107859" y="2061019"/>
                  </a:lnTo>
                  <a:lnTo>
                    <a:pt x="7153935" y="2053793"/>
                  </a:lnTo>
                  <a:lnTo>
                    <a:pt x="7204875" y="2030717"/>
                  </a:lnTo>
                  <a:lnTo>
                    <a:pt x="7244867" y="1996211"/>
                  </a:lnTo>
                  <a:lnTo>
                    <a:pt x="7272502" y="1954860"/>
                  </a:lnTo>
                  <a:lnTo>
                    <a:pt x="7287856" y="1910816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9944" y="123393"/>
                  </a:lnTo>
                  <a:lnTo>
                    <a:pt x="7256500" y="79527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404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924669" y="6841830"/>
              <a:ext cx="1113790" cy="1040765"/>
            </a:xfrm>
            <a:custGeom>
              <a:rect b="b" l="l" r="r" t="t"/>
              <a:pathLst>
                <a:path extrusionOk="0" h="1040765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71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9634834" y="3341368"/>
            <a:ext cx="7725579" cy="2305050"/>
            <a:chOff x="9634834" y="3341368"/>
            <a:chExt cx="7725579" cy="2305050"/>
          </a:xfrm>
        </p:grpSpPr>
        <p:sp>
          <p:nvSpPr>
            <p:cNvPr id="402" name="Google Shape;402;p18"/>
            <p:cNvSpPr/>
            <p:nvPr/>
          </p:nvSpPr>
          <p:spPr>
            <a:xfrm>
              <a:off x="10068073" y="3341368"/>
              <a:ext cx="7292340" cy="2305050"/>
            </a:xfrm>
            <a:custGeom>
              <a:rect b="b" l="l" r="r" t="t"/>
              <a:pathLst>
                <a:path extrusionOk="0" h="2305050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2114092"/>
                  </a:lnTo>
                  <a:lnTo>
                    <a:pt x="609" y="2129663"/>
                  </a:lnTo>
                  <a:lnTo>
                    <a:pt x="13309" y="2184107"/>
                  </a:lnTo>
                  <a:lnTo>
                    <a:pt x="41262" y="2232533"/>
                  </a:lnTo>
                  <a:lnTo>
                    <a:pt x="82067" y="2270747"/>
                  </a:lnTo>
                  <a:lnTo>
                    <a:pt x="132219" y="2295474"/>
                  </a:lnTo>
                  <a:lnTo>
                    <a:pt x="184264" y="2304516"/>
                  </a:lnTo>
                  <a:lnTo>
                    <a:pt x="7107859" y="2304516"/>
                  </a:lnTo>
                  <a:lnTo>
                    <a:pt x="7153935" y="2297290"/>
                  </a:lnTo>
                  <a:lnTo>
                    <a:pt x="7196899" y="2279091"/>
                  </a:lnTo>
                  <a:lnTo>
                    <a:pt x="7238542" y="2246591"/>
                  </a:lnTo>
                  <a:lnTo>
                    <a:pt x="7266635" y="2209355"/>
                  </a:lnTo>
                  <a:lnTo>
                    <a:pt x="7284834" y="2166404"/>
                  </a:lnTo>
                  <a:lnTo>
                    <a:pt x="7292047" y="2120328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8814" y="120484"/>
                  </a:lnTo>
                  <a:lnTo>
                    <a:pt x="7252779" y="74510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391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9634834" y="3973372"/>
              <a:ext cx="1113790" cy="1040765"/>
            </a:xfrm>
            <a:custGeom>
              <a:rect b="b" l="l" r="r" t="t"/>
              <a:pathLst>
                <a:path extrusionOk="0" h="1040764" w="1113790">
                  <a:moveTo>
                    <a:pt x="95872" y="0"/>
                  </a:moveTo>
                  <a:lnTo>
                    <a:pt x="52057" y="10579"/>
                  </a:lnTo>
                  <a:lnTo>
                    <a:pt x="17030" y="41300"/>
                  </a:lnTo>
                  <a:lnTo>
                    <a:pt x="304" y="88036"/>
                  </a:lnTo>
                  <a:lnTo>
                    <a:pt x="0" y="944714"/>
                  </a:lnTo>
                  <a:lnTo>
                    <a:pt x="1269" y="960323"/>
                  </a:lnTo>
                  <a:lnTo>
                    <a:pt x="19799" y="1003084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89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404" name="Google Shape;404;p18"/>
          <p:cNvGrpSpPr/>
          <p:nvPr/>
        </p:nvGrpSpPr>
        <p:grpSpPr>
          <a:xfrm>
            <a:off x="924669" y="3341368"/>
            <a:ext cx="7725579" cy="2305050"/>
            <a:chOff x="924669" y="3341368"/>
            <a:chExt cx="7725579" cy="2305050"/>
          </a:xfrm>
        </p:grpSpPr>
        <p:sp>
          <p:nvSpPr>
            <p:cNvPr id="405" name="Google Shape;405;p18"/>
            <p:cNvSpPr/>
            <p:nvPr/>
          </p:nvSpPr>
          <p:spPr>
            <a:xfrm>
              <a:off x="1357908" y="3341368"/>
              <a:ext cx="7292340" cy="2305050"/>
            </a:xfrm>
            <a:custGeom>
              <a:rect b="b" l="l" r="r" t="t"/>
              <a:pathLst>
                <a:path extrusionOk="0" h="2305050" w="7292340">
                  <a:moveTo>
                    <a:pt x="7107859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2114092"/>
                  </a:lnTo>
                  <a:lnTo>
                    <a:pt x="609" y="2129663"/>
                  </a:lnTo>
                  <a:lnTo>
                    <a:pt x="13309" y="2184107"/>
                  </a:lnTo>
                  <a:lnTo>
                    <a:pt x="41262" y="2232533"/>
                  </a:lnTo>
                  <a:lnTo>
                    <a:pt x="82067" y="2270747"/>
                  </a:lnTo>
                  <a:lnTo>
                    <a:pt x="132219" y="2295474"/>
                  </a:lnTo>
                  <a:lnTo>
                    <a:pt x="184264" y="2304516"/>
                  </a:lnTo>
                  <a:lnTo>
                    <a:pt x="7107859" y="2304516"/>
                  </a:lnTo>
                  <a:lnTo>
                    <a:pt x="7153935" y="2297290"/>
                  </a:lnTo>
                  <a:lnTo>
                    <a:pt x="7204875" y="2274214"/>
                  </a:lnTo>
                  <a:lnTo>
                    <a:pt x="7244867" y="2239708"/>
                  </a:lnTo>
                  <a:lnTo>
                    <a:pt x="7272502" y="2198357"/>
                  </a:lnTo>
                  <a:lnTo>
                    <a:pt x="7287856" y="2154313"/>
                  </a:lnTo>
                  <a:lnTo>
                    <a:pt x="7292124" y="190500"/>
                  </a:lnTo>
                  <a:lnTo>
                    <a:pt x="7291514" y="174929"/>
                  </a:lnTo>
                  <a:lnTo>
                    <a:pt x="7279944" y="123393"/>
                  </a:lnTo>
                  <a:lnTo>
                    <a:pt x="7256500" y="79527"/>
                  </a:lnTo>
                  <a:lnTo>
                    <a:pt x="7217613" y="39344"/>
                  </a:lnTo>
                  <a:lnTo>
                    <a:pt x="7177405" y="15697"/>
                  </a:lnTo>
                  <a:lnTo>
                    <a:pt x="7123404" y="1219"/>
                  </a:lnTo>
                  <a:lnTo>
                    <a:pt x="7107859" y="76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924669" y="3973372"/>
              <a:ext cx="1113790" cy="1040765"/>
            </a:xfrm>
            <a:custGeom>
              <a:rect b="b" l="l" r="r" t="t"/>
              <a:pathLst>
                <a:path extrusionOk="0" h="1040764" w="1113789">
                  <a:moveTo>
                    <a:pt x="95872" y="0"/>
                  </a:moveTo>
                  <a:lnTo>
                    <a:pt x="94297" y="0"/>
                  </a:lnTo>
                  <a:lnTo>
                    <a:pt x="80251" y="1270"/>
                  </a:lnTo>
                  <a:lnTo>
                    <a:pt x="37503" y="19799"/>
                  </a:lnTo>
                  <a:lnTo>
                    <a:pt x="8534" y="56299"/>
                  </a:lnTo>
                  <a:lnTo>
                    <a:pt x="0" y="944714"/>
                  </a:lnTo>
                  <a:lnTo>
                    <a:pt x="1270" y="960323"/>
                  </a:lnTo>
                  <a:lnTo>
                    <a:pt x="19799" y="1003084"/>
                  </a:lnTo>
                  <a:lnTo>
                    <a:pt x="57734" y="1032687"/>
                  </a:lnTo>
                  <a:lnTo>
                    <a:pt x="1021041" y="1040536"/>
                  </a:lnTo>
                  <a:lnTo>
                    <a:pt x="1038148" y="1038440"/>
                  </a:lnTo>
                  <a:lnTo>
                    <a:pt x="1076286" y="1020775"/>
                  </a:lnTo>
                  <a:lnTo>
                    <a:pt x="1105255" y="984275"/>
                  </a:lnTo>
                  <a:lnTo>
                    <a:pt x="1113790" y="94297"/>
                  </a:lnTo>
                  <a:lnTo>
                    <a:pt x="1112240" y="78701"/>
                  </a:lnTo>
                  <a:lnTo>
                    <a:pt x="1093990" y="37503"/>
                  </a:lnTo>
                  <a:lnTo>
                    <a:pt x="1057478" y="8534"/>
                  </a:lnTo>
                  <a:lnTo>
                    <a:pt x="95872" y="0"/>
                  </a:lnTo>
                  <a:close/>
                </a:path>
              </a:pathLst>
            </a:custGeom>
            <a:solidFill>
              <a:srgbClr val="2C56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7" name="Google Shape;407;p18"/>
          <p:cNvSpPr txBox="1"/>
          <p:nvPr/>
        </p:nvSpPr>
        <p:spPr>
          <a:xfrm>
            <a:off x="9960205" y="6904602"/>
            <a:ext cx="46291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1281024" y="6904602"/>
            <a:ext cx="40132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9991955" y="4036307"/>
            <a:ext cx="40005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1344524" y="4036307"/>
            <a:ext cx="27432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5000">
                <a:solidFill>
                  <a:srgbClr val="F5F6F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5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11028708" y="6508288"/>
            <a:ext cx="5778500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Dashboards no sustituyen modelos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La visualización es clave, pero la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ciencia de datos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aporta predicción, segmentación y experimentación.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2318543" y="6476663"/>
            <a:ext cx="5679440" cy="16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43255" rtl="0" algn="l">
              <a:lnSpc>
                <a:spcPct val="10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Ingeniero: mucho más que mover tablas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Diseña arquitectura, automatiza procesos y asegura calidad y seguridad de los datos.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11028708" y="3518082"/>
            <a:ext cx="5866130" cy="12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Analista: más allá de Excel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El Analista interpreta, valida y comunica hallazgos; no se limita a herramientas básicas.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2318543" y="3518082"/>
            <a:ext cx="5774055" cy="188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2C56D9"/>
                </a:solidFill>
                <a:latin typeface="Lora"/>
                <a:ea typeface="Lora"/>
                <a:cs typeface="Lora"/>
                <a:sym typeface="Lora"/>
              </a:rPr>
              <a:t>Todos los roles son esenciales</a:t>
            </a:r>
            <a:endParaRPr sz="25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5080" rtl="0" algn="l">
              <a:lnSpc>
                <a:spcPct val="107700"/>
              </a:lnSpc>
              <a:spcBef>
                <a:spcPts val="186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La cadena de valor depende de la colaboración entre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Ingeniero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,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Analista 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y </a:t>
            </a:r>
            <a:r>
              <a:rPr b="1" lang="es-MX" sz="1800">
                <a:solidFill>
                  <a:srgbClr val="2B57D9"/>
                </a:solidFill>
                <a:latin typeface="Lora"/>
                <a:ea typeface="Lora"/>
                <a:cs typeface="Lora"/>
                <a:sym typeface="Lora"/>
              </a:rPr>
              <a:t>Científico de Datos</a:t>
            </a:r>
            <a:r>
              <a:rPr lang="es-MX" sz="1800">
                <a:latin typeface="Lora"/>
                <a:ea typeface="Lora"/>
                <a:cs typeface="Lora"/>
                <a:sym typeface="Lora"/>
              </a:rPr>
              <a:t>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193675" lvl="0" marL="205740" marR="48260" rtl="0" algn="l">
              <a:lnSpc>
                <a:spcPct val="107700"/>
              </a:lnSpc>
              <a:spcBef>
                <a:spcPts val="5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s-MX" sz="1800">
                <a:latin typeface="Lora"/>
                <a:ea typeface="Lora"/>
                <a:cs typeface="Lora"/>
                <a:sym typeface="Lora"/>
              </a:rPr>
              <a:t>Un modelo avanzado sin datos confiables o métricas correctas pierde su utilidad.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2026-04-29T20:58:06Z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2026-04-29T00:00:00Z</vt:filetime>
  </property>
  <property fmtid="{D5CDD505-2E9C-101B-9397-08002B2CF9AE}" pid="6" name="Producer">
    <vt:lpwstr>Adobe Express</vt:lpwstr>
  </property>
</Properties>
</file>