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18288000" cy="10287000"/>
  <p:embeddedFontLst>
    <p:embeddedFont>
      <p:font typeface="Geo"/>
      <p:regular r:id="rId9"/>
      <p:italic r:id="rId10"/>
    </p:embeddedFont>
    <p:embeddedFont>
      <p:font typeface="Roboto"/>
      <p:regular r:id="rId11"/>
      <p:bold r:id="rId12"/>
      <p:italic r:id="rId13"/>
      <p:boldItalic r:id="rId14"/>
    </p:embeddedFont>
    <p:embeddedFont>
      <p:font typeface="Montserrat Medium"/>
      <p:regular r:id="rId15"/>
      <p:bold r:id="rId16"/>
      <p:italic r:id="rId17"/>
      <p:boldItalic r:id="rId18"/>
    </p:embeddedFont>
    <p:embeddedFont>
      <p:font typeface="Montserrat Light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SOwRTrdYhfDcGZKKTDXKE0s1n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Light-bold.fntdata"/><Relationship Id="rId22" Type="http://schemas.openxmlformats.org/officeDocument/2006/relationships/font" Target="fonts/MontserratLight-boldItalic.fntdata"/><Relationship Id="rId21" Type="http://schemas.openxmlformats.org/officeDocument/2006/relationships/font" Target="fonts/MontserratLight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eo-regular.fntdata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oboto-regular.fntdata"/><Relationship Id="rId10" Type="http://schemas.openxmlformats.org/officeDocument/2006/relationships/font" Target="fonts/Geo-italic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5" Type="http://schemas.openxmlformats.org/officeDocument/2006/relationships/font" Target="fonts/MontserratMedium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MontserratMedium-italic.fntdata"/><Relationship Id="rId16" Type="http://schemas.openxmlformats.org/officeDocument/2006/relationships/font" Target="fonts/MontserratMedium-bold.fntdata"/><Relationship Id="rId19" Type="http://schemas.openxmlformats.org/officeDocument/2006/relationships/font" Target="fonts/MontserratLight-regular.fntdata"/><Relationship Id="rId18" Type="http://schemas.openxmlformats.org/officeDocument/2006/relationships/font" Target="fonts/Montserra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a64ab221e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1" name="Google Shape;61;g39a64ab221e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64ab221e_0_7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9" name="Google Shape;79;g39a64ab221e_0_72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a02f0d93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5" name="Google Shape;85;g39aa02f0d93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64ab221e_0_68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g39a64ab221e_0_68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" name="Google Shape;19;g39a64ab221e_0_68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a64ab221e_0_129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2" name="Google Shape;22;g39a64ab221e_0_129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3" name="Google Shape;23;g39a64ab221e_0_129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9aa02f0d93_0_99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6" name="Google Shape;26;g39aa02f0d93_0_99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" name="Google Shape;27;g39aa02f0d93_0_99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0"/>
          <p:cNvSpPr txBox="1"/>
          <p:nvPr>
            <p:ph type="ctrTitle"/>
          </p:nvPr>
        </p:nvSpPr>
        <p:spPr>
          <a:xfrm>
            <a:off x="9617075" y="333678"/>
            <a:ext cx="216725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905513" y="1771163"/>
            <a:ext cx="7645400" cy="707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9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9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9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9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9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905513" y="1771163"/>
            <a:ext cx="7645400" cy="707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5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a64ab221e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4" name="Google Shape;64;g39a64ab221e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5" name="Google Shape;65;g39a64ab221e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66" name="Google Shape;66;g39a64ab221e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g39a64ab221e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s-MX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9a64ab221e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-MX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9a64ab221e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g39a64ab221e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71" name="Google Shape;71;g39a64ab221e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72" name="Google Shape;72;g39a64ab221e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g39a64ab221e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g39a64ab221e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g39a64ab221e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28</a:t>
            </a: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9a64ab221e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64ab221e_0_72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MX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pic>
        <p:nvPicPr>
          <p:cNvPr id="82" name="Google Shape;82;g39a64ab221e_0_72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g39aa02f0d93_0_0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88" name="Google Shape;88;g39aa02f0d93_0_0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89" name="Google Shape;89;g39aa02f0d93_0_0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g39aa02f0d93_0_0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g39aa02f0d93_0_0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92" name="Google Shape;92;g39aa02f0d93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93" name="Google Shape;93;g39aa02f0d93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g39aa02f0d93_0_0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95" name="Google Shape;95;g39aa02f0d93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96" name="Google Shape;96;g39aa02f0d93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" name="Google Shape;97;g39aa02f0d93_0_0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" name="Google Shape;98;g39aa02f0d93_0_0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99" name="Google Shape;99;g39aa02f0d93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100" name="Google Shape;100;g39aa02f0d93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" name="Google Shape;101;g39aa02f0d93_0_0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g39aa02f0d93_0_0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103" name="Google Shape;103;g39aa02f0d93_0_0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104" name="Google Shape;104;g39aa02f0d93_0_0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g39aa02f0d93_0_0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106" name="Google Shape;106;g39aa02f0d93_0_0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107" name="Google Shape;107;g39aa02f0d93_0_0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8" name="Google Shape;108;g39aa02f0d93_0_0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" name="Google Shape;109;g39aa02f0d93_0_0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110" name="Google Shape;110;g39aa02f0d93_0_0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111" name="Google Shape;111;g39aa02f0d93_0_0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2" name="Google Shape;112;g39aa02f0d93_0_0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g39aa02f0d93_0_0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g39aa02f0d93_0_0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9aa02f0d93_0_0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9aa02f0d93_0_0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9aa02f0d93_0_0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9aa02f0d93_0_0"/>
          <p:cNvSpPr txBox="1"/>
          <p:nvPr/>
        </p:nvSpPr>
        <p:spPr>
          <a:xfrm>
            <a:off x="13482182" y="3868922"/>
            <a:ext cx="421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9aa02f0d93_0_0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9aa02f0d93_0_0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9aa02f0d93_0_0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Examen final</a:t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g39aa02f0d93_0_0"/>
          <p:cNvSpPr txBox="1"/>
          <p:nvPr/>
        </p:nvSpPr>
        <p:spPr>
          <a:xfrm>
            <a:off x="5208075" y="2738776"/>
            <a:ext cx="440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9aa02f0d93_0_0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MX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g39aa02f0d93_0_0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aa02f0d93_0_0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9aa02f0d93_0_0"/>
          <p:cNvSpPr txBox="1"/>
          <p:nvPr/>
        </p:nvSpPr>
        <p:spPr>
          <a:xfrm>
            <a:off x="588375" y="5776526"/>
            <a:ext cx="56064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Williams Bramlley Constanza Oscal - 199919737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Engel Emilio Coc Raxjal - 202200314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Roni Eduardo Vásquez Flores - 201612440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Daniel Abraham Gálvez Solorzano - 202203361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Jonatan Samuel Rojas Maeda - 202200061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Josue Antonio Cux Barrientos - 201700688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Fernando Misael Morales Ortiz - 202001950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Diego Fernando Debroy Salazar - 202101923</a:t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Juan Pablo Samayoa Ruiz - 202109705</a:t>
            </a:r>
            <a:r>
              <a:rPr lang="es-MX" sz="1100">
                <a:solidFill>
                  <a:schemeClr val="dk1"/>
                </a:solidFill>
              </a:rPr>
              <a:t>  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Marvin Geobani Pretzantzin Rosalío - 202011394</a:t>
            </a:r>
            <a:r>
              <a:rPr lang="es-MX" sz="1100">
                <a:solidFill>
                  <a:schemeClr val="dk1"/>
                </a:solidFill>
              </a:rPr>
              <a:t> 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500"/>
          </a:p>
        </p:txBody>
      </p:sp>
      <p:grpSp>
        <p:nvGrpSpPr>
          <p:cNvPr id="127" name="Google Shape;127;g39aa02f0d93_0_0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128" name="Google Shape;128;g39aa02f0d93_0_0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129" name="Google Shape;129;g39aa02f0d93_0_0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g39aa02f0d93_0_0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131" name="Google Shape;131;g39aa02f0d93_0_0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132" name="Google Shape;132;g39aa02f0d93_0_0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g39aa02f0d93_0_0"/>
          <p:cNvSpPr txBox="1"/>
          <p:nvPr/>
        </p:nvSpPr>
        <p:spPr>
          <a:xfrm>
            <a:off x="6446200" y="5735925"/>
            <a:ext cx="5606400" cy="4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Marvin Francisco Paz Linares - 202109303</a:t>
            </a:r>
            <a:r>
              <a:rPr lang="es-MX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Carlos Estuardo Monterroso santos - 201903767</a:t>
            </a:r>
            <a:r>
              <a:rPr lang="es-MX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Allan Josué Rafael Morales - 201709196</a:t>
            </a:r>
            <a:r>
              <a:rPr lang="es-MX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Pablo Antonio Girón Chuga - 202200151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Tobías Rafael Zamora Santos - 202010828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Gabriel Sebastián Jerez Oliva - 201902885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Marco Fernando Cruz Mendoza - 202001076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Roberto Enrique Calvillo Hernández - 201700870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Ludwing Alexander López Ortiz - 201907608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Gerson David Otoniel González Morales - 202000774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Pablo Alejandro Marroquin Cutz - 202200214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4" name="Google Shape;134;g39aa02f0d93_0_0"/>
          <p:cNvSpPr txBox="1"/>
          <p:nvPr/>
        </p:nvSpPr>
        <p:spPr>
          <a:xfrm>
            <a:off x="12250150" y="5505825"/>
            <a:ext cx="56064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Kelly Zuceth Gutiérrez Velásquez - 201901457</a:t>
            </a:r>
            <a:r>
              <a:rPr lang="es-MX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Marcos Geovani Josías Pérez Secay - 201903878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Javier Esteban Pablo Coché - 201944766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Sergio Saul Ralda Mejia - 202103216</a:t>
            </a:r>
            <a:r>
              <a:rPr lang="es-MX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Diego Andrés Dubón Samayoa - 202202429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Rocío Samaí López Vásquez - 201709035</a:t>
            </a:r>
            <a:r>
              <a:rPr lang="es-MX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5" name="Google Shape;135;g39aa02f0d93_0_0"/>
          <p:cNvSpPr txBox="1"/>
          <p:nvPr/>
        </p:nvSpPr>
        <p:spPr>
          <a:xfrm>
            <a:off x="13482182" y="3143357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19</a:t>
            </a: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9aa02f0d93_0_0"/>
          <p:cNvSpPr txBox="1"/>
          <p:nvPr/>
        </p:nvSpPr>
        <p:spPr>
          <a:xfrm>
            <a:off x="13406032" y="394081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9aa02f0d93_0_0"/>
          <p:cNvSpPr txBox="1"/>
          <p:nvPr/>
        </p:nvSpPr>
        <p:spPr>
          <a:xfrm>
            <a:off x="5208072" y="2748139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27</a:t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2026-04-29T20:58:06Z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2026-04-29T00:00:00Z</vt:filetime>
  </property>
  <property fmtid="{D5CDD505-2E9C-101B-9397-08002B2CF9AE}" pid="6" name="Producer">
    <vt:lpwstr>Adobe Express</vt:lpwstr>
  </property>
</Properties>
</file>