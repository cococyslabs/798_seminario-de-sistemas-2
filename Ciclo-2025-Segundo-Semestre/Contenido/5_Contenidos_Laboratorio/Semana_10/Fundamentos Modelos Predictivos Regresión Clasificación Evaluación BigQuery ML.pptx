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10287000" cx="18288000"/>
  <p:notesSz cx="18288000" cy="10287000"/>
  <p:embeddedFontLst>
    <p:embeddedFont>
      <p:font typeface="Geo"/>
      <p:regular r:id="rId29"/>
      <p:italic r:id="rId30"/>
    </p:embeddedFont>
    <p:embeddedFont>
      <p:font typeface="Arial Narrow"/>
      <p:regular r:id="rId31"/>
      <p:bold r:id="rId32"/>
      <p:italic r:id="rId33"/>
      <p:boldItalic r:id="rId34"/>
    </p:embeddedFont>
    <p:embeddedFont>
      <p:font typeface="Source Sans 3"/>
      <p:regular r:id="rId35"/>
      <p:bold r:id="rId36"/>
      <p:italic r:id="rId37"/>
      <p:boldItalic r:id="rId38"/>
    </p:embeddedFont>
    <p:embeddedFont>
      <p:font typeface="DM Sans Light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gvm2/a9pPt2Tp8PPn06CaZOgU8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C537F4-2583-462E-BC4D-B133DE10475A}">
  <a:tblStyle styleId="{EFC537F4-2583-462E-BC4D-B133DE1047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Light-bold.fntdata"/><Relationship Id="rId20" Type="http://schemas.openxmlformats.org/officeDocument/2006/relationships/slide" Target="slides/slide14.xml"/><Relationship Id="rId42" Type="http://schemas.openxmlformats.org/officeDocument/2006/relationships/font" Target="fonts/DMSansLight-boldItalic.fntdata"/><Relationship Id="rId41" Type="http://schemas.openxmlformats.org/officeDocument/2006/relationships/font" Target="fonts/DMSansLight-italic.fntdata"/><Relationship Id="rId22" Type="http://schemas.openxmlformats.org/officeDocument/2006/relationships/slide" Target="slides/slide16.xml"/><Relationship Id="rId44" Type="http://schemas.openxmlformats.org/officeDocument/2006/relationships/font" Target="fonts/DMSans-bold.fntdata"/><Relationship Id="rId21" Type="http://schemas.openxmlformats.org/officeDocument/2006/relationships/slide" Target="slides/slide15.xml"/><Relationship Id="rId43" Type="http://schemas.openxmlformats.org/officeDocument/2006/relationships/font" Target="fonts/DMSans-regular.fntdata"/><Relationship Id="rId24" Type="http://schemas.openxmlformats.org/officeDocument/2006/relationships/slide" Target="slides/slide18.xml"/><Relationship Id="rId46" Type="http://schemas.openxmlformats.org/officeDocument/2006/relationships/font" Target="fonts/DM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Ge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alNarrow-regular.fntdata"/><Relationship Id="rId30" Type="http://schemas.openxmlformats.org/officeDocument/2006/relationships/font" Target="fonts/Geo-italic.fntdata"/><Relationship Id="rId11" Type="http://schemas.openxmlformats.org/officeDocument/2006/relationships/slide" Target="slides/slide5.xml"/><Relationship Id="rId33" Type="http://schemas.openxmlformats.org/officeDocument/2006/relationships/font" Target="fonts/ArialNarrow-italic.fntdata"/><Relationship Id="rId10" Type="http://schemas.openxmlformats.org/officeDocument/2006/relationships/slide" Target="slides/slide4.xml"/><Relationship Id="rId32" Type="http://schemas.openxmlformats.org/officeDocument/2006/relationships/font" Target="fonts/ArialNarrow-bold.fntdata"/><Relationship Id="rId13" Type="http://schemas.openxmlformats.org/officeDocument/2006/relationships/slide" Target="slides/slide7.xml"/><Relationship Id="rId35" Type="http://schemas.openxmlformats.org/officeDocument/2006/relationships/font" Target="fonts/SourceSans3-regular.fntdata"/><Relationship Id="rId12" Type="http://schemas.openxmlformats.org/officeDocument/2006/relationships/slide" Target="slides/slide6.xml"/><Relationship Id="rId34" Type="http://schemas.openxmlformats.org/officeDocument/2006/relationships/font" Target="fonts/ArialNarrow-boldItalic.fntdata"/><Relationship Id="rId15" Type="http://schemas.openxmlformats.org/officeDocument/2006/relationships/slide" Target="slides/slide9.xml"/><Relationship Id="rId37" Type="http://schemas.openxmlformats.org/officeDocument/2006/relationships/font" Target="fonts/SourceSans3-italic.fntdata"/><Relationship Id="rId14" Type="http://schemas.openxmlformats.org/officeDocument/2006/relationships/slide" Target="slides/slide8.xml"/><Relationship Id="rId36" Type="http://schemas.openxmlformats.org/officeDocument/2006/relationships/font" Target="fonts/SourceSans3-bold.fntdata"/><Relationship Id="rId17" Type="http://schemas.openxmlformats.org/officeDocument/2006/relationships/slide" Target="slides/slide11.xml"/><Relationship Id="rId39" Type="http://schemas.openxmlformats.org/officeDocument/2006/relationships/font" Target="fonts/DMSansLight-regular.fntdata"/><Relationship Id="rId16" Type="http://schemas.openxmlformats.org/officeDocument/2006/relationships/slide" Target="slides/slide10.xml"/><Relationship Id="rId38" Type="http://schemas.openxmlformats.org/officeDocument/2006/relationships/font" Target="fonts/SourceSans3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682ce4e1c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6" name="Google Shape;56;g3d682ce4e1c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682ce4e1c_0_7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4" name="Google Shape;74;g3d682ce4e1c_0_7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682ce4e1c_0_12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1" name="Google Shape;81;g3d682ce4e1c_0_129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682ce4e1c_0_13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19" name="Google Shape;319;g3d682ce4e1c_0_137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1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2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913279" y="1577497"/>
            <a:ext cx="8396605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682ce4e1c_0_66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4" name="Google Shape;44;g3d682ce4e1c_0_66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" name="Google Shape;45;g3d682ce4e1c_0_66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d682ce4e1c_0_125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8" name="Google Shape;48;g3d682ce4e1c_0_125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9" name="Google Shape;49;g3d682ce4e1c_0_125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682ce4e1c_0_242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2" name="Google Shape;52;g3d682ce4e1c_0_242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3" name="Google Shape;53;g3d682ce4e1c_0_242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913279" y="1577497"/>
            <a:ext cx="8396605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14.jpg"/><Relationship Id="rId5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682ce4e1c_0_0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" name="Google Shape;59;g3d682ce4e1c_0_0"/>
          <p:cNvGrpSpPr/>
          <p:nvPr/>
        </p:nvGrpSpPr>
        <p:grpSpPr>
          <a:xfrm>
            <a:off x="10813168" y="2130150"/>
            <a:ext cx="7106845" cy="1052528"/>
            <a:chOff x="0" y="-47625"/>
            <a:chExt cx="1871700" cy="277200"/>
          </a:xfrm>
        </p:grpSpPr>
        <p:sp>
          <p:nvSpPr>
            <p:cNvPr id="60" name="Google Shape;60;g3d682ce4e1c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1" name="Google Shape;61;g3d682ce4e1c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g3d682ce4e1c_0_0"/>
          <p:cNvSpPr txBox="1"/>
          <p:nvPr/>
        </p:nvSpPr>
        <p:spPr>
          <a:xfrm>
            <a:off x="1355851" y="4405750"/>
            <a:ext cx="1557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d682ce4e1c_0_0"/>
          <p:cNvSpPr txBox="1"/>
          <p:nvPr/>
        </p:nvSpPr>
        <p:spPr>
          <a:xfrm>
            <a:off x="1616001" y="5740550"/>
            <a:ext cx="1420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d682ce4e1c_0_0"/>
          <p:cNvSpPr txBox="1"/>
          <p:nvPr/>
        </p:nvSpPr>
        <p:spPr>
          <a:xfrm>
            <a:off x="10955017" y="2452078"/>
            <a:ext cx="19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g3d682ce4e1c_0_0"/>
          <p:cNvGrpSpPr/>
          <p:nvPr/>
        </p:nvGrpSpPr>
        <p:grpSpPr>
          <a:xfrm>
            <a:off x="10813168" y="2966571"/>
            <a:ext cx="7106845" cy="976209"/>
            <a:chOff x="0" y="-47625"/>
            <a:chExt cx="1871700" cy="257100"/>
          </a:xfrm>
        </p:grpSpPr>
        <p:sp>
          <p:nvSpPr>
            <p:cNvPr id="66" name="Google Shape;66;g3d682ce4e1c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7" name="Google Shape;67;g3d682ce4e1c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g3d682ce4e1c_0_0"/>
          <p:cNvSpPr txBox="1"/>
          <p:nvPr/>
        </p:nvSpPr>
        <p:spPr>
          <a:xfrm>
            <a:off x="10955017" y="3249736"/>
            <a:ext cx="25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g3d682ce4e1c_0_0"/>
          <p:cNvCxnSpPr/>
          <p:nvPr/>
        </p:nvCxnSpPr>
        <p:spPr>
          <a:xfrm>
            <a:off x="13705893" y="2326478"/>
            <a:ext cx="0" cy="15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g3d682ce4e1c_0_0"/>
          <p:cNvSpPr txBox="1"/>
          <p:nvPr/>
        </p:nvSpPr>
        <p:spPr>
          <a:xfrm>
            <a:off x="13705893" y="2451289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15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4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d682ce4e1c_0_0"/>
          <p:cNvSpPr txBox="1"/>
          <p:nvPr/>
        </p:nvSpPr>
        <p:spPr>
          <a:xfrm>
            <a:off x="13705893" y="3249736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82ce4e1c_0_70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15000">
                <a:solidFill>
                  <a:schemeClr val="dk1"/>
                </a:solidFill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77" name="Google Shape;77;g3d682ce4e1c_0_70"/>
          <p:cNvSpPr txBox="1"/>
          <p:nvPr/>
        </p:nvSpPr>
        <p:spPr>
          <a:xfrm>
            <a:off x="8136743" y="4184800"/>
            <a:ext cx="9618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5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Conferencia del curso</a:t>
            </a:r>
            <a:endParaRPr sz="5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8" name="Google Shape;78;g3d682ce4e1c_0_70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d682ce4e1c_0_129" title="Diapositiva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023674" cy="101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89" name="Google Shape;89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"/>
            <p:cNvSpPr/>
            <p:nvPr/>
          </p:nvSpPr>
          <p:spPr>
            <a:xfrm>
              <a:off x="918591" y="7685391"/>
              <a:ext cx="8787765" cy="0"/>
            </a:xfrm>
            <a:custGeom>
              <a:rect b="b" l="l" r="r" t="t"/>
              <a:pathLst>
                <a:path extrusionOk="0" h="120000" w="8787765">
                  <a:moveTo>
                    <a:pt x="87873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16292797" y="561158"/>
            <a:ext cx="10896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15/4/2026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05960" y="557958"/>
            <a:ext cx="18992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JAVIER ANDRÉS V.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05942" y="2228491"/>
            <a:ext cx="11745000" cy="57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24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Fundamentos de Modelos Predictivos</a:t>
            </a:r>
            <a:endParaRPr sz="1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905942" y="8420219"/>
            <a:ext cx="8354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DM Sans Light"/>
                <a:ea typeface="DM Sans Light"/>
                <a:cs typeface="DM Sans Light"/>
                <a:sym typeface="DM Sans Light"/>
              </a:rPr>
              <a:t>Regresión, Clasificación y Evaluación en BigQuery ML</a:t>
            </a:r>
            <a:endParaRPr sz="29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9582170" y="5389072"/>
            <a:ext cx="5551170" cy="42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1. Introducción y conceptos básicos</a:t>
            </a:r>
            <a:endParaRPr sz="2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482356" y="5784373"/>
            <a:ext cx="7369175" cy="2534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8750">
            <a:spAutoFit/>
          </a:bodyPr>
          <a:lstStyle/>
          <a:p>
            <a:pPr indent="-819785" lvl="0" marL="8439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91A"/>
              </a:buClr>
              <a:buSzPts val="2600"/>
              <a:buFont typeface="DM Sans"/>
              <a:buAutoNum type="arabicPeriod" startAt="2"/>
            </a:pPr>
            <a:r>
              <a:rPr lang="en-US" sz="26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Modelos predictivos: regresión y clasificación</a:t>
            </a:r>
            <a:endParaRPr sz="2600">
              <a:latin typeface="DM Sans"/>
              <a:ea typeface="DM Sans"/>
              <a:cs typeface="DM Sans"/>
              <a:sym typeface="DM Sans"/>
            </a:endParaRPr>
          </a:p>
          <a:p>
            <a:pPr indent="-424180" lvl="0" marL="443230" marR="227965" rtl="0" algn="l">
              <a:lnSpc>
                <a:spcPct val="100000"/>
              </a:lnSpc>
              <a:spcBef>
                <a:spcPts val="1785"/>
              </a:spcBef>
              <a:spcAft>
                <a:spcPts val="0"/>
              </a:spcAft>
              <a:buClr>
                <a:srgbClr val="04191A"/>
              </a:buClr>
              <a:buSzPts val="2600"/>
              <a:buFont typeface="DM Sans"/>
              <a:buAutoNum type="arabicPeriod" startAt="2"/>
            </a:pPr>
            <a:r>
              <a:rPr lang="en-US" sz="26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	Entrenamiento, evaluación y preparación de datos</a:t>
            </a:r>
            <a:endParaRPr sz="2600">
              <a:latin typeface="DM Sans"/>
              <a:ea typeface="DM Sans"/>
              <a:cs typeface="DM Sans"/>
              <a:sym typeface="DM Sans"/>
            </a:endParaRPr>
          </a:p>
          <a:p>
            <a:pPr indent="-821690" lvl="0" marL="835660" rtl="0" algn="l">
              <a:lnSpc>
                <a:spcPct val="100000"/>
              </a:lnSpc>
              <a:spcBef>
                <a:spcPts val="1775"/>
              </a:spcBef>
              <a:spcAft>
                <a:spcPts val="0"/>
              </a:spcAft>
              <a:buClr>
                <a:srgbClr val="04191A"/>
              </a:buClr>
              <a:buSzPts val="2600"/>
              <a:buFont typeface="DM Sans"/>
              <a:buAutoNum type="arabicPeriod" startAt="2"/>
            </a:pPr>
            <a:r>
              <a:rPr lang="en-US" sz="26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sz="2600">
              <a:latin typeface="DM Sans"/>
              <a:ea typeface="DM Sans"/>
              <a:cs typeface="DM Sans"/>
              <a:sym typeface="DM Sans"/>
            </a:endParaRPr>
          </a:p>
          <a:p>
            <a:pPr indent="-821690" lvl="0" marL="834390" rtl="0" algn="l">
              <a:lnSpc>
                <a:spcPct val="100000"/>
              </a:lnSpc>
              <a:spcBef>
                <a:spcPts val="1780"/>
              </a:spcBef>
              <a:spcAft>
                <a:spcPts val="0"/>
              </a:spcAft>
              <a:buClr>
                <a:srgbClr val="04191A"/>
              </a:buClr>
              <a:buSzPts val="2600"/>
              <a:buFont typeface="DM Sans"/>
              <a:buAutoNum type="arabicPeriod" startAt="2"/>
            </a:pPr>
            <a:r>
              <a:rPr lang="en-US" sz="26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Aplicación práctica y conclusiones</a:t>
            </a:r>
            <a:endParaRPr sz="2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7071592" y="562607"/>
            <a:ext cx="3092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05894" y="7723380"/>
            <a:ext cx="7583805" cy="72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5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Agenda de la Presentación</a:t>
            </a:r>
            <a:endParaRPr sz="45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descr="$PPTXTitle" id="108" name="Google Shape;108;p3"/>
          <p:cNvSpPr txBox="1"/>
          <p:nvPr>
            <p:ph type="title"/>
          </p:nvPr>
        </p:nvSpPr>
        <p:spPr>
          <a:xfrm>
            <a:off x="905894" y="6742051"/>
            <a:ext cx="13985885" cy="114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4191A"/>
                </a:solidFill>
              </a:rPr>
              <a:t>Introducción y conceptos básicos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17064111" y="563767"/>
            <a:ext cx="3168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4"/>
          <p:cNvGrpSpPr/>
          <p:nvPr/>
        </p:nvGrpSpPr>
        <p:grpSpPr>
          <a:xfrm>
            <a:off x="7050735" y="1706752"/>
            <a:ext cx="10318115" cy="6345389"/>
            <a:chOff x="7050735" y="1706752"/>
            <a:chExt cx="10318115" cy="6345389"/>
          </a:xfrm>
        </p:grpSpPr>
        <p:pic>
          <p:nvPicPr>
            <p:cNvPr id="115" name="Google Shape;11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50735" y="6220786"/>
              <a:ext cx="3530597" cy="18313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50735" y="3921773"/>
              <a:ext cx="3530597" cy="1831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50735" y="1706752"/>
              <a:ext cx="3530597" cy="1831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4"/>
            <p:cNvSpPr/>
            <p:nvPr/>
          </p:nvSpPr>
          <p:spPr>
            <a:xfrm>
              <a:off x="7050735" y="6028951"/>
              <a:ext cx="10318115" cy="0"/>
            </a:xfrm>
            <a:custGeom>
              <a:rect b="b" l="l" r="r" t="t"/>
              <a:pathLst>
                <a:path extrusionOk="0" h="120000"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7050735" y="3729937"/>
              <a:ext cx="10318115" cy="0"/>
            </a:xfrm>
            <a:custGeom>
              <a:rect b="b" l="l" r="r" t="t"/>
              <a:pathLst>
                <a:path extrusionOk="0" h="120000"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0" name="Google Shape;120;p4"/>
          <p:cNvSpPr txBox="1"/>
          <p:nvPr/>
        </p:nvSpPr>
        <p:spPr>
          <a:xfrm>
            <a:off x="11041657" y="3853825"/>
            <a:ext cx="6232525" cy="4267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¿Qué es la predicción?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Busca anticipar resultados futuros usando modelos 	matemáticos.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73152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Utiliza datos históricos para estimar variables 	desconocidas.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None/>
            </a:pPr>
            <a:r>
              <a:t/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Aprendizaje supervisado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33401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Entrena modelos con ejemplos etiquetados para 	aplicar en datos nuevos.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9067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Fundamental para automatizar decisiones y 	anticipar comportamientos.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1041657" y="1638797"/>
            <a:ext cx="6151245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¿Qué es el análisis descriptivo?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8890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Resume el comportamiento histórico de un 	fenómeno.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Permite identificar patrones y tendencias pasadas.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7060490" y="562607"/>
            <a:ext cx="3206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905785" y="562607"/>
            <a:ext cx="4318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INTRODUCCIÓN Y CONCEPTOS BÁSICOS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905866" y="1606411"/>
            <a:ext cx="454596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Introducción a la predicción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16972331" y="3184156"/>
            <a:ext cx="396240" cy="5101590"/>
          </a:xfrm>
          <a:custGeom>
            <a:rect b="b" l="l" r="r" t="t"/>
            <a:pathLst>
              <a:path extrusionOk="0" h="5101590" w="396240">
                <a:moveTo>
                  <a:pt x="395998" y="4705324"/>
                </a:moveTo>
                <a:lnTo>
                  <a:pt x="100050" y="4705324"/>
                </a:lnTo>
                <a:lnTo>
                  <a:pt x="100050" y="4756823"/>
                </a:lnTo>
                <a:lnTo>
                  <a:pt x="308076" y="4756823"/>
                </a:lnTo>
                <a:lnTo>
                  <a:pt x="0" y="5064899"/>
                </a:lnTo>
                <a:lnTo>
                  <a:pt x="36423" y="5101323"/>
                </a:lnTo>
                <a:lnTo>
                  <a:pt x="344487" y="4793246"/>
                </a:lnTo>
                <a:lnTo>
                  <a:pt x="344487" y="5001272"/>
                </a:lnTo>
                <a:lnTo>
                  <a:pt x="395998" y="5001272"/>
                </a:lnTo>
                <a:lnTo>
                  <a:pt x="395998" y="4705324"/>
                </a:lnTo>
                <a:close/>
              </a:path>
              <a:path extrusionOk="0" h="5101590" w="396240">
                <a:moveTo>
                  <a:pt x="395998" y="2573642"/>
                </a:moveTo>
                <a:lnTo>
                  <a:pt x="100050" y="2573642"/>
                </a:lnTo>
                <a:lnTo>
                  <a:pt x="100050" y="2625140"/>
                </a:lnTo>
                <a:lnTo>
                  <a:pt x="308076" y="2625140"/>
                </a:lnTo>
                <a:lnTo>
                  <a:pt x="0" y="2933217"/>
                </a:lnTo>
                <a:lnTo>
                  <a:pt x="36423" y="2969641"/>
                </a:lnTo>
                <a:lnTo>
                  <a:pt x="344487" y="2661564"/>
                </a:lnTo>
                <a:lnTo>
                  <a:pt x="344487" y="2869590"/>
                </a:lnTo>
                <a:lnTo>
                  <a:pt x="395998" y="2869590"/>
                </a:lnTo>
                <a:lnTo>
                  <a:pt x="395998" y="2573642"/>
                </a:lnTo>
                <a:close/>
              </a:path>
              <a:path extrusionOk="0" h="5101590" w="396240">
                <a:moveTo>
                  <a:pt x="395998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23" y="395998"/>
                </a:lnTo>
                <a:lnTo>
                  <a:pt x="344487" y="87909"/>
                </a:lnTo>
                <a:lnTo>
                  <a:pt x="344487" y="295948"/>
                </a:lnTo>
                <a:lnTo>
                  <a:pt x="395998" y="295948"/>
                </a:lnTo>
                <a:lnTo>
                  <a:pt x="395998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" name="Google Shape;130;p5"/>
          <p:cNvSpPr txBox="1"/>
          <p:nvPr/>
        </p:nvSpPr>
        <p:spPr>
          <a:xfrm>
            <a:off x="905866" y="1612394"/>
            <a:ext cx="8919210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¿Qué es el modelado predictivo?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7059575" y="561158"/>
            <a:ext cx="3219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905785" y="561158"/>
            <a:ext cx="4318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INTRODUCCIÓN Y CONCEPTOS BÁSICOS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905866" y="7734896"/>
            <a:ext cx="147129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905866" y="8735656"/>
            <a:ext cx="534289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Ejemplo aplicado: viajes de taxi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905866" y="5603217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905866" y="6603976"/>
            <a:ext cx="545719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Estructura básica de un modelo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905866" y="3029575"/>
            <a:ext cx="124968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905866" y="4030336"/>
            <a:ext cx="3926204" cy="90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¿Por qué usar modelos predictivos?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9" name="Google Shape;139;p5"/>
          <p:cNvGrpSpPr/>
          <p:nvPr/>
        </p:nvGrpSpPr>
        <p:grpSpPr>
          <a:xfrm>
            <a:off x="918563" y="5361230"/>
            <a:ext cx="16450310" cy="2131679"/>
            <a:chOff x="918563" y="5361230"/>
            <a:chExt cx="16450310" cy="2131679"/>
          </a:xfrm>
        </p:grpSpPr>
        <p:sp>
          <p:nvSpPr>
            <p:cNvPr id="140" name="Google Shape;140;p5"/>
            <p:cNvSpPr/>
            <p:nvPr/>
          </p:nvSpPr>
          <p:spPr>
            <a:xfrm>
              <a:off x="918563" y="7492909"/>
              <a:ext cx="16450310" cy="0"/>
            </a:xfrm>
            <a:custGeom>
              <a:rect b="b" l="l" r="r" t="t"/>
              <a:pathLst>
                <a:path extrusionOk="0" h="120000" w="16450310">
                  <a:moveTo>
                    <a:pt x="1644982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918563" y="5361230"/>
              <a:ext cx="16450310" cy="0"/>
            </a:xfrm>
            <a:custGeom>
              <a:rect b="b" l="l" r="r" t="t"/>
              <a:pathLst>
                <a:path extrusionOk="0" h="120000" w="16450310">
                  <a:moveTo>
                    <a:pt x="1644982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" name="Google Shape;142;p5"/>
          <p:cNvSpPr txBox="1"/>
          <p:nvPr/>
        </p:nvSpPr>
        <p:spPr>
          <a:xfrm>
            <a:off x="7719962" y="8041152"/>
            <a:ext cx="7990840" cy="97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21717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Variables de entrada: hora de abordaje, distancia, forma de pago, 	zonas de origen y destino.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Variable objetivo: monto de propina o clasificación de propina alta.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7719962" y="5909472"/>
            <a:ext cx="7962900" cy="97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338455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Se compone de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variables de entrada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(features) y una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variable 	objetivo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(label) que se desea predecir.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Cada observación es una unidad de análisis, como un viaje de taxi.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7719962" y="3727310"/>
            <a:ext cx="7553959" cy="629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Permiten anticipar resultados futuros y automatizar decisiones 	basadas en datos históricos.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905904" y="1606411"/>
            <a:ext cx="707961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Variables y observaciones clave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9592667" y="1638797"/>
            <a:ext cx="7639684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DM Sans"/>
                <a:ea typeface="DM Sans"/>
                <a:cs typeface="DM Sans"/>
                <a:sym typeface="DM Sans"/>
              </a:rPr>
              <a:t>Elementos clave en problemas supervisados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observación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es la unidad de análisis, como un viaje de taxi.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Las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variables de entrada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(features) describen la observación 	y ayudan a predecir.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69659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variable objetivo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(label) es el resultado que queremos 	estimar.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9592667" y="4300520"/>
            <a:ext cx="7666990" cy="29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DM Sans"/>
                <a:ea typeface="DM Sans"/>
                <a:cs typeface="DM Sans"/>
                <a:sym typeface="DM Sans"/>
              </a:rPr>
              <a:t>Separación correcta de variables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4572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Distinguir entre variables de entrada y objetivo es esencial para 	elegir el modelo y las métricas adecuadas.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950"/>
              <a:buFont typeface="Times New Roman"/>
              <a:buNone/>
            </a:pPr>
            <a:r>
              <a:t/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DM Sans"/>
                <a:ea typeface="DM Sans"/>
                <a:cs typeface="DM Sans"/>
                <a:sym typeface="DM Sans"/>
              </a:rPr>
              <a:t>Errores frecuentes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Confundir regresión con clasificación puede llevar a 	interpretaciones incorrectas y selección de métricas impropias.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05904" y="561158"/>
            <a:ext cx="4318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INTRODUCCIÓN Y CONCEPTOS BÁSICOS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7055351" y="561158"/>
            <a:ext cx="3257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" y="4495812"/>
            <a:ext cx="8686787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9605381" y="7632675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60" name="Google Shape;160;p7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Modelos predictivos: regresión y clasificación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17080340" y="562607"/>
            <a:ext cx="2978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7" name="Google Shape;167;p8"/>
          <p:cNvSpPr txBox="1"/>
          <p:nvPr/>
        </p:nvSpPr>
        <p:spPr>
          <a:xfrm>
            <a:off x="17059958" y="562607"/>
            <a:ext cx="3213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descr="$PPTXTitle" id="168" name="Google Shape;168;p8"/>
          <p:cNvSpPr txBox="1"/>
          <p:nvPr>
            <p:ph type="title"/>
          </p:nvPr>
        </p:nvSpPr>
        <p:spPr>
          <a:xfrm>
            <a:off x="905866" y="1606411"/>
            <a:ext cx="8763635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00">
                <a:latin typeface="DM Sans"/>
                <a:ea typeface="DM Sans"/>
                <a:cs typeface="DM Sans"/>
                <a:sym typeface="DM Sans"/>
              </a:rPr>
              <a:t>Regresión: predicción de valores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905866" y="562607"/>
            <a:ext cx="58032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MODELOS PREDICTIVOS: REGRESIÓN Y CLASIFICACIÓN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6829" y="2860662"/>
            <a:ext cx="49148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0321" y="2860662"/>
            <a:ext cx="491489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804" y="2860662"/>
            <a:ext cx="49148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 txBox="1"/>
          <p:nvPr/>
        </p:nvSpPr>
        <p:spPr>
          <a:xfrm>
            <a:off x="13066900" y="5524154"/>
            <a:ext cx="3752850" cy="204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9410" lvl="0" marL="371475" marR="520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Evaluación basada en métricas de error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123825" lvl="0" marL="17907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Se mide la distancia entre el valor real y el predicho usando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16637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MAE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MSE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RMSE 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R2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7304661" y="5524154"/>
            <a:ext cx="371094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3045" marR="2597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Ejemplo aplicado: estimar propina en viajes de taxi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180340" lvl="0" marL="192405" marR="5080" rtl="0" algn="just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El modelo aprende a predecir valores como 0.50, 3.75 o 7.20 según las características del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179705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viaje.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1522153" y="5524154"/>
            <a:ext cx="3702685" cy="204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9690" lvl="0" marL="71755" marR="18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Regresión: predicción de valores continuos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123825" lvl="0" marL="212725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Se utiliza cuando la variable objetivo es numérica, como el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88138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monto de propina.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6" name="Google Shape;176;p8"/>
          <p:cNvGrpSpPr/>
          <p:nvPr/>
        </p:nvGrpSpPr>
        <p:grpSpPr>
          <a:xfrm>
            <a:off x="14118832" y="3364179"/>
            <a:ext cx="1602105" cy="1498600"/>
            <a:chOff x="14118832" y="3364179"/>
            <a:chExt cx="1602105" cy="1498600"/>
          </a:xfrm>
        </p:grpSpPr>
        <p:sp>
          <p:nvSpPr>
            <p:cNvPr id="177" name="Google Shape;177;p8"/>
            <p:cNvSpPr/>
            <p:nvPr/>
          </p:nvSpPr>
          <p:spPr>
            <a:xfrm>
              <a:off x="14118832" y="3364179"/>
              <a:ext cx="1602105" cy="1498600"/>
            </a:xfrm>
            <a:custGeom>
              <a:rect b="b" l="l" r="r" t="t"/>
              <a:pathLst>
                <a:path extrusionOk="0" h="1498600" w="1602105">
                  <a:moveTo>
                    <a:pt x="221107" y="1136650"/>
                  </a:moveTo>
                  <a:lnTo>
                    <a:pt x="215049" y="1123911"/>
                  </a:lnTo>
                  <a:lnTo>
                    <a:pt x="209270" y="1111046"/>
                  </a:lnTo>
                  <a:lnTo>
                    <a:pt x="203784" y="1098067"/>
                  </a:lnTo>
                  <a:lnTo>
                    <a:pt x="198564" y="1084986"/>
                  </a:lnTo>
                  <a:lnTo>
                    <a:pt x="129171" y="1084986"/>
                  </a:lnTo>
                  <a:lnTo>
                    <a:pt x="99034" y="1091082"/>
                  </a:lnTo>
                  <a:lnTo>
                    <a:pt x="74409" y="1107706"/>
                  </a:lnTo>
                  <a:lnTo>
                    <a:pt x="57772" y="1132344"/>
                  </a:lnTo>
                  <a:lnTo>
                    <a:pt x="51676" y="1162481"/>
                  </a:lnTo>
                  <a:lnTo>
                    <a:pt x="51676" y="1244739"/>
                  </a:lnTo>
                  <a:lnTo>
                    <a:pt x="30949" y="1255877"/>
                  </a:lnTo>
                  <a:lnTo>
                    <a:pt x="14592" y="1272501"/>
                  </a:lnTo>
                  <a:lnTo>
                    <a:pt x="3860" y="1293431"/>
                  </a:lnTo>
                  <a:lnTo>
                    <a:pt x="0" y="1317485"/>
                  </a:lnTo>
                  <a:lnTo>
                    <a:pt x="6096" y="1347609"/>
                  </a:lnTo>
                  <a:lnTo>
                    <a:pt x="22733" y="1372247"/>
                  </a:lnTo>
                  <a:lnTo>
                    <a:pt x="47371" y="1388872"/>
                  </a:lnTo>
                  <a:lnTo>
                    <a:pt x="77508" y="1394980"/>
                  </a:lnTo>
                  <a:lnTo>
                    <a:pt x="107645" y="1388872"/>
                  </a:lnTo>
                  <a:lnTo>
                    <a:pt x="132283" y="1372247"/>
                  </a:lnTo>
                  <a:lnTo>
                    <a:pt x="148907" y="1347609"/>
                  </a:lnTo>
                  <a:lnTo>
                    <a:pt x="155003" y="1317485"/>
                  </a:lnTo>
                  <a:lnTo>
                    <a:pt x="151155" y="1293431"/>
                  </a:lnTo>
                  <a:lnTo>
                    <a:pt x="140423" y="1272501"/>
                  </a:lnTo>
                  <a:lnTo>
                    <a:pt x="124066" y="1255877"/>
                  </a:lnTo>
                  <a:lnTo>
                    <a:pt x="103339" y="1244739"/>
                  </a:lnTo>
                  <a:lnTo>
                    <a:pt x="103339" y="1162481"/>
                  </a:lnTo>
                  <a:lnTo>
                    <a:pt x="105371" y="1152423"/>
                  </a:lnTo>
                  <a:lnTo>
                    <a:pt x="110921" y="1144219"/>
                  </a:lnTo>
                  <a:lnTo>
                    <a:pt x="119126" y="1138682"/>
                  </a:lnTo>
                  <a:lnTo>
                    <a:pt x="129171" y="1136650"/>
                  </a:lnTo>
                  <a:lnTo>
                    <a:pt x="221107" y="1136650"/>
                  </a:lnTo>
                  <a:close/>
                </a:path>
                <a:path extrusionOk="0" h="1498600" w="1602105">
                  <a:moveTo>
                    <a:pt x="1394993" y="464985"/>
                  </a:moveTo>
                  <a:lnTo>
                    <a:pt x="1387081" y="416039"/>
                  </a:lnTo>
                  <a:lnTo>
                    <a:pt x="1365046" y="373494"/>
                  </a:lnTo>
                  <a:lnTo>
                    <a:pt x="1331480" y="339928"/>
                  </a:lnTo>
                  <a:lnTo>
                    <a:pt x="1291666" y="319328"/>
                  </a:lnTo>
                  <a:lnTo>
                    <a:pt x="1291666" y="516661"/>
                  </a:lnTo>
                  <a:lnTo>
                    <a:pt x="1291666" y="568325"/>
                  </a:lnTo>
                  <a:lnTo>
                    <a:pt x="1240002" y="568325"/>
                  </a:lnTo>
                  <a:lnTo>
                    <a:pt x="1240002" y="516661"/>
                  </a:lnTo>
                  <a:lnTo>
                    <a:pt x="1291666" y="516661"/>
                  </a:lnTo>
                  <a:lnTo>
                    <a:pt x="1291666" y="319328"/>
                  </a:lnTo>
                  <a:lnTo>
                    <a:pt x="1288935" y="317906"/>
                  </a:lnTo>
                  <a:lnTo>
                    <a:pt x="1240002" y="309994"/>
                  </a:lnTo>
                  <a:lnTo>
                    <a:pt x="1214170" y="309994"/>
                  </a:lnTo>
                  <a:lnTo>
                    <a:pt x="1214170" y="284162"/>
                  </a:lnTo>
                  <a:lnTo>
                    <a:pt x="1210513" y="238925"/>
                  </a:lnTo>
                  <a:lnTo>
                    <a:pt x="1210437" y="238125"/>
                  </a:lnTo>
                  <a:lnTo>
                    <a:pt x="1199654" y="194437"/>
                  </a:lnTo>
                  <a:lnTo>
                    <a:pt x="1197089" y="188391"/>
                  </a:lnTo>
                  <a:lnTo>
                    <a:pt x="1188339" y="167728"/>
                  </a:lnTo>
                  <a:lnTo>
                    <a:pt x="1188339" y="516661"/>
                  </a:lnTo>
                  <a:lnTo>
                    <a:pt x="1188339" y="568325"/>
                  </a:lnTo>
                  <a:lnTo>
                    <a:pt x="1136675" y="568325"/>
                  </a:lnTo>
                  <a:lnTo>
                    <a:pt x="1136675" y="516661"/>
                  </a:lnTo>
                  <a:lnTo>
                    <a:pt x="1188339" y="516661"/>
                  </a:lnTo>
                  <a:lnTo>
                    <a:pt x="1188339" y="167728"/>
                  </a:lnTo>
                  <a:lnTo>
                    <a:pt x="1182395" y="153682"/>
                  </a:lnTo>
                  <a:lnTo>
                    <a:pt x="1166114" y="127482"/>
                  </a:lnTo>
                  <a:lnTo>
                    <a:pt x="1159268" y="116446"/>
                  </a:lnTo>
                  <a:lnTo>
                    <a:pt x="1154925" y="111391"/>
                  </a:lnTo>
                  <a:lnTo>
                    <a:pt x="1154925" y="224917"/>
                  </a:lnTo>
                  <a:lnTo>
                    <a:pt x="1084999" y="294855"/>
                  </a:lnTo>
                  <a:lnTo>
                    <a:pt x="1084999" y="516661"/>
                  </a:lnTo>
                  <a:lnTo>
                    <a:pt x="1084999" y="568325"/>
                  </a:lnTo>
                  <a:lnTo>
                    <a:pt x="1033335" y="568325"/>
                  </a:lnTo>
                  <a:lnTo>
                    <a:pt x="1033335" y="516661"/>
                  </a:lnTo>
                  <a:lnTo>
                    <a:pt x="1084999" y="516661"/>
                  </a:lnTo>
                  <a:lnTo>
                    <a:pt x="1084999" y="294855"/>
                  </a:lnTo>
                  <a:lnTo>
                    <a:pt x="904163" y="475691"/>
                  </a:lnTo>
                  <a:lnTo>
                    <a:pt x="815848" y="387362"/>
                  </a:lnTo>
                  <a:lnTo>
                    <a:pt x="790143" y="361657"/>
                  </a:lnTo>
                  <a:lnTo>
                    <a:pt x="782574" y="354088"/>
                  </a:lnTo>
                  <a:lnTo>
                    <a:pt x="819099" y="317563"/>
                  </a:lnTo>
                  <a:lnTo>
                    <a:pt x="904163" y="402628"/>
                  </a:lnTo>
                  <a:lnTo>
                    <a:pt x="989228" y="317563"/>
                  </a:lnTo>
                  <a:lnTo>
                    <a:pt x="1067866" y="238925"/>
                  </a:lnTo>
                  <a:lnTo>
                    <a:pt x="1118400" y="188391"/>
                  </a:lnTo>
                  <a:lnTo>
                    <a:pt x="1154925" y="224917"/>
                  </a:lnTo>
                  <a:lnTo>
                    <a:pt x="1154925" y="111391"/>
                  </a:lnTo>
                  <a:lnTo>
                    <a:pt x="1130833" y="83324"/>
                  </a:lnTo>
                  <a:lnTo>
                    <a:pt x="1102448" y="58966"/>
                  </a:lnTo>
                  <a:lnTo>
                    <a:pt x="1097711" y="54902"/>
                  </a:lnTo>
                  <a:lnTo>
                    <a:pt x="1092492" y="51663"/>
                  </a:lnTo>
                  <a:lnTo>
                    <a:pt x="1060475" y="31762"/>
                  </a:lnTo>
                  <a:lnTo>
                    <a:pt x="1046276" y="25755"/>
                  </a:lnTo>
                  <a:lnTo>
                    <a:pt x="1046276" y="82791"/>
                  </a:lnTo>
                  <a:lnTo>
                    <a:pt x="1020394" y="127482"/>
                  </a:lnTo>
                  <a:lnTo>
                    <a:pt x="1009586" y="121716"/>
                  </a:lnTo>
                  <a:lnTo>
                    <a:pt x="998423" y="116700"/>
                  </a:lnTo>
                  <a:lnTo>
                    <a:pt x="986955" y="112458"/>
                  </a:lnTo>
                  <a:lnTo>
                    <a:pt x="975207" y="109004"/>
                  </a:lnTo>
                  <a:lnTo>
                    <a:pt x="988123" y="58966"/>
                  </a:lnTo>
                  <a:lnTo>
                    <a:pt x="1003249" y="63411"/>
                  </a:lnTo>
                  <a:lnTo>
                    <a:pt x="1018019" y="68884"/>
                  </a:lnTo>
                  <a:lnTo>
                    <a:pt x="1032370" y="75349"/>
                  </a:lnTo>
                  <a:lnTo>
                    <a:pt x="1046276" y="82791"/>
                  </a:lnTo>
                  <a:lnTo>
                    <a:pt x="1046276" y="25755"/>
                  </a:lnTo>
                  <a:lnTo>
                    <a:pt x="1019708" y="14503"/>
                  </a:lnTo>
                  <a:lnTo>
                    <a:pt x="976020" y="3721"/>
                  </a:lnTo>
                  <a:lnTo>
                    <a:pt x="929995" y="0"/>
                  </a:lnTo>
                  <a:lnTo>
                    <a:pt x="929995" y="51663"/>
                  </a:lnTo>
                  <a:lnTo>
                    <a:pt x="929995" y="103327"/>
                  </a:lnTo>
                  <a:lnTo>
                    <a:pt x="882053" y="109753"/>
                  </a:lnTo>
                  <a:lnTo>
                    <a:pt x="838606" y="128054"/>
                  </a:lnTo>
                  <a:lnTo>
                    <a:pt x="801611" y="156692"/>
                  </a:lnTo>
                  <a:lnTo>
                    <a:pt x="773036" y="194157"/>
                  </a:lnTo>
                  <a:lnTo>
                    <a:pt x="754849" y="238925"/>
                  </a:lnTo>
                  <a:lnTo>
                    <a:pt x="704811" y="226060"/>
                  </a:lnTo>
                  <a:lnTo>
                    <a:pt x="712203" y="206654"/>
                  </a:lnTo>
                  <a:lnTo>
                    <a:pt x="718464" y="190207"/>
                  </a:lnTo>
                  <a:lnTo>
                    <a:pt x="723303" y="177482"/>
                  </a:lnTo>
                  <a:lnTo>
                    <a:pt x="751357" y="135204"/>
                  </a:lnTo>
                  <a:lnTo>
                    <a:pt x="787514" y="100342"/>
                  </a:lnTo>
                  <a:lnTo>
                    <a:pt x="830313" y="74053"/>
                  </a:lnTo>
                  <a:lnTo>
                    <a:pt x="878293" y="57442"/>
                  </a:lnTo>
                  <a:lnTo>
                    <a:pt x="929995" y="51663"/>
                  </a:lnTo>
                  <a:lnTo>
                    <a:pt x="929995" y="0"/>
                  </a:lnTo>
                  <a:lnTo>
                    <a:pt x="883361" y="3886"/>
                  </a:lnTo>
                  <a:lnTo>
                    <a:pt x="838644" y="15240"/>
                  </a:lnTo>
                  <a:lnTo>
                    <a:pt x="796658" y="33515"/>
                  </a:lnTo>
                  <a:lnTo>
                    <a:pt x="758190" y="58216"/>
                  </a:lnTo>
                  <a:lnTo>
                    <a:pt x="724065" y="88811"/>
                  </a:lnTo>
                  <a:lnTo>
                    <a:pt x="695058" y="124815"/>
                  </a:lnTo>
                  <a:lnTo>
                    <a:pt x="671982" y="165684"/>
                  </a:lnTo>
                  <a:lnTo>
                    <a:pt x="660692" y="190207"/>
                  </a:lnTo>
                  <a:lnTo>
                    <a:pt x="636689" y="177850"/>
                  </a:lnTo>
                  <a:lnTo>
                    <a:pt x="614146" y="167881"/>
                  </a:lnTo>
                  <a:lnTo>
                    <a:pt x="590880" y="160731"/>
                  </a:lnTo>
                  <a:lnTo>
                    <a:pt x="566966" y="156425"/>
                  </a:lnTo>
                  <a:lnTo>
                    <a:pt x="542505" y="154990"/>
                  </a:lnTo>
                  <a:lnTo>
                    <a:pt x="542505" y="206654"/>
                  </a:lnTo>
                  <a:lnTo>
                    <a:pt x="542505" y="258330"/>
                  </a:lnTo>
                  <a:lnTo>
                    <a:pt x="502323" y="266458"/>
                  </a:lnTo>
                  <a:lnTo>
                    <a:pt x="469468" y="288620"/>
                  </a:lnTo>
                  <a:lnTo>
                    <a:pt x="447306" y="321462"/>
                  </a:lnTo>
                  <a:lnTo>
                    <a:pt x="439178" y="361657"/>
                  </a:lnTo>
                  <a:lnTo>
                    <a:pt x="387502" y="361657"/>
                  </a:lnTo>
                  <a:lnTo>
                    <a:pt x="395414" y="312712"/>
                  </a:lnTo>
                  <a:lnTo>
                    <a:pt x="417449" y="270167"/>
                  </a:lnTo>
                  <a:lnTo>
                    <a:pt x="451015" y="236588"/>
                  </a:lnTo>
                  <a:lnTo>
                    <a:pt x="493560" y="214566"/>
                  </a:lnTo>
                  <a:lnTo>
                    <a:pt x="542505" y="206654"/>
                  </a:lnTo>
                  <a:lnTo>
                    <a:pt x="542505" y="154990"/>
                  </a:lnTo>
                  <a:lnTo>
                    <a:pt x="495173" y="160451"/>
                  </a:lnTo>
                  <a:lnTo>
                    <a:pt x="451700" y="176022"/>
                  </a:lnTo>
                  <a:lnTo>
                    <a:pt x="413321" y="200444"/>
                  </a:lnTo>
                  <a:lnTo>
                    <a:pt x="381292" y="232473"/>
                  </a:lnTo>
                  <a:lnTo>
                    <a:pt x="356870" y="270852"/>
                  </a:lnTo>
                  <a:lnTo>
                    <a:pt x="341299" y="314325"/>
                  </a:lnTo>
                  <a:lnTo>
                    <a:pt x="335838" y="361657"/>
                  </a:lnTo>
                  <a:lnTo>
                    <a:pt x="335838" y="369506"/>
                  </a:lnTo>
                  <a:lnTo>
                    <a:pt x="336384" y="377177"/>
                  </a:lnTo>
                  <a:lnTo>
                    <a:pt x="340398" y="413321"/>
                  </a:lnTo>
                  <a:lnTo>
                    <a:pt x="340410" y="413473"/>
                  </a:lnTo>
                  <a:lnTo>
                    <a:pt x="268884" y="421843"/>
                  </a:lnTo>
                  <a:lnTo>
                    <a:pt x="236499" y="444093"/>
                  </a:lnTo>
                  <a:lnTo>
                    <a:pt x="214680" y="476783"/>
                  </a:lnTo>
                  <a:lnTo>
                    <a:pt x="206679" y="516661"/>
                  </a:lnTo>
                  <a:lnTo>
                    <a:pt x="214731" y="556475"/>
                  </a:lnTo>
                  <a:lnTo>
                    <a:pt x="214807" y="556844"/>
                  </a:lnTo>
                  <a:lnTo>
                    <a:pt x="236969" y="589686"/>
                  </a:lnTo>
                  <a:lnTo>
                    <a:pt x="269824" y="611847"/>
                  </a:lnTo>
                  <a:lnTo>
                    <a:pt x="310007" y="619988"/>
                  </a:lnTo>
                  <a:lnTo>
                    <a:pt x="591616" y="619988"/>
                  </a:lnTo>
                  <a:lnTo>
                    <a:pt x="591616" y="490689"/>
                  </a:lnTo>
                  <a:lnTo>
                    <a:pt x="599744" y="450494"/>
                  </a:lnTo>
                  <a:lnTo>
                    <a:pt x="621906" y="417652"/>
                  </a:lnTo>
                  <a:lnTo>
                    <a:pt x="628103" y="413473"/>
                  </a:lnTo>
                  <a:lnTo>
                    <a:pt x="654761" y="395490"/>
                  </a:lnTo>
                  <a:lnTo>
                    <a:pt x="694944" y="387362"/>
                  </a:lnTo>
                  <a:lnTo>
                    <a:pt x="735126" y="395490"/>
                  </a:lnTo>
                  <a:lnTo>
                    <a:pt x="767981" y="417652"/>
                  </a:lnTo>
                  <a:lnTo>
                    <a:pt x="790143" y="450494"/>
                  </a:lnTo>
                  <a:lnTo>
                    <a:pt x="798283" y="490689"/>
                  </a:lnTo>
                  <a:lnTo>
                    <a:pt x="798283" y="619988"/>
                  </a:lnTo>
                  <a:lnTo>
                    <a:pt x="1240002" y="619988"/>
                  </a:lnTo>
                  <a:lnTo>
                    <a:pt x="1288935" y="612063"/>
                  </a:lnTo>
                  <a:lnTo>
                    <a:pt x="1331480" y="590042"/>
                  </a:lnTo>
                  <a:lnTo>
                    <a:pt x="1353197" y="568325"/>
                  </a:lnTo>
                  <a:lnTo>
                    <a:pt x="1365046" y="556475"/>
                  </a:lnTo>
                  <a:lnTo>
                    <a:pt x="1385658" y="516661"/>
                  </a:lnTo>
                  <a:lnTo>
                    <a:pt x="1387081" y="513930"/>
                  </a:lnTo>
                  <a:lnTo>
                    <a:pt x="1393266" y="475691"/>
                  </a:lnTo>
                  <a:lnTo>
                    <a:pt x="1394993" y="464985"/>
                  </a:lnTo>
                  <a:close/>
                </a:path>
                <a:path extrusionOk="0" h="1498600" w="1602105">
                  <a:moveTo>
                    <a:pt x="1446657" y="793889"/>
                  </a:moveTo>
                  <a:lnTo>
                    <a:pt x="1390294" y="775957"/>
                  </a:lnTo>
                  <a:lnTo>
                    <a:pt x="1387817" y="760183"/>
                  </a:lnTo>
                  <a:lnTo>
                    <a:pt x="1382026" y="728954"/>
                  </a:lnTo>
                  <a:lnTo>
                    <a:pt x="1374444" y="697992"/>
                  </a:lnTo>
                  <a:lnTo>
                    <a:pt x="1365148" y="667359"/>
                  </a:lnTo>
                  <a:lnTo>
                    <a:pt x="1354175" y="637108"/>
                  </a:lnTo>
                  <a:lnTo>
                    <a:pt x="1337640" y="646950"/>
                  </a:lnTo>
                  <a:lnTo>
                    <a:pt x="1320126" y="655167"/>
                  </a:lnTo>
                  <a:lnTo>
                    <a:pt x="1301762" y="661746"/>
                  </a:lnTo>
                  <a:lnTo>
                    <a:pt x="1282674" y="666686"/>
                  </a:lnTo>
                  <a:lnTo>
                    <a:pt x="1297546" y="710819"/>
                  </a:lnTo>
                  <a:lnTo>
                    <a:pt x="1308468" y="756615"/>
                  </a:lnTo>
                  <a:lnTo>
                    <a:pt x="1315148" y="803554"/>
                  </a:lnTo>
                  <a:lnTo>
                    <a:pt x="1315199" y="803897"/>
                  </a:lnTo>
                  <a:lnTo>
                    <a:pt x="1317282" y="847852"/>
                  </a:lnTo>
                  <a:lnTo>
                    <a:pt x="1317371" y="854964"/>
                  </a:lnTo>
                  <a:lnTo>
                    <a:pt x="1315085" y="902271"/>
                  </a:lnTo>
                  <a:lnTo>
                    <a:pt x="1307871" y="952119"/>
                  </a:lnTo>
                  <a:lnTo>
                    <a:pt x="1296187" y="999604"/>
                  </a:lnTo>
                  <a:lnTo>
                    <a:pt x="1280223" y="1045260"/>
                  </a:lnTo>
                  <a:lnTo>
                    <a:pt x="1260208" y="1088834"/>
                  </a:lnTo>
                  <a:lnTo>
                    <a:pt x="1236370" y="1130109"/>
                  </a:lnTo>
                  <a:lnTo>
                    <a:pt x="1208938" y="1168869"/>
                  </a:lnTo>
                  <a:lnTo>
                    <a:pt x="1178140" y="1204887"/>
                  </a:lnTo>
                  <a:lnTo>
                    <a:pt x="1144206" y="1237932"/>
                  </a:lnTo>
                  <a:lnTo>
                    <a:pt x="1107363" y="1267790"/>
                  </a:lnTo>
                  <a:lnTo>
                    <a:pt x="1067841" y="1294231"/>
                  </a:lnTo>
                  <a:lnTo>
                    <a:pt x="1025867" y="1317040"/>
                  </a:lnTo>
                  <a:lnTo>
                    <a:pt x="981671" y="1335976"/>
                  </a:lnTo>
                  <a:lnTo>
                    <a:pt x="981671" y="1323340"/>
                  </a:lnTo>
                  <a:lnTo>
                    <a:pt x="981671" y="1313421"/>
                  </a:lnTo>
                  <a:lnTo>
                    <a:pt x="981671" y="1292186"/>
                  </a:lnTo>
                  <a:lnTo>
                    <a:pt x="1028166" y="1230185"/>
                  </a:lnTo>
                  <a:lnTo>
                    <a:pt x="1041501" y="1209052"/>
                  </a:lnTo>
                  <a:lnTo>
                    <a:pt x="1051217" y="1186205"/>
                  </a:lnTo>
                  <a:lnTo>
                    <a:pt x="1057148" y="1162088"/>
                  </a:lnTo>
                  <a:lnTo>
                    <a:pt x="1059167" y="1137183"/>
                  </a:lnTo>
                  <a:lnTo>
                    <a:pt x="1059167" y="962685"/>
                  </a:lnTo>
                  <a:lnTo>
                    <a:pt x="1059167" y="853020"/>
                  </a:lnTo>
                  <a:lnTo>
                    <a:pt x="1055103" y="832904"/>
                  </a:lnTo>
                  <a:lnTo>
                    <a:pt x="1044041" y="816483"/>
                  </a:lnTo>
                  <a:lnTo>
                    <a:pt x="1027607" y="805421"/>
                  </a:lnTo>
                  <a:lnTo>
                    <a:pt x="1007503" y="801357"/>
                  </a:lnTo>
                  <a:lnTo>
                    <a:pt x="987386" y="805421"/>
                  </a:lnTo>
                  <a:lnTo>
                    <a:pt x="970965" y="816483"/>
                  </a:lnTo>
                  <a:lnTo>
                    <a:pt x="967041" y="822312"/>
                  </a:lnTo>
                  <a:lnTo>
                    <a:pt x="967041" y="1341323"/>
                  </a:lnTo>
                  <a:lnTo>
                    <a:pt x="953249" y="1345996"/>
                  </a:lnTo>
                  <a:lnTo>
                    <a:pt x="946226" y="1348041"/>
                  </a:lnTo>
                  <a:lnTo>
                    <a:pt x="967041" y="1341323"/>
                  </a:lnTo>
                  <a:lnTo>
                    <a:pt x="967041" y="822312"/>
                  </a:lnTo>
                  <a:lnTo>
                    <a:pt x="959891" y="832904"/>
                  </a:lnTo>
                  <a:lnTo>
                    <a:pt x="956741" y="848550"/>
                  </a:lnTo>
                  <a:lnTo>
                    <a:pt x="955840" y="852474"/>
                  </a:lnTo>
                  <a:lnTo>
                    <a:pt x="955840" y="800811"/>
                  </a:lnTo>
                  <a:lnTo>
                    <a:pt x="951776" y="780707"/>
                  </a:lnTo>
                  <a:lnTo>
                    <a:pt x="940701" y="764286"/>
                  </a:lnTo>
                  <a:lnTo>
                    <a:pt x="924280" y="753211"/>
                  </a:lnTo>
                  <a:lnTo>
                    <a:pt x="904163" y="749147"/>
                  </a:lnTo>
                  <a:lnTo>
                    <a:pt x="884047" y="753211"/>
                  </a:lnTo>
                  <a:lnTo>
                    <a:pt x="867625" y="764286"/>
                  </a:lnTo>
                  <a:lnTo>
                    <a:pt x="856564" y="780707"/>
                  </a:lnTo>
                  <a:lnTo>
                    <a:pt x="852614" y="800265"/>
                  </a:lnTo>
                  <a:lnTo>
                    <a:pt x="852500" y="800811"/>
                  </a:lnTo>
                  <a:lnTo>
                    <a:pt x="848436" y="780707"/>
                  </a:lnTo>
                  <a:lnTo>
                    <a:pt x="837374" y="764286"/>
                  </a:lnTo>
                  <a:lnTo>
                    <a:pt x="820953" y="753211"/>
                  </a:lnTo>
                  <a:lnTo>
                    <a:pt x="800836" y="749147"/>
                  </a:lnTo>
                  <a:lnTo>
                    <a:pt x="780719" y="753211"/>
                  </a:lnTo>
                  <a:lnTo>
                    <a:pt x="764298" y="764286"/>
                  </a:lnTo>
                  <a:lnTo>
                    <a:pt x="753224" y="780707"/>
                  </a:lnTo>
                  <a:lnTo>
                    <a:pt x="750570" y="793889"/>
                  </a:lnTo>
                  <a:lnTo>
                    <a:pt x="749173" y="800265"/>
                  </a:lnTo>
                  <a:lnTo>
                    <a:pt x="749173" y="491363"/>
                  </a:lnTo>
                  <a:lnTo>
                    <a:pt x="745109" y="471246"/>
                  </a:lnTo>
                  <a:lnTo>
                    <a:pt x="734034" y="454825"/>
                  </a:lnTo>
                  <a:lnTo>
                    <a:pt x="717613" y="443750"/>
                  </a:lnTo>
                  <a:lnTo>
                    <a:pt x="697496" y="439686"/>
                  </a:lnTo>
                  <a:lnTo>
                    <a:pt x="677379" y="443750"/>
                  </a:lnTo>
                  <a:lnTo>
                    <a:pt x="660958" y="454825"/>
                  </a:lnTo>
                  <a:lnTo>
                    <a:pt x="649897" y="471246"/>
                  </a:lnTo>
                  <a:lnTo>
                    <a:pt x="645833" y="491363"/>
                  </a:lnTo>
                  <a:lnTo>
                    <a:pt x="645833" y="962685"/>
                  </a:lnTo>
                  <a:lnTo>
                    <a:pt x="640029" y="919518"/>
                  </a:lnTo>
                  <a:lnTo>
                    <a:pt x="623658" y="880719"/>
                  </a:lnTo>
                  <a:lnTo>
                    <a:pt x="598271" y="847852"/>
                  </a:lnTo>
                  <a:lnTo>
                    <a:pt x="565404" y="822464"/>
                  </a:lnTo>
                  <a:lnTo>
                    <a:pt x="526618" y="806081"/>
                  </a:lnTo>
                  <a:lnTo>
                    <a:pt x="483450" y="800265"/>
                  </a:lnTo>
                  <a:lnTo>
                    <a:pt x="480974" y="800265"/>
                  </a:lnTo>
                  <a:lnTo>
                    <a:pt x="464693" y="803554"/>
                  </a:lnTo>
                  <a:lnTo>
                    <a:pt x="451408" y="812507"/>
                  </a:lnTo>
                  <a:lnTo>
                    <a:pt x="442455" y="825792"/>
                  </a:lnTo>
                  <a:lnTo>
                    <a:pt x="439178" y="842073"/>
                  </a:lnTo>
                  <a:lnTo>
                    <a:pt x="439178" y="848550"/>
                  </a:lnTo>
                  <a:lnTo>
                    <a:pt x="440664" y="854964"/>
                  </a:lnTo>
                  <a:lnTo>
                    <a:pt x="443585" y="860767"/>
                  </a:lnTo>
                  <a:lnTo>
                    <a:pt x="473684" y="920991"/>
                  </a:lnTo>
                  <a:lnTo>
                    <a:pt x="489750" y="974801"/>
                  </a:lnTo>
                  <a:lnTo>
                    <a:pt x="490931" y="1085748"/>
                  </a:lnTo>
                  <a:lnTo>
                    <a:pt x="492836" y="1109459"/>
                  </a:lnTo>
                  <a:lnTo>
                    <a:pt x="498729" y="1133475"/>
                  </a:lnTo>
                  <a:lnTo>
                    <a:pt x="508368" y="1156258"/>
                  </a:lnTo>
                  <a:lnTo>
                    <a:pt x="521601" y="1177328"/>
                  </a:lnTo>
                  <a:lnTo>
                    <a:pt x="568337" y="1239977"/>
                  </a:lnTo>
                  <a:lnTo>
                    <a:pt x="568337" y="1313421"/>
                  </a:lnTo>
                  <a:lnTo>
                    <a:pt x="527367" y="1290320"/>
                  </a:lnTo>
                  <a:lnTo>
                    <a:pt x="488810" y="1263713"/>
                  </a:lnTo>
                  <a:lnTo>
                    <a:pt x="452882" y="1233830"/>
                  </a:lnTo>
                  <a:lnTo>
                    <a:pt x="419811" y="1200886"/>
                  </a:lnTo>
                  <a:lnTo>
                    <a:pt x="389801" y="1165072"/>
                  </a:lnTo>
                  <a:lnTo>
                    <a:pt x="363093" y="1126629"/>
                  </a:lnTo>
                  <a:lnTo>
                    <a:pt x="339890" y="1085748"/>
                  </a:lnTo>
                  <a:lnTo>
                    <a:pt x="320421" y="1042670"/>
                  </a:lnTo>
                  <a:lnTo>
                    <a:pt x="304888" y="997585"/>
                  </a:lnTo>
                  <a:lnTo>
                    <a:pt x="293522" y="950709"/>
                  </a:lnTo>
                  <a:lnTo>
                    <a:pt x="286651" y="902995"/>
                  </a:lnTo>
                  <a:lnTo>
                    <a:pt x="284289" y="854964"/>
                  </a:lnTo>
                  <a:lnTo>
                    <a:pt x="284175" y="852474"/>
                  </a:lnTo>
                  <a:lnTo>
                    <a:pt x="286385" y="806081"/>
                  </a:lnTo>
                  <a:lnTo>
                    <a:pt x="286423" y="805243"/>
                  </a:lnTo>
                  <a:lnTo>
                    <a:pt x="292976" y="759282"/>
                  </a:lnTo>
                  <a:lnTo>
                    <a:pt x="303491" y="714717"/>
                  </a:lnTo>
                  <a:lnTo>
                    <a:pt x="317652" y="671652"/>
                  </a:lnTo>
                  <a:lnTo>
                    <a:pt x="310007" y="671652"/>
                  </a:lnTo>
                  <a:lnTo>
                    <a:pt x="291541" y="670534"/>
                  </a:lnTo>
                  <a:lnTo>
                    <a:pt x="274167" y="667359"/>
                  </a:lnTo>
                  <a:lnTo>
                    <a:pt x="273989" y="667359"/>
                  </a:lnTo>
                  <a:lnTo>
                    <a:pt x="256679" y="662051"/>
                  </a:lnTo>
                  <a:lnTo>
                    <a:pt x="240512" y="654989"/>
                  </a:lnTo>
                  <a:lnTo>
                    <a:pt x="232029" y="680821"/>
                  </a:lnTo>
                  <a:lnTo>
                    <a:pt x="224739" y="706996"/>
                  </a:lnTo>
                  <a:lnTo>
                    <a:pt x="218668" y="733450"/>
                  </a:lnTo>
                  <a:lnTo>
                    <a:pt x="213842" y="760183"/>
                  </a:lnTo>
                  <a:lnTo>
                    <a:pt x="211391" y="775957"/>
                  </a:lnTo>
                  <a:lnTo>
                    <a:pt x="211239" y="775957"/>
                  </a:lnTo>
                  <a:lnTo>
                    <a:pt x="155003" y="793889"/>
                  </a:lnTo>
                  <a:lnTo>
                    <a:pt x="155079" y="911098"/>
                  </a:lnTo>
                  <a:lnTo>
                    <a:pt x="211378" y="929017"/>
                  </a:lnTo>
                  <a:lnTo>
                    <a:pt x="213855" y="944803"/>
                  </a:lnTo>
                  <a:lnTo>
                    <a:pt x="222923" y="990663"/>
                  </a:lnTo>
                  <a:lnTo>
                    <a:pt x="235623" y="1035697"/>
                  </a:lnTo>
                  <a:lnTo>
                    <a:pt x="251853" y="1079627"/>
                  </a:lnTo>
                  <a:lnTo>
                    <a:pt x="271500" y="1122184"/>
                  </a:lnTo>
                  <a:lnTo>
                    <a:pt x="294449" y="1163104"/>
                  </a:lnTo>
                  <a:lnTo>
                    <a:pt x="320586" y="1202131"/>
                  </a:lnTo>
                  <a:lnTo>
                    <a:pt x="325640" y="1209052"/>
                  </a:lnTo>
                  <a:lnTo>
                    <a:pt x="329958" y="1215021"/>
                  </a:lnTo>
                  <a:lnTo>
                    <a:pt x="302653" y="1267790"/>
                  </a:lnTo>
                  <a:lnTo>
                    <a:pt x="302831" y="1267790"/>
                  </a:lnTo>
                  <a:lnTo>
                    <a:pt x="385622" y="1350594"/>
                  </a:lnTo>
                  <a:lnTo>
                    <a:pt x="438238" y="1323340"/>
                  </a:lnTo>
                  <a:lnTo>
                    <a:pt x="451243" y="1332738"/>
                  </a:lnTo>
                  <a:lnTo>
                    <a:pt x="490270" y="1358887"/>
                  </a:lnTo>
                  <a:lnTo>
                    <a:pt x="531202" y="1381836"/>
                  </a:lnTo>
                  <a:lnTo>
                    <a:pt x="573773" y="1401470"/>
                  </a:lnTo>
                  <a:lnTo>
                    <a:pt x="617728" y="1417675"/>
                  </a:lnTo>
                  <a:lnTo>
                    <a:pt x="662787" y="1430375"/>
                  </a:lnTo>
                  <a:lnTo>
                    <a:pt x="708672" y="1439430"/>
                  </a:lnTo>
                  <a:lnTo>
                    <a:pt x="724458" y="1441919"/>
                  </a:lnTo>
                  <a:lnTo>
                    <a:pt x="724306" y="1441919"/>
                  </a:lnTo>
                  <a:lnTo>
                    <a:pt x="742226" y="1498307"/>
                  </a:lnTo>
                  <a:lnTo>
                    <a:pt x="859421" y="1498307"/>
                  </a:lnTo>
                  <a:lnTo>
                    <a:pt x="877354" y="1441919"/>
                  </a:lnTo>
                  <a:lnTo>
                    <a:pt x="893140" y="1439430"/>
                  </a:lnTo>
                  <a:lnTo>
                    <a:pt x="938999" y="1430375"/>
                  </a:lnTo>
                  <a:lnTo>
                    <a:pt x="984021" y="1417675"/>
                  </a:lnTo>
                  <a:lnTo>
                    <a:pt x="1027950" y="1401470"/>
                  </a:lnTo>
                  <a:lnTo>
                    <a:pt x="1070508" y="1381836"/>
                  </a:lnTo>
                  <a:lnTo>
                    <a:pt x="1111427" y="1358887"/>
                  </a:lnTo>
                  <a:lnTo>
                    <a:pt x="1137627" y="1341323"/>
                  </a:lnTo>
                  <a:lnTo>
                    <a:pt x="1145603" y="1335976"/>
                  </a:lnTo>
                  <a:lnTo>
                    <a:pt x="1150442" y="1332738"/>
                  </a:lnTo>
                  <a:lnTo>
                    <a:pt x="1163358" y="1323340"/>
                  </a:lnTo>
                  <a:lnTo>
                    <a:pt x="1216050" y="1350594"/>
                  </a:lnTo>
                  <a:lnTo>
                    <a:pt x="1243291" y="1323340"/>
                  </a:lnTo>
                  <a:lnTo>
                    <a:pt x="1298829" y="1267790"/>
                  </a:lnTo>
                  <a:lnTo>
                    <a:pt x="1298956" y="1267790"/>
                  </a:lnTo>
                  <a:lnTo>
                    <a:pt x="1271676" y="1215021"/>
                  </a:lnTo>
                  <a:lnTo>
                    <a:pt x="1307236" y="1163104"/>
                  </a:lnTo>
                  <a:lnTo>
                    <a:pt x="1330185" y="1122184"/>
                  </a:lnTo>
                  <a:lnTo>
                    <a:pt x="1349832" y="1079627"/>
                  </a:lnTo>
                  <a:lnTo>
                    <a:pt x="1366050" y="1035697"/>
                  </a:lnTo>
                  <a:lnTo>
                    <a:pt x="1378750" y="990663"/>
                  </a:lnTo>
                  <a:lnTo>
                    <a:pt x="1387817" y="944803"/>
                  </a:lnTo>
                  <a:lnTo>
                    <a:pt x="1390294" y="929017"/>
                  </a:lnTo>
                  <a:lnTo>
                    <a:pt x="1446657" y="911098"/>
                  </a:lnTo>
                  <a:lnTo>
                    <a:pt x="1446657" y="793889"/>
                  </a:lnTo>
                  <a:close/>
                </a:path>
                <a:path extrusionOk="0" h="1498600" w="1602105">
                  <a:moveTo>
                    <a:pt x="1601660" y="1317472"/>
                  </a:moveTo>
                  <a:lnTo>
                    <a:pt x="1597799" y="1293431"/>
                  </a:lnTo>
                  <a:lnTo>
                    <a:pt x="1587080" y="1272501"/>
                  </a:lnTo>
                  <a:lnTo>
                    <a:pt x="1570723" y="1255877"/>
                  </a:lnTo>
                  <a:lnTo>
                    <a:pt x="1549996" y="1244727"/>
                  </a:lnTo>
                  <a:lnTo>
                    <a:pt x="1549996" y="1162469"/>
                  </a:lnTo>
                  <a:lnTo>
                    <a:pt x="1543900" y="1132344"/>
                  </a:lnTo>
                  <a:lnTo>
                    <a:pt x="1527263" y="1107706"/>
                  </a:lnTo>
                  <a:lnTo>
                    <a:pt x="1502638" y="1091082"/>
                  </a:lnTo>
                  <a:lnTo>
                    <a:pt x="1472501" y="1084973"/>
                  </a:lnTo>
                  <a:lnTo>
                    <a:pt x="1403108" y="1084973"/>
                  </a:lnTo>
                  <a:lnTo>
                    <a:pt x="1397889" y="1098067"/>
                  </a:lnTo>
                  <a:lnTo>
                    <a:pt x="1392389" y="1111046"/>
                  </a:lnTo>
                  <a:lnTo>
                    <a:pt x="1386624" y="1123911"/>
                  </a:lnTo>
                  <a:lnTo>
                    <a:pt x="1380578" y="1136637"/>
                  </a:lnTo>
                  <a:lnTo>
                    <a:pt x="1472501" y="1136637"/>
                  </a:lnTo>
                  <a:lnTo>
                    <a:pt x="1482534" y="1138669"/>
                  </a:lnTo>
                  <a:lnTo>
                    <a:pt x="1490751" y="1144219"/>
                  </a:lnTo>
                  <a:lnTo>
                    <a:pt x="1496301" y="1152423"/>
                  </a:lnTo>
                  <a:lnTo>
                    <a:pt x="1498333" y="1162469"/>
                  </a:lnTo>
                  <a:lnTo>
                    <a:pt x="1498333" y="1244727"/>
                  </a:lnTo>
                  <a:lnTo>
                    <a:pt x="1477606" y="1255877"/>
                  </a:lnTo>
                  <a:lnTo>
                    <a:pt x="1461249" y="1272501"/>
                  </a:lnTo>
                  <a:lnTo>
                    <a:pt x="1450517" y="1293431"/>
                  </a:lnTo>
                  <a:lnTo>
                    <a:pt x="1446669" y="1317472"/>
                  </a:lnTo>
                  <a:lnTo>
                    <a:pt x="1452765" y="1347609"/>
                  </a:lnTo>
                  <a:lnTo>
                    <a:pt x="1469390" y="1372247"/>
                  </a:lnTo>
                  <a:lnTo>
                    <a:pt x="1494028" y="1388872"/>
                  </a:lnTo>
                  <a:lnTo>
                    <a:pt x="1524165" y="1394968"/>
                  </a:lnTo>
                  <a:lnTo>
                    <a:pt x="1554302" y="1388872"/>
                  </a:lnTo>
                  <a:lnTo>
                    <a:pt x="1578927" y="1372247"/>
                  </a:lnTo>
                  <a:lnTo>
                    <a:pt x="1595564" y="1347609"/>
                  </a:lnTo>
                  <a:lnTo>
                    <a:pt x="1601660" y="1317472"/>
                  </a:lnTo>
                  <a:close/>
                </a:path>
              </a:pathLst>
            </a:custGeom>
            <a:solidFill>
              <a:srgbClr val="2DC29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78" name="Google Shape;17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287867" y="4079406"/>
              <a:ext cx="70967" cy="219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268238" y="4337785"/>
              <a:ext cx="68745" cy="710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8"/>
          <p:cNvSpPr/>
          <p:nvPr/>
        </p:nvSpPr>
        <p:spPr>
          <a:xfrm>
            <a:off x="8186573" y="3364166"/>
            <a:ext cx="1913255" cy="1498600"/>
          </a:xfrm>
          <a:custGeom>
            <a:rect b="b" l="l" r="r" t="t"/>
            <a:pathLst>
              <a:path extrusionOk="0" h="1498600" w="1913254">
                <a:moveTo>
                  <a:pt x="564426" y="1073823"/>
                </a:moveTo>
                <a:lnTo>
                  <a:pt x="542442" y="969518"/>
                </a:lnTo>
                <a:lnTo>
                  <a:pt x="531037" y="925182"/>
                </a:lnTo>
                <a:lnTo>
                  <a:pt x="506437" y="911542"/>
                </a:lnTo>
                <a:lnTo>
                  <a:pt x="499452" y="911542"/>
                </a:lnTo>
                <a:lnTo>
                  <a:pt x="499452" y="1044549"/>
                </a:lnTo>
                <a:lnTo>
                  <a:pt x="401535" y="1044549"/>
                </a:lnTo>
                <a:lnTo>
                  <a:pt x="375983" y="1039380"/>
                </a:lnTo>
                <a:lnTo>
                  <a:pt x="355104" y="1025296"/>
                </a:lnTo>
                <a:lnTo>
                  <a:pt x="341020" y="1004417"/>
                </a:lnTo>
                <a:lnTo>
                  <a:pt x="335851" y="978865"/>
                </a:lnTo>
                <a:lnTo>
                  <a:pt x="335851" y="969518"/>
                </a:lnTo>
                <a:lnTo>
                  <a:pt x="483082" y="969518"/>
                </a:lnTo>
                <a:lnTo>
                  <a:pt x="499452" y="1044549"/>
                </a:lnTo>
                <a:lnTo>
                  <a:pt x="499452" y="911542"/>
                </a:lnTo>
                <a:lnTo>
                  <a:pt x="306857" y="911542"/>
                </a:lnTo>
                <a:lnTo>
                  <a:pt x="295579" y="913828"/>
                </a:lnTo>
                <a:lnTo>
                  <a:pt x="286359" y="920038"/>
                </a:lnTo>
                <a:lnTo>
                  <a:pt x="280149" y="929246"/>
                </a:lnTo>
                <a:lnTo>
                  <a:pt x="277863" y="940523"/>
                </a:lnTo>
                <a:lnTo>
                  <a:pt x="277863" y="978865"/>
                </a:lnTo>
                <a:lnTo>
                  <a:pt x="287604" y="1026960"/>
                </a:lnTo>
                <a:lnTo>
                  <a:pt x="314134" y="1066266"/>
                </a:lnTo>
                <a:lnTo>
                  <a:pt x="353453" y="1092796"/>
                </a:lnTo>
                <a:lnTo>
                  <a:pt x="401535" y="1102525"/>
                </a:lnTo>
                <a:lnTo>
                  <a:pt x="544207" y="1102525"/>
                </a:lnTo>
                <a:lnTo>
                  <a:pt x="552500" y="1098550"/>
                </a:lnTo>
                <a:lnTo>
                  <a:pt x="558012" y="1091730"/>
                </a:lnTo>
                <a:lnTo>
                  <a:pt x="561492" y="1086243"/>
                </a:lnTo>
                <a:lnTo>
                  <a:pt x="563651" y="1080198"/>
                </a:lnTo>
                <a:lnTo>
                  <a:pt x="564426" y="1073823"/>
                </a:lnTo>
                <a:close/>
              </a:path>
              <a:path extrusionOk="0" h="1498600" w="1913254">
                <a:moveTo>
                  <a:pt x="1251686" y="901395"/>
                </a:moveTo>
                <a:lnTo>
                  <a:pt x="1249413" y="890104"/>
                </a:lnTo>
                <a:lnTo>
                  <a:pt x="1243190" y="880897"/>
                </a:lnTo>
                <a:lnTo>
                  <a:pt x="1233982" y="874674"/>
                </a:lnTo>
                <a:lnTo>
                  <a:pt x="1222692" y="872401"/>
                </a:lnTo>
                <a:lnTo>
                  <a:pt x="1193698" y="872401"/>
                </a:lnTo>
                <a:lnTo>
                  <a:pt x="1193698" y="930389"/>
                </a:lnTo>
                <a:lnTo>
                  <a:pt x="1193698" y="986548"/>
                </a:lnTo>
                <a:lnTo>
                  <a:pt x="1141171" y="995260"/>
                </a:lnTo>
                <a:lnTo>
                  <a:pt x="1088542" y="1001801"/>
                </a:lnTo>
                <a:lnTo>
                  <a:pt x="1035837" y="1006157"/>
                </a:lnTo>
                <a:lnTo>
                  <a:pt x="983081" y="1008329"/>
                </a:lnTo>
                <a:lnTo>
                  <a:pt x="930300" y="1008329"/>
                </a:lnTo>
                <a:lnTo>
                  <a:pt x="877544" y="1006157"/>
                </a:lnTo>
                <a:lnTo>
                  <a:pt x="824839" y="1001801"/>
                </a:lnTo>
                <a:lnTo>
                  <a:pt x="772210" y="995260"/>
                </a:lnTo>
                <a:lnTo>
                  <a:pt x="719683" y="986548"/>
                </a:lnTo>
                <a:lnTo>
                  <a:pt x="719683" y="930389"/>
                </a:lnTo>
                <a:lnTo>
                  <a:pt x="1193698" y="930389"/>
                </a:lnTo>
                <a:lnTo>
                  <a:pt x="1193698" y="872401"/>
                </a:lnTo>
                <a:lnTo>
                  <a:pt x="690689" y="872401"/>
                </a:lnTo>
                <a:lnTo>
                  <a:pt x="679411" y="874674"/>
                </a:lnTo>
                <a:lnTo>
                  <a:pt x="670191" y="880897"/>
                </a:lnTo>
                <a:lnTo>
                  <a:pt x="663981" y="890104"/>
                </a:lnTo>
                <a:lnTo>
                  <a:pt x="661695" y="901395"/>
                </a:lnTo>
                <a:lnTo>
                  <a:pt x="661695" y="1010399"/>
                </a:lnTo>
                <a:lnTo>
                  <a:pt x="739038" y="1048804"/>
                </a:lnTo>
                <a:lnTo>
                  <a:pt x="793343" y="1056589"/>
                </a:lnTo>
                <a:lnTo>
                  <a:pt x="847750" y="1062151"/>
                </a:lnTo>
                <a:lnTo>
                  <a:pt x="902208" y="1065491"/>
                </a:lnTo>
                <a:lnTo>
                  <a:pt x="956691" y="1066609"/>
                </a:lnTo>
                <a:lnTo>
                  <a:pt x="1011186" y="1065491"/>
                </a:lnTo>
                <a:lnTo>
                  <a:pt x="1065644" y="1062151"/>
                </a:lnTo>
                <a:lnTo>
                  <a:pt x="1120038" y="1056589"/>
                </a:lnTo>
                <a:lnTo>
                  <a:pt x="1174343" y="1048804"/>
                </a:lnTo>
                <a:lnTo>
                  <a:pt x="1228521" y="1038796"/>
                </a:lnTo>
                <a:lnTo>
                  <a:pt x="1251686" y="1010399"/>
                </a:lnTo>
                <a:lnTo>
                  <a:pt x="1251686" y="1008329"/>
                </a:lnTo>
                <a:lnTo>
                  <a:pt x="1251686" y="930389"/>
                </a:lnTo>
                <a:lnTo>
                  <a:pt x="1251686" y="901395"/>
                </a:lnTo>
                <a:close/>
              </a:path>
              <a:path extrusionOk="0" h="1498600" w="1913254">
                <a:moveTo>
                  <a:pt x="1637080" y="940523"/>
                </a:moveTo>
                <a:lnTo>
                  <a:pt x="1634807" y="929246"/>
                </a:lnTo>
                <a:lnTo>
                  <a:pt x="1628597" y="920038"/>
                </a:lnTo>
                <a:lnTo>
                  <a:pt x="1619377" y="913828"/>
                </a:lnTo>
                <a:lnTo>
                  <a:pt x="1608099" y="911542"/>
                </a:lnTo>
                <a:lnTo>
                  <a:pt x="1579105" y="911542"/>
                </a:lnTo>
                <a:lnTo>
                  <a:pt x="1579105" y="969518"/>
                </a:lnTo>
                <a:lnTo>
                  <a:pt x="1579105" y="978865"/>
                </a:lnTo>
                <a:lnTo>
                  <a:pt x="1573936" y="1004417"/>
                </a:lnTo>
                <a:lnTo>
                  <a:pt x="1559852" y="1025296"/>
                </a:lnTo>
                <a:lnTo>
                  <a:pt x="1538973" y="1039380"/>
                </a:lnTo>
                <a:lnTo>
                  <a:pt x="1513420" y="1044549"/>
                </a:lnTo>
                <a:lnTo>
                  <a:pt x="1415503" y="1044549"/>
                </a:lnTo>
                <a:lnTo>
                  <a:pt x="1431874" y="969518"/>
                </a:lnTo>
                <a:lnTo>
                  <a:pt x="1579105" y="969518"/>
                </a:lnTo>
                <a:lnTo>
                  <a:pt x="1579105" y="911542"/>
                </a:lnTo>
                <a:lnTo>
                  <a:pt x="1408506" y="911542"/>
                </a:lnTo>
                <a:lnTo>
                  <a:pt x="1398739" y="913244"/>
                </a:lnTo>
                <a:lnTo>
                  <a:pt x="1351191" y="1067358"/>
                </a:lnTo>
                <a:lnTo>
                  <a:pt x="1350530" y="1073823"/>
                </a:lnTo>
                <a:lnTo>
                  <a:pt x="1351305" y="1080198"/>
                </a:lnTo>
                <a:lnTo>
                  <a:pt x="1353464" y="1086243"/>
                </a:lnTo>
                <a:lnTo>
                  <a:pt x="1356944" y="1091730"/>
                </a:lnTo>
                <a:lnTo>
                  <a:pt x="1362443" y="1098550"/>
                </a:lnTo>
                <a:lnTo>
                  <a:pt x="1370749" y="1102525"/>
                </a:lnTo>
                <a:lnTo>
                  <a:pt x="1513420" y="1102525"/>
                </a:lnTo>
                <a:lnTo>
                  <a:pt x="1561515" y="1092796"/>
                </a:lnTo>
                <a:lnTo>
                  <a:pt x="1600822" y="1066266"/>
                </a:lnTo>
                <a:lnTo>
                  <a:pt x="1615478" y="1044549"/>
                </a:lnTo>
                <a:lnTo>
                  <a:pt x="1627352" y="1026960"/>
                </a:lnTo>
                <a:lnTo>
                  <a:pt x="1637080" y="978865"/>
                </a:lnTo>
                <a:lnTo>
                  <a:pt x="1637080" y="969518"/>
                </a:lnTo>
                <a:lnTo>
                  <a:pt x="1637080" y="940523"/>
                </a:lnTo>
                <a:close/>
              </a:path>
              <a:path extrusionOk="0" h="1498600" w="1913254">
                <a:moveTo>
                  <a:pt x="1913255" y="537210"/>
                </a:moveTo>
                <a:lnTo>
                  <a:pt x="1887753" y="475742"/>
                </a:lnTo>
                <a:lnTo>
                  <a:pt x="1855279" y="456120"/>
                </a:lnTo>
                <a:lnTo>
                  <a:pt x="1855279" y="537210"/>
                </a:lnTo>
                <a:lnTo>
                  <a:pt x="1855279" y="561162"/>
                </a:lnTo>
                <a:lnTo>
                  <a:pt x="1853730" y="568782"/>
                </a:lnTo>
                <a:lnTo>
                  <a:pt x="1849526" y="575005"/>
                </a:lnTo>
                <a:lnTo>
                  <a:pt x="1843303" y="579221"/>
                </a:lnTo>
                <a:lnTo>
                  <a:pt x="1835696" y="580758"/>
                </a:lnTo>
                <a:lnTo>
                  <a:pt x="1700784" y="580758"/>
                </a:lnTo>
                <a:lnTo>
                  <a:pt x="1700784" y="537210"/>
                </a:lnTo>
                <a:lnTo>
                  <a:pt x="1703057" y="525932"/>
                </a:lnTo>
                <a:lnTo>
                  <a:pt x="1709280" y="516712"/>
                </a:lnTo>
                <a:lnTo>
                  <a:pt x="1718487" y="510501"/>
                </a:lnTo>
                <a:lnTo>
                  <a:pt x="1729765" y="508215"/>
                </a:lnTo>
                <a:lnTo>
                  <a:pt x="1826285" y="508215"/>
                </a:lnTo>
                <a:lnTo>
                  <a:pt x="1837550" y="510501"/>
                </a:lnTo>
                <a:lnTo>
                  <a:pt x="1846770" y="516712"/>
                </a:lnTo>
                <a:lnTo>
                  <a:pt x="1852993" y="525932"/>
                </a:lnTo>
                <a:lnTo>
                  <a:pt x="1855279" y="537210"/>
                </a:lnTo>
                <a:lnTo>
                  <a:pt x="1855279" y="456120"/>
                </a:lnTo>
                <a:lnTo>
                  <a:pt x="1826285" y="450240"/>
                </a:lnTo>
                <a:lnTo>
                  <a:pt x="1729765" y="450240"/>
                </a:lnTo>
                <a:lnTo>
                  <a:pt x="1695945" y="457085"/>
                </a:lnTo>
                <a:lnTo>
                  <a:pt x="1668297" y="475742"/>
                </a:lnTo>
                <a:lnTo>
                  <a:pt x="1649641" y="503389"/>
                </a:lnTo>
                <a:lnTo>
                  <a:pt x="1642795" y="537210"/>
                </a:lnTo>
                <a:lnTo>
                  <a:pt x="1642795" y="601014"/>
                </a:lnTo>
                <a:lnTo>
                  <a:pt x="1617865" y="638708"/>
                </a:lnTo>
                <a:lnTo>
                  <a:pt x="1570710" y="460565"/>
                </a:lnTo>
                <a:lnTo>
                  <a:pt x="1570710" y="687158"/>
                </a:lnTo>
                <a:lnTo>
                  <a:pt x="1523669" y="697230"/>
                </a:lnTo>
                <a:lnTo>
                  <a:pt x="1475600" y="706475"/>
                </a:lnTo>
                <a:lnTo>
                  <a:pt x="1426629" y="714883"/>
                </a:lnTo>
                <a:lnTo>
                  <a:pt x="1376845" y="722439"/>
                </a:lnTo>
                <a:lnTo>
                  <a:pt x="1326388" y="729170"/>
                </a:lnTo>
                <a:lnTo>
                  <a:pt x="1275334" y="735076"/>
                </a:lnTo>
                <a:lnTo>
                  <a:pt x="1223822" y="740130"/>
                </a:lnTo>
                <a:lnTo>
                  <a:pt x="1171943" y="744347"/>
                </a:lnTo>
                <a:lnTo>
                  <a:pt x="1119822" y="747737"/>
                </a:lnTo>
                <a:lnTo>
                  <a:pt x="1067562" y="750290"/>
                </a:lnTo>
                <a:lnTo>
                  <a:pt x="1011618" y="752119"/>
                </a:lnTo>
                <a:lnTo>
                  <a:pt x="1008138" y="752119"/>
                </a:lnTo>
                <a:lnTo>
                  <a:pt x="960691" y="752919"/>
                </a:lnTo>
                <a:lnTo>
                  <a:pt x="911072" y="752919"/>
                </a:lnTo>
                <a:lnTo>
                  <a:pt x="859370" y="752119"/>
                </a:lnTo>
                <a:lnTo>
                  <a:pt x="808075" y="750493"/>
                </a:lnTo>
                <a:lnTo>
                  <a:pt x="757313" y="748017"/>
                </a:lnTo>
                <a:lnTo>
                  <a:pt x="707199" y="744715"/>
                </a:lnTo>
                <a:lnTo>
                  <a:pt x="657821" y="740562"/>
                </a:lnTo>
                <a:lnTo>
                  <a:pt x="609295" y="735584"/>
                </a:lnTo>
                <a:lnTo>
                  <a:pt x="561746" y="729767"/>
                </a:lnTo>
                <a:lnTo>
                  <a:pt x="515277" y="723112"/>
                </a:lnTo>
                <a:lnTo>
                  <a:pt x="470001" y="715632"/>
                </a:lnTo>
                <a:lnTo>
                  <a:pt x="426021" y="707301"/>
                </a:lnTo>
                <a:lnTo>
                  <a:pt x="383463" y="698131"/>
                </a:lnTo>
                <a:lnTo>
                  <a:pt x="342417" y="688136"/>
                </a:lnTo>
                <a:lnTo>
                  <a:pt x="428917" y="361403"/>
                </a:lnTo>
                <a:lnTo>
                  <a:pt x="446570" y="318668"/>
                </a:lnTo>
                <a:lnTo>
                  <a:pt x="474116" y="282905"/>
                </a:lnTo>
                <a:lnTo>
                  <a:pt x="509625" y="255562"/>
                </a:lnTo>
                <a:lnTo>
                  <a:pt x="551243" y="238099"/>
                </a:lnTo>
                <a:lnTo>
                  <a:pt x="597077" y="231952"/>
                </a:lnTo>
                <a:lnTo>
                  <a:pt x="1239608" y="231952"/>
                </a:lnTo>
                <a:lnTo>
                  <a:pt x="1242834" y="231965"/>
                </a:lnTo>
                <a:lnTo>
                  <a:pt x="1316329" y="231952"/>
                </a:lnTo>
                <a:lnTo>
                  <a:pt x="1362151" y="238099"/>
                </a:lnTo>
                <a:lnTo>
                  <a:pt x="1403756" y="255562"/>
                </a:lnTo>
                <a:lnTo>
                  <a:pt x="1439278" y="282905"/>
                </a:lnTo>
                <a:lnTo>
                  <a:pt x="1466811" y="318668"/>
                </a:lnTo>
                <a:lnTo>
                  <a:pt x="1484477" y="361403"/>
                </a:lnTo>
                <a:lnTo>
                  <a:pt x="1570710" y="687158"/>
                </a:lnTo>
                <a:lnTo>
                  <a:pt x="1570710" y="460565"/>
                </a:lnTo>
                <a:lnTo>
                  <a:pt x="1540535" y="346557"/>
                </a:lnTo>
                <a:lnTo>
                  <a:pt x="1521879" y="298488"/>
                </a:lnTo>
                <a:lnTo>
                  <a:pt x="1493799" y="256654"/>
                </a:lnTo>
                <a:lnTo>
                  <a:pt x="1457744" y="222161"/>
                </a:lnTo>
                <a:lnTo>
                  <a:pt x="1415186" y="196138"/>
                </a:lnTo>
                <a:lnTo>
                  <a:pt x="1367561" y="179705"/>
                </a:lnTo>
                <a:lnTo>
                  <a:pt x="1316329" y="173977"/>
                </a:lnTo>
                <a:lnTo>
                  <a:pt x="1260348" y="173977"/>
                </a:lnTo>
                <a:lnTo>
                  <a:pt x="1220470" y="58559"/>
                </a:lnTo>
                <a:lnTo>
                  <a:pt x="1207719" y="34632"/>
                </a:lnTo>
                <a:lnTo>
                  <a:pt x="1198994" y="26149"/>
                </a:lnTo>
                <a:lnTo>
                  <a:pt x="1198994" y="173977"/>
                </a:lnTo>
                <a:lnTo>
                  <a:pt x="703503" y="173977"/>
                </a:lnTo>
                <a:lnTo>
                  <a:pt x="736841" y="77495"/>
                </a:lnTo>
                <a:lnTo>
                  <a:pt x="764247" y="57975"/>
                </a:lnTo>
                <a:lnTo>
                  <a:pt x="1138250" y="57975"/>
                </a:lnTo>
                <a:lnTo>
                  <a:pt x="1198994" y="173977"/>
                </a:lnTo>
                <a:lnTo>
                  <a:pt x="1198994" y="26149"/>
                </a:lnTo>
                <a:lnTo>
                  <a:pt x="1188720" y="16141"/>
                </a:lnTo>
                <a:lnTo>
                  <a:pt x="1165034" y="4229"/>
                </a:lnTo>
                <a:lnTo>
                  <a:pt x="1138250" y="0"/>
                </a:lnTo>
                <a:lnTo>
                  <a:pt x="764247" y="0"/>
                </a:lnTo>
                <a:lnTo>
                  <a:pt x="713790" y="16141"/>
                </a:lnTo>
                <a:lnTo>
                  <a:pt x="682028" y="58559"/>
                </a:lnTo>
                <a:lnTo>
                  <a:pt x="642150" y="173977"/>
                </a:lnTo>
                <a:lnTo>
                  <a:pt x="597077" y="173977"/>
                </a:lnTo>
                <a:lnTo>
                  <a:pt x="545833" y="179705"/>
                </a:lnTo>
                <a:lnTo>
                  <a:pt x="498208" y="196138"/>
                </a:lnTo>
                <a:lnTo>
                  <a:pt x="455637" y="222161"/>
                </a:lnTo>
                <a:lnTo>
                  <a:pt x="419582" y="256654"/>
                </a:lnTo>
                <a:lnTo>
                  <a:pt x="391502" y="298488"/>
                </a:lnTo>
                <a:lnTo>
                  <a:pt x="372859" y="346557"/>
                </a:lnTo>
                <a:lnTo>
                  <a:pt x="295478" y="638860"/>
                </a:lnTo>
                <a:lnTo>
                  <a:pt x="270459" y="601052"/>
                </a:lnTo>
                <a:lnTo>
                  <a:pt x="270459" y="580758"/>
                </a:lnTo>
                <a:lnTo>
                  <a:pt x="270459" y="537210"/>
                </a:lnTo>
                <a:lnTo>
                  <a:pt x="264591" y="508215"/>
                </a:lnTo>
                <a:lnTo>
                  <a:pt x="263613" y="503389"/>
                </a:lnTo>
                <a:lnTo>
                  <a:pt x="244957" y="475742"/>
                </a:lnTo>
                <a:lnTo>
                  <a:pt x="217309" y="457085"/>
                </a:lnTo>
                <a:lnTo>
                  <a:pt x="212471" y="456107"/>
                </a:lnTo>
                <a:lnTo>
                  <a:pt x="212471" y="537210"/>
                </a:lnTo>
                <a:lnTo>
                  <a:pt x="212471" y="580758"/>
                </a:lnTo>
                <a:lnTo>
                  <a:pt x="77571" y="580758"/>
                </a:lnTo>
                <a:lnTo>
                  <a:pt x="69951" y="579221"/>
                </a:lnTo>
                <a:lnTo>
                  <a:pt x="63715" y="575005"/>
                </a:lnTo>
                <a:lnTo>
                  <a:pt x="59512" y="568782"/>
                </a:lnTo>
                <a:lnTo>
                  <a:pt x="57975" y="561162"/>
                </a:lnTo>
                <a:lnTo>
                  <a:pt x="57975" y="537210"/>
                </a:lnTo>
                <a:lnTo>
                  <a:pt x="60261" y="525932"/>
                </a:lnTo>
                <a:lnTo>
                  <a:pt x="66484" y="516712"/>
                </a:lnTo>
                <a:lnTo>
                  <a:pt x="75692" y="510501"/>
                </a:lnTo>
                <a:lnTo>
                  <a:pt x="86969" y="508215"/>
                </a:lnTo>
                <a:lnTo>
                  <a:pt x="183489" y="508215"/>
                </a:lnTo>
                <a:lnTo>
                  <a:pt x="194754" y="510501"/>
                </a:lnTo>
                <a:lnTo>
                  <a:pt x="203974" y="516712"/>
                </a:lnTo>
                <a:lnTo>
                  <a:pt x="210185" y="525932"/>
                </a:lnTo>
                <a:lnTo>
                  <a:pt x="212471" y="537210"/>
                </a:lnTo>
                <a:lnTo>
                  <a:pt x="212471" y="456107"/>
                </a:lnTo>
                <a:lnTo>
                  <a:pt x="183489" y="450240"/>
                </a:lnTo>
                <a:lnTo>
                  <a:pt x="86969" y="450240"/>
                </a:lnTo>
                <a:lnTo>
                  <a:pt x="53149" y="457085"/>
                </a:lnTo>
                <a:lnTo>
                  <a:pt x="25501" y="475742"/>
                </a:lnTo>
                <a:lnTo>
                  <a:pt x="6845" y="503389"/>
                </a:lnTo>
                <a:lnTo>
                  <a:pt x="0" y="537210"/>
                </a:lnTo>
                <a:lnTo>
                  <a:pt x="0" y="561162"/>
                </a:lnTo>
                <a:lnTo>
                  <a:pt x="6108" y="591324"/>
                </a:lnTo>
                <a:lnTo>
                  <a:pt x="22745" y="615988"/>
                </a:lnTo>
                <a:lnTo>
                  <a:pt x="47409" y="632625"/>
                </a:lnTo>
                <a:lnTo>
                  <a:pt x="77571" y="638733"/>
                </a:lnTo>
                <a:lnTo>
                  <a:pt x="225869" y="638733"/>
                </a:lnTo>
                <a:lnTo>
                  <a:pt x="268884" y="703732"/>
                </a:lnTo>
                <a:lnTo>
                  <a:pt x="206425" y="759637"/>
                </a:lnTo>
                <a:lnTo>
                  <a:pt x="173151" y="803275"/>
                </a:lnTo>
                <a:lnTo>
                  <a:pt x="158457" y="856246"/>
                </a:lnTo>
                <a:lnTo>
                  <a:pt x="155790" y="899312"/>
                </a:lnTo>
                <a:lnTo>
                  <a:pt x="154393" y="948613"/>
                </a:lnTo>
                <a:lnTo>
                  <a:pt x="154546" y="1002245"/>
                </a:lnTo>
                <a:lnTo>
                  <a:pt x="156552" y="1058329"/>
                </a:lnTo>
                <a:lnTo>
                  <a:pt x="160680" y="1114996"/>
                </a:lnTo>
                <a:lnTo>
                  <a:pt x="167195" y="1170343"/>
                </a:lnTo>
                <a:lnTo>
                  <a:pt x="176403" y="1222489"/>
                </a:lnTo>
                <a:lnTo>
                  <a:pt x="188556" y="1269555"/>
                </a:lnTo>
                <a:lnTo>
                  <a:pt x="203962" y="1309662"/>
                </a:lnTo>
                <a:lnTo>
                  <a:pt x="230136" y="1326197"/>
                </a:lnTo>
                <a:lnTo>
                  <a:pt x="232829" y="1326197"/>
                </a:lnTo>
                <a:lnTo>
                  <a:pt x="232829" y="1411338"/>
                </a:lnTo>
                <a:lnTo>
                  <a:pt x="240385" y="1445158"/>
                </a:lnTo>
                <a:lnTo>
                  <a:pt x="261010" y="1472806"/>
                </a:lnTo>
                <a:lnTo>
                  <a:pt x="291566" y="1491462"/>
                </a:lnTo>
                <a:lnTo>
                  <a:pt x="328968" y="1498307"/>
                </a:lnTo>
                <a:lnTo>
                  <a:pt x="468299" y="1498307"/>
                </a:lnTo>
                <a:lnTo>
                  <a:pt x="505675" y="1491462"/>
                </a:lnTo>
                <a:lnTo>
                  <a:pt x="536232" y="1472806"/>
                </a:lnTo>
                <a:lnTo>
                  <a:pt x="556856" y="1445158"/>
                </a:lnTo>
                <a:lnTo>
                  <a:pt x="557936" y="1440332"/>
                </a:lnTo>
                <a:lnTo>
                  <a:pt x="564426" y="1411338"/>
                </a:lnTo>
                <a:lnTo>
                  <a:pt x="564426" y="1326197"/>
                </a:lnTo>
                <a:lnTo>
                  <a:pt x="587819" y="1326197"/>
                </a:lnTo>
                <a:lnTo>
                  <a:pt x="593966" y="1324063"/>
                </a:lnTo>
                <a:lnTo>
                  <a:pt x="651713" y="1295234"/>
                </a:lnTo>
                <a:lnTo>
                  <a:pt x="709498" y="1286687"/>
                </a:lnTo>
                <a:lnTo>
                  <a:pt x="1203591" y="1286687"/>
                </a:lnTo>
                <a:lnTo>
                  <a:pt x="1233322" y="1288910"/>
                </a:lnTo>
                <a:lnTo>
                  <a:pt x="1262291" y="1295565"/>
                </a:lnTo>
                <a:lnTo>
                  <a:pt x="1290231" y="1306614"/>
                </a:lnTo>
                <a:lnTo>
                  <a:pt x="1321422" y="1324762"/>
                </a:lnTo>
                <a:lnTo>
                  <a:pt x="1326578" y="1326197"/>
                </a:lnTo>
                <a:lnTo>
                  <a:pt x="1351546" y="1326197"/>
                </a:lnTo>
                <a:lnTo>
                  <a:pt x="1351546" y="1411338"/>
                </a:lnTo>
                <a:lnTo>
                  <a:pt x="1359014" y="1445158"/>
                </a:lnTo>
                <a:lnTo>
                  <a:pt x="1379359" y="1472806"/>
                </a:lnTo>
                <a:lnTo>
                  <a:pt x="1409522" y="1491462"/>
                </a:lnTo>
                <a:lnTo>
                  <a:pt x="1446415" y="1498307"/>
                </a:lnTo>
                <a:lnTo>
                  <a:pt x="1583143" y="1498307"/>
                </a:lnTo>
                <a:lnTo>
                  <a:pt x="1650199" y="1472806"/>
                </a:lnTo>
                <a:lnTo>
                  <a:pt x="1671624" y="1440332"/>
                </a:lnTo>
                <a:lnTo>
                  <a:pt x="1678025" y="1411338"/>
                </a:lnTo>
                <a:lnTo>
                  <a:pt x="1678025" y="1326197"/>
                </a:lnTo>
                <a:lnTo>
                  <a:pt x="1683131" y="1326197"/>
                </a:lnTo>
                <a:lnTo>
                  <a:pt x="1728736" y="1268095"/>
                </a:lnTo>
                <a:lnTo>
                  <a:pt x="1743710" y="1214386"/>
                </a:lnTo>
                <a:lnTo>
                  <a:pt x="1753527" y="1154772"/>
                </a:lnTo>
                <a:lnTo>
                  <a:pt x="1759089" y="1092504"/>
                </a:lnTo>
                <a:lnTo>
                  <a:pt x="1761312" y="1030846"/>
                </a:lnTo>
                <a:lnTo>
                  <a:pt x="1761083" y="973074"/>
                </a:lnTo>
                <a:lnTo>
                  <a:pt x="1759331" y="922439"/>
                </a:lnTo>
                <a:lnTo>
                  <a:pt x="1756943" y="882218"/>
                </a:lnTo>
                <a:lnTo>
                  <a:pt x="1749869" y="828484"/>
                </a:lnTo>
                <a:lnTo>
                  <a:pt x="1725637" y="779957"/>
                </a:lnTo>
                <a:lnTo>
                  <a:pt x="1703666" y="756831"/>
                </a:lnTo>
                <a:lnTo>
                  <a:pt x="1703666" y="1027582"/>
                </a:lnTo>
                <a:lnTo>
                  <a:pt x="1701838" y="1083983"/>
                </a:lnTo>
                <a:lnTo>
                  <a:pt x="1697482" y="1137958"/>
                </a:lnTo>
                <a:lnTo>
                  <a:pt x="1690281" y="1187780"/>
                </a:lnTo>
                <a:lnTo>
                  <a:pt x="1679917" y="1231773"/>
                </a:lnTo>
                <a:lnTo>
                  <a:pt x="1666074" y="1268222"/>
                </a:lnTo>
                <a:lnTo>
                  <a:pt x="1649539" y="1268222"/>
                </a:lnTo>
                <a:lnTo>
                  <a:pt x="1649044" y="1268120"/>
                </a:lnTo>
                <a:lnTo>
                  <a:pt x="1620050" y="1268120"/>
                </a:lnTo>
                <a:lnTo>
                  <a:pt x="1620050" y="1326197"/>
                </a:lnTo>
                <a:lnTo>
                  <a:pt x="1620050" y="1411338"/>
                </a:lnTo>
                <a:lnTo>
                  <a:pt x="1617091" y="1422501"/>
                </a:lnTo>
                <a:lnTo>
                  <a:pt x="1609090" y="1431734"/>
                </a:lnTo>
                <a:lnTo>
                  <a:pt x="1597342" y="1438021"/>
                </a:lnTo>
                <a:lnTo>
                  <a:pt x="1583143" y="1440332"/>
                </a:lnTo>
                <a:lnTo>
                  <a:pt x="1446415" y="1440332"/>
                </a:lnTo>
                <a:lnTo>
                  <a:pt x="1432204" y="1438021"/>
                </a:lnTo>
                <a:lnTo>
                  <a:pt x="1420456" y="1431734"/>
                </a:lnTo>
                <a:lnTo>
                  <a:pt x="1412468" y="1422501"/>
                </a:lnTo>
                <a:lnTo>
                  <a:pt x="1409522" y="1411338"/>
                </a:lnTo>
                <a:lnTo>
                  <a:pt x="1409522" y="1326197"/>
                </a:lnTo>
                <a:lnTo>
                  <a:pt x="1620050" y="1326197"/>
                </a:lnTo>
                <a:lnTo>
                  <a:pt x="1620050" y="1268120"/>
                </a:lnTo>
                <a:lnTo>
                  <a:pt x="1380540" y="1268120"/>
                </a:lnTo>
                <a:lnTo>
                  <a:pt x="1380032" y="1268222"/>
                </a:lnTo>
                <a:lnTo>
                  <a:pt x="1340459" y="1268222"/>
                </a:lnTo>
                <a:lnTo>
                  <a:pt x="1308620" y="1251127"/>
                </a:lnTo>
                <a:lnTo>
                  <a:pt x="1274927" y="1238758"/>
                </a:lnTo>
                <a:lnTo>
                  <a:pt x="1239774" y="1231239"/>
                </a:lnTo>
                <a:lnTo>
                  <a:pt x="1203591" y="1228712"/>
                </a:lnTo>
                <a:lnTo>
                  <a:pt x="709498" y="1228712"/>
                </a:lnTo>
                <a:lnTo>
                  <a:pt x="673341" y="1231239"/>
                </a:lnTo>
                <a:lnTo>
                  <a:pt x="638187" y="1238758"/>
                </a:lnTo>
                <a:lnTo>
                  <a:pt x="604481" y="1251127"/>
                </a:lnTo>
                <a:lnTo>
                  <a:pt x="572630" y="1268222"/>
                </a:lnTo>
                <a:lnTo>
                  <a:pt x="535940" y="1268222"/>
                </a:lnTo>
                <a:lnTo>
                  <a:pt x="535444" y="1268120"/>
                </a:lnTo>
                <a:lnTo>
                  <a:pt x="506450" y="1268120"/>
                </a:lnTo>
                <a:lnTo>
                  <a:pt x="506450" y="1326197"/>
                </a:lnTo>
                <a:lnTo>
                  <a:pt x="506450" y="1411338"/>
                </a:lnTo>
                <a:lnTo>
                  <a:pt x="503389" y="1422501"/>
                </a:lnTo>
                <a:lnTo>
                  <a:pt x="495122" y="1431734"/>
                </a:lnTo>
                <a:lnTo>
                  <a:pt x="482981" y="1438021"/>
                </a:lnTo>
                <a:lnTo>
                  <a:pt x="468299" y="1440332"/>
                </a:lnTo>
                <a:lnTo>
                  <a:pt x="328968" y="1440332"/>
                </a:lnTo>
                <a:lnTo>
                  <a:pt x="314274" y="1438021"/>
                </a:lnTo>
                <a:lnTo>
                  <a:pt x="302133" y="1431734"/>
                </a:lnTo>
                <a:lnTo>
                  <a:pt x="293865" y="1422501"/>
                </a:lnTo>
                <a:lnTo>
                  <a:pt x="290817" y="1411338"/>
                </a:lnTo>
                <a:lnTo>
                  <a:pt x="290817" y="1326197"/>
                </a:lnTo>
                <a:lnTo>
                  <a:pt x="506450" y="1326197"/>
                </a:lnTo>
                <a:lnTo>
                  <a:pt x="506450" y="1268120"/>
                </a:lnTo>
                <a:lnTo>
                  <a:pt x="261823" y="1268120"/>
                </a:lnTo>
                <a:lnTo>
                  <a:pt x="261315" y="1268222"/>
                </a:lnTo>
                <a:lnTo>
                  <a:pt x="249339" y="1268222"/>
                </a:lnTo>
                <a:lnTo>
                  <a:pt x="236880" y="1226858"/>
                </a:lnTo>
                <a:lnTo>
                  <a:pt x="227215" y="1178394"/>
                </a:lnTo>
                <a:lnTo>
                  <a:pt x="220154" y="1124991"/>
                </a:lnTo>
                <a:lnTo>
                  <a:pt x="215468" y="1068870"/>
                </a:lnTo>
                <a:lnTo>
                  <a:pt x="212953" y="1012215"/>
                </a:lnTo>
                <a:lnTo>
                  <a:pt x="212382" y="957224"/>
                </a:lnTo>
                <a:lnTo>
                  <a:pt x="213550" y="906081"/>
                </a:lnTo>
                <a:lnTo>
                  <a:pt x="216242" y="860983"/>
                </a:lnTo>
                <a:lnTo>
                  <a:pt x="233781" y="815086"/>
                </a:lnTo>
                <a:lnTo>
                  <a:pt x="314604" y="740613"/>
                </a:lnTo>
                <a:lnTo>
                  <a:pt x="340614" y="747496"/>
                </a:lnTo>
                <a:lnTo>
                  <a:pt x="383743" y="757605"/>
                </a:lnTo>
                <a:lnTo>
                  <a:pt x="428434" y="766838"/>
                </a:lnTo>
                <a:lnTo>
                  <a:pt x="474560" y="775182"/>
                </a:lnTo>
                <a:lnTo>
                  <a:pt x="522770" y="782751"/>
                </a:lnTo>
                <a:lnTo>
                  <a:pt x="571334" y="789317"/>
                </a:lnTo>
                <a:lnTo>
                  <a:pt x="620979" y="795007"/>
                </a:lnTo>
                <a:lnTo>
                  <a:pt x="671588" y="799820"/>
                </a:lnTo>
                <a:lnTo>
                  <a:pt x="723036" y="803770"/>
                </a:lnTo>
                <a:lnTo>
                  <a:pt x="775208" y="806831"/>
                </a:lnTo>
                <a:lnTo>
                  <a:pt x="828001" y="809015"/>
                </a:lnTo>
                <a:lnTo>
                  <a:pt x="881189" y="810323"/>
                </a:lnTo>
                <a:lnTo>
                  <a:pt x="934885" y="810768"/>
                </a:lnTo>
                <a:lnTo>
                  <a:pt x="988783" y="810323"/>
                </a:lnTo>
                <a:lnTo>
                  <a:pt x="1042822" y="809015"/>
                </a:lnTo>
                <a:lnTo>
                  <a:pt x="1096899" y="806831"/>
                </a:lnTo>
                <a:lnTo>
                  <a:pt x="1150874" y="803770"/>
                </a:lnTo>
                <a:lnTo>
                  <a:pt x="1204645" y="799820"/>
                </a:lnTo>
                <a:lnTo>
                  <a:pt x="1258087" y="795007"/>
                </a:lnTo>
                <a:lnTo>
                  <a:pt x="1311084" y="789317"/>
                </a:lnTo>
                <a:lnTo>
                  <a:pt x="1363522" y="782751"/>
                </a:lnTo>
                <a:lnTo>
                  <a:pt x="1415275" y="775309"/>
                </a:lnTo>
                <a:lnTo>
                  <a:pt x="1466240" y="766991"/>
                </a:lnTo>
                <a:lnTo>
                  <a:pt x="1516291" y="757809"/>
                </a:lnTo>
                <a:lnTo>
                  <a:pt x="1540065" y="752919"/>
                </a:lnTo>
                <a:lnTo>
                  <a:pt x="1565287" y="747737"/>
                </a:lnTo>
                <a:lnTo>
                  <a:pt x="1668310" y="802982"/>
                </a:lnTo>
                <a:lnTo>
                  <a:pt x="1694091" y="844372"/>
                </a:lnTo>
                <a:lnTo>
                  <a:pt x="1700987" y="914285"/>
                </a:lnTo>
                <a:lnTo>
                  <a:pt x="1703273" y="970445"/>
                </a:lnTo>
                <a:lnTo>
                  <a:pt x="1703666" y="1027582"/>
                </a:lnTo>
                <a:lnTo>
                  <a:pt x="1703666" y="756831"/>
                </a:lnTo>
                <a:lnTo>
                  <a:pt x="1644370" y="703719"/>
                </a:lnTo>
                <a:lnTo>
                  <a:pt x="1687360" y="638733"/>
                </a:lnTo>
                <a:lnTo>
                  <a:pt x="1835696" y="638733"/>
                </a:lnTo>
                <a:lnTo>
                  <a:pt x="1865845" y="632625"/>
                </a:lnTo>
                <a:lnTo>
                  <a:pt x="1890509" y="615988"/>
                </a:lnTo>
                <a:lnTo>
                  <a:pt x="1907146" y="591324"/>
                </a:lnTo>
                <a:lnTo>
                  <a:pt x="1909279" y="580758"/>
                </a:lnTo>
                <a:lnTo>
                  <a:pt x="1913255" y="561162"/>
                </a:lnTo>
                <a:lnTo>
                  <a:pt x="1913255" y="53721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81" name="Google Shape;181;p8"/>
          <p:cNvGrpSpPr/>
          <p:nvPr/>
        </p:nvGrpSpPr>
        <p:grpSpPr>
          <a:xfrm>
            <a:off x="2617500" y="3364166"/>
            <a:ext cx="1498773" cy="1498600"/>
            <a:chOff x="2617500" y="3364166"/>
            <a:chExt cx="1498773" cy="1498600"/>
          </a:xfrm>
        </p:grpSpPr>
        <p:sp>
          <p:nvSpPr>
            <p:cNvPr id="182" name="Google Shape;182;p8"/>
            <p:cNvSpPr/>
            <p:nvPr/>
          </p:nvSpPr>
          <p:spPr>
            <a:xfrm>
              <a:off x="2617500" y="3364166"/>
              <a:ext cx="1148715" cy="1498600"/>
            </a:xfrm>
            <a:custGeom>
              <a:rect b="b" l="l" r="r" t="t"/>
              <a:pathLst>
                <a:path extrusionOk="0" h="1498600" w="1148714">
                  <a:moveTo>
                    <a:pt x="1123734" y="0"/>
                  </a:moveTo>
                  <a:lnTo>
                    <a:pt x="124853" y="0"/>
                  </a:lnTo>
                  <a:lnTo>
                    <a:pt x="76300" y="9826"/>
                  </a:lnTo>
                  <a:lnTo>
                    <a:pt x="36609" y="36609"/>
                  </a:lnTo>
                  <a:lnTo>
                    <a:pt x="9826" y="76300"/>
                  </a:lnTo>
                  <a:lnTo>
                    <a:pt x="0" y="124853"/>
                  </a:lnTo>
                  <a:lnTo>
                    <a:pt x="0" y="1373454"/>
                  </a:lnTo>
                  <a:lnTo>
                    <a:pt x="9826" y="1422007"/>
                  </a:lnTo>
                  <a:lnTo>
                    <a:pt x="36609" y="1461698"/>
                  </a:lnTo>
                  <a:lnTo>
                    <a:pt x="76300" y="1488481"/>
                  </a:lnTo>
                  <a:lnTo>
                    <a:pt x="124853" y="1498307"/>
                  </a:lnTo>
                  <a:lnTo>
                    <a:pt x="1123734" y="1498307"/>
                  </a:lnTo>
                  <a:lnTo>
                    <a:pt x="1133459" y="1496344"/>
                  </a:lnTo>
                  <a:lnTo>
                    <a:pt x="1141395" y="1490991"/>
                  </a:lnTo>
                  <a:lnTo>
                    <a:pt x="1146742" y="1483054"/>
                  </a:lnTo>
                  <a:lnTo>
                    <a:pt x="1148702" y="1473339"/>
                  </a:lnTo>
                  <a:lnTo>
                    <a:pt x="1148702" y="1448371"/>
                  </a:lnTo>
                  <a:lnTo>
                    <a:pt x="124853" y="1448371"/>
                  </a:lnTo>
                  <a:lnTo>
                    <a:pt x="95724" y="1442473"/>
                  </a:lnTo>
                  <a:lnTo>
                    <a:pt x="71907" y="1426400"/>
                  </a:lnTo>
                  <a:lnTo>
                    <a:pt x="55834" y="1402583"/>
                  </a:lnTo>
                  <a:lnTo>
                    <a:pt x="49936" y="1373454"/>
                  </a:lnTo>
                  <a:lnTo>
                    <a:pt x="55834" y="1344324"/>
                  </a:lnTo>
                  <a:lnTo>
                    <a:pt x="71907" y="1320507"/>
                  </a:lnTo>
                  <a:lnTo>
                    <a:pt x="95724" y="1304434"/>
                  </a:lnTo>
                  <a:lnTo>
                    <a:pt x="124853" y="1298536"/>
                  </a:lnTo>
                  <a:lnTo>
                    <a:pt x="1148702" y="1298536"/>
                  </a:lnTo>
                  <a:lnTo>
                    <a:pt x="1148702" y="1274216"/>
                  </a:lnTo>
                  <a:lnTo>
                    <a:pt x="49936" y="1274216"/>
                  </a:lnTo>
                  <a:lnTo>
                    <a:pt x="49936" y="124853"/>
                  </a:lnTo>
                  <a:lnTo>
                    <a:pt x="55834" y="95724"/>
                  </a:lnTo>
                  <a:lnTo>
                    <a:pt x="71907" y="71907"/>
                  </a:lnTo>
                  <a:lnTo>
                    <a:pt x="95724" y="55834"/>
                  </a:lnTo>
                  <a:lnTo>
                    <a:pt x="124853" y="49936"/>
                  </a:lnTo>
                  <a:lnTo>
                    <a:pt x="1148702" y="49936"/>
                  </a:lnTo>
                  <a:lnTo>
                    <a:pt x="1148702" y="24968"/>
                  </a:lnTo>
                  <a:lnTo>
                    <a:pt x="1146742" y="15253"/>
                  </a:lnTo>
                  <a:lnTo>
                    <a:pt x="1141395" y="7316"/>
                  </a:lnTo>
                  <a:lnTo>
                    <a:pt x="1133459" y="1963"/>
                  </a:lnTo>
                  <a:lnTo>
                    <a:pt x="1123734" y="0"/>
                  </a:lnTo>
                  <a:close/>
                </a:path>
                <a:path extrusionOk="0" h="1498600" w="1148714">
                  <a:moveTo>
                    <a:pt x="1148702" y="1298536"/>
                  </a:moveTo>
                  <a:lnTo>
                    <a:pt x="1098765" y="1298536"/>
                  </a:lnTo>
                  <a:lnTo>
                    <a:pt x="1098765" y="1448371"/>
                  </a:lnTo>
                  <a:lnTo>
                    <a:pt x="1148702" y="1448371"/>
                  </a:lnTo>
                  <a:lnTo>
                    <a:pt x="1148702" y="1298536"/>
                  </a:lnTo>
                  <a:close/>
                </a:path>
                <a:path extrusionOk="0" h="1498600" w="1148714">
                  <a:moveTo>
                    <a:pt x="1123734" y="799096"/>
                  </a:moveTo>
                  <a:lnTo>
                    <a:pt x="1114008" y="801060"/>
                  </a:lnTo>
                  <a:lnTo>
                    <a:pt x="1106073" y="806413"/>
                  </a:lnTo>
                  <a:lnTo>
                    <a:pt x="1100725" y="814350"/>
                  </a:lnTo>
                  <a:lnTo>
                    <a:pt x="1098765" y="824064"/>
                  </a:lnTo>
                  <a:lnTo>
                    <a:pt x="1098765" y="1248587"/>
                  </a:lnTo>
                  <a:lnTo>
                    <a:pt x="124853" y="1248587"/>
                  </a:lnTo>
                  <a:lnTo>
                    <a:pt x="104186" y="1250361"/>
                  </a:lnTo>
                  <a:lnTo>
                    <a:pt x="84661" y="1255453"/>
                  </a:lnTo>
                  <a:lnTo>
                    <a:pt x="66503" y="1263520"/>
                  </a:lnTo>
                  <a:lnTo>
                    <a:pt x="49936" y="1274216"/>
                  </a:lnTo>
                  <a:lnTo>
                    <a:pt x="1148702" y="1274216"/>
                  </a:lnTo>
                  <a:lnTo>
                    <a:pt x="1148702" y="824064"/>
                  </a:lnTo>
                  <a:lnTo>
                    <a:pt x="1146742" y="814350"/>
                  </a:lnTo>
                  <a:lnTo>
                    <a:pt x="1141395" y="806413"/>
                  </a:lnTo>
                  <a:lnTo>
                    <a:pt x="1133459" y="801060"/>
                  </a:lnTo>
                  <a:lnTo>
                    <a:pt x="1123734" y="799096"/>
                  </a:lnTo>
                  <a:close/>
                </a:path>
                <a:path extrusionOk="0" h="1498600" w="1148714">
                  <a:moveTo>
                    <a:pt x="1148702" y="49936"/>
                  </a:moveTo>
                  <a:lnTo>
                    <a:pt x="1098765" y="49936"/>
                  </a:lnTo>
                  <a:lnTo>
                    <a:pt x="1098765" y="124853"/>
                  </a:lnTo>
                  <a:lnTo>
                    <a:pt x="1100725" y="134568"/>
                  </a:lnTo>
                  <a:lnTo>
                    <a:pt x="1106073" y="142505"/>
                  </a:lnTo>
                  <a:lnTo>
                    <a:pt x="1114008" y="147858"/>
                  </a:lnTo>
                  <a:lnTo>
                    <a:pt x="1123734" y="149821"/>
                  </a:lnTo>
                  <a:lnTo>
                    <a:pt x="1133459" y="147858"/>
                  </a:lnTo>
                  <a:lnTo>
                    <a:pt x="1141395" y="142505"/>
                  </a:lnTo>
                  <a:lnTo>
                    <a:pt x="1146742" y="134568"/>
                  </a:lnTo>
                  <a:lnTo>
                    <a:pt x="1148702" y="124853"/>
                  </a:lnTo>
                  <a:lnTo>
                    <a:pt x="1148702" y="49936"/>
                  </a:lnTo>
                  <a:close/>
                </a:path>
              </a:pathLst>
            </a:custGeom>
            <a:solidFill>
              <a:srgbClr val="2DC29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3" name="Google Shape;183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66880" y="3913548"/>
              <a:ext cx="199771" cy="1997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8"/>
            <p:cNvSpPr/>
            <p:nvPr/>
          </p:nvSpPr>
          <p:spPr>
            <a:xfrm>
              <a:off x="2717368" y="3364166"/>
              <a:ext cx="1398905" cy="1174115"/>
            </a:xfrm>
            <a:custGeom>
              <a:rect b="b" l="l" r="r" t="t"/>
              <a:pathLst>
                <a:path extrusionOk="0" h="1174114" w="1398904">
                  <a:moveTo>
                    <a:pt x="374510" y="347357"/>
                  </a:moveTo>
                  <a:lnTo>
                    <a:pt x="219760" y="134848"/>
                  </a:lnTo>
                  <a:lnTo>
                    <a:pt x="199783" y="125412"/>
                  </a:lnTo>
                  <a:lnTo>
                    <a:pt x="188696" y="127774"/>
                  </a:lnTo>
                  <a:lnTo>
                    <a:pt x="179806" y="134848"/>
                  </a:lnTo>
                  <a:lnTo>
                    <a:pt x="29984" y="334619"/>
                  </a:lnTo>
                  <a:lnTo>
                    <a:pt x="26606" y="340715"/>
                  </a:lnTo>
                  <a:lnTo>
                    <a:pt x="25069" y="347357"/>
                  </a:lnTo>
                  <a:lnTo>
                    <a:pt x="25400" y="354177"/>
                  </a:lnTo>
                  <a:lnTo>
                    <a:pt x="49961" y="374573"/>
                  </a:lnTo>
                  <a:lnTo>
                    <a:pt x="99898" y="374573"/>
                  </a:lnTo>
                  <a:lnTo>
                    <a:pt x="99898" y="474459"/>
                  </a:lnTo>
                  <a:lnTo>
                    <a:pt x="101854" y="484187"/>
                  </a:lnTo>
                  <a:lnTo>
                    <a:pt x="107213" y="492125"/>
                  </a:lnTo>
                  <a:lnTo>
                    <a:pt x="115150" y="497484"/>
                  </a:lnTo>
                  <a:lnTo>
                    <a:pt x="124879" y="499440"/>
                  </a:lnTo>
                  <a:lnTo>
                    <a:pt x="134594" y="497484"/>
                  </a:lnTo>
                  <a:lnTo>
                    <a:pt x="142532" y="492125"/>
                  </a:lnTo>
                  <a:lnTo>
                    <a:pt x="147878" y="484187"/>
                  </a:lnTo>
                  <a:lnTo>
                    <a:pt x="149847" y="474459"/>
                  </a:lnTo>
                  <a:lnTo>
                    <a:pt x="149847" y="349605"/>
                  </a:lnTo>
                  <a:lnTo>
                    <a:pt x="147878" y="339890"/>
                  </a:lnTo>
                  <a:lnTo>
                    <a:pt x="142532" y="331952"/>
                  </a:lnTo>
                  <a:lnTo>
                    <a:pt x="134594" y="326605"/>
                  </a:lnTo>
                  <a:lnTo>
                    <a:pt x="124879" y="324637"/>
                  </a:lnTo>
                  <a:lnTo>
                    <a:pt x="99898" y="324637"/>
                  </a:lnTo>
                  <a:lnTo>
                    <a:pt x="199783" y="191452"/>
                  </a:lnTo>
                  <a:lnTo>
                    <a:pt x="299681" y="324637"/>
                  </a:lnTo>
                  <a:lnTo>
                    <a:pt x="274701" y="324637"/>
                  </a:lnTo>
                  <a:lnTo>
                    <a:pt x="264985" y="326605"/>
                  </a:lnTo>
                  <a:lnTo>
                    <a:pt x="257048" y="331952"/>
                  </a:lnTo>
                  <a:lnTo>
                    <a:pt x="251688" y="339890"/>
                  </a:lnTo>
                  <a:lnTo>
                    <a:pt x="249732" y="349605"/>
                  </a:lnTo>
                  <a:lnTo>
                    <a:pt x="249732" y="474459"/>
                  </a:lnTo>
                  <a:lnTo>
                    <a:pt x="251688" y="484187"/>
                  </a:lnTo>
                  <a:lnTo>
                    <a:pt x="257048" y="492125"/>
                  </a:lnTo>
                  <a:lnTo>
                    <a:pt x="264985" y="497484"/>
                  </a:lnTo>
                  <a:lnTo>
                    <a:pt x="274701" y="499440"/>
                  </a:lnTo>
                  <a:lnTo>
                    <a:pt x="284416" y="497484"/>
                  </a:lnTo>
                  <a:lnTo>
                    <a:pt x="292366" y="492125"/>
                  </a:lnTo>
                  <a:lnTo>
                    <a:pt x="297713" y="484187"/>
                  </a:lnTo>
                  <a:lnTo>
                    <a:pt x="299681" y="474459"/>
                  </a:lnTo>
                  <a:lnTo>
                    <a:pt x="299681" y="374573"/>
                  </a:lnTo>
                  <a:lnTo>
                    <a:pt x="349618" y="374573"/>
                  </a:lnTo>
                  <a:lnTo>
                    <a:pt x="374192" y="354177"/>
                  </a:lnTo>
                  <a:lnTo>
                    <a:pt x="374510" y="347357"/>
                  </a:lnTo>
                  <a:close/>
                </a:path>
                <a:path extrusionOk="0" h="1174114" w="1398904">
                  <a:moveTo>
                    <a:pt x="387070" y="811580"/>
                  </a:moveTo>
                  <a:lnTo>
                    <a:pt x="382384" y="783450"/>
                  </a:lnTo>
                  <a:lnTo>
                    <a:pt x="369354" y="759193"/>
                  </a:lnTo>
                  <a:lnTo>
                    <a:pt x="349580" y="740295"/>
                  </a:lnTo>
                  <a:lnTo>
                    <a:pt x="324637" y="728256"/>
                  </a:lnTo>
                  <a:lnTo>
                    <a:pt x="324637" y="699211"/>
                  </a:lnTo>
                  <a:lnTo>
                    <a:pt x="322681" y="689495"/>
                  </a:lnTo>
                  <a:lnTo>
                    <a:pt x="317322" y="681558"/>
                  </a:lnTo>
                  <a:lnTo>
                    <a:pt x="309384" y="676211"/>
                  </a:lnTo>
                  <a:lnTo>
                    <a:pt x="299669" y="674243"/>
                  </a:lnTo>
                  <a:lnTo>
                    <a:pt x="289953" y="676211"/>
                  </a:lnTo>
                  <a:lnTo>
                    <a:pt x="282028" y="681558"/>
                  </a:lnTo>
                  <a:lnTo>
                    <a:pt x="276669" y="689495"/>
                  </a:lnTo>
                  <a:lnTo>
                    <a:pt x="274701" y="699211"/>
                  </a:lnTo>
                  <a:lnTo>
                    <a:pt x="274701" y="728256"/>
                  </a:lnTo>
                  <a:lnTo>
                    <a:pt x="249770" y="740295"/>
                  </a:lnTo>
                  <a:lnTo>
                    <a:pt x="229997" y="759193"/>
                  </a:lnTo>
                  <a:lnTo>
                    <a:pt x="216966" y="783450"/>
                  </a:lnTo>
                  <a:lnTo>
                    <a:pt x="212267" y="811580"/>
                  </a:lnTo>
                  <a:lnTo>
                    <a:pt x="219151" y="845578"/>
                  </a:lnTo>
                  <a:lnTo>
                    <a:pt x="237896" y="873353"/>
                  </a:lnTo>
                  <a:lnTo>
                    <a:pt x="265684" y="892111"/>
                  </a:lnTo>
                  <a:lnTo>
                    <a:pt x="314236" y="901928"/>
                  </a:lnTo>
                  <a:lnTo>
                    <a:pt x="326148" y="909967"/>
                  </a:lnTo>
                  <a:lnTo>
                    <a:pt x="334175" y="921880"/>
                  </a:lnTo>
                  <a:lnTo>
                    <a:pt x="337121" y="936447"/>
                  </a:lnTo>
                  <a:lnTo>
                    <a:pt x="334175" y="951014"/>
                  </a:lnTo>
                  <a:lnTo>
                    <a:pt x="326148" y="962914"/>
                  </a:lnTo>
                  <a:lnTo>
                    <a:pt x="314236" y="970953"/>
                  </a:lnTo>
                  <a:lnTo>
                    <a:pt x="299669" y="973899"/>
                  </a:lnTo>
                  <a:lnTo>
                    <a:pt x="285115" y="970953"/>
                  </a:lnTo>
                  <a:lnTo>
                    <a:pt x="273202" y="962914"/>
                  </a:lnTo>
                  <a:lnTo>
                    <a:pt x="265176" y="951014"/>
                  </a:lnTo>
                  <a:lnTo>
                    <a:pt x="260261" y="926731"/>
                  </a:lnTo>
                  <a:lnTo>
                    <a:pt x="254901" y="918794"/>
                  </a:lnTo>
                  <a:lnTo>
                    <a:pt x="246964" y="913447"/>
                  </a:lnTo>
                  <a:lnTo>
                    <a:pt x="237236" y="911479"/>
                  </a:lnTo>
                  <a:lnTo>
                    <a:pt x="227520" y="913447"/>
                  </a:lnTo>
                  <a:lnTo>
                    <a:pt x="219595" y="918794"/>
                  </a:lnTo>
                  <a:lnTo>
                    <a:pt x="214236" y="926731"/>
                  </a:lnTo>
                  <a:lnTo>
                    <a:pt x="212267" y="936447"/>
                  </a:lnTo>
                  <a:lnTo>
                    <a:pt x="216966" y="964590"/>
                  </a:lnTo>
                  <a:lnTo>
                    <a:pt x="229997" y="988847"/>
                  </a:lnTo>
                  <a:lnTo>
                    <a:pt x="249770" y="1007732"/>
                  </a:lnTo>
                  <a:lnTo>
                    <a:pt x="274701" y="1019771"/>
                  </a:lnTo>
                  <a:lnTo>
                    <a:pt x="274701" y="1048816"/>
                  </a:lnTo>
                  <a:lnTo>
                    <a:pt x="276669" y="1058545"/>
                  </a:lnTo>
                  <a:lnTo>
                    <a:pt x="282028" y="1066482"/>
                  </a:lnTo>
                  <a:lnTo>
                    <a:pt x="289953" y="1071841"/>
                  </a:lnTo>
                  <a:lnTo>
                    <a:pt x="299669" y="1073797"/>
                  </a:lnTo>
                  <a:lnTo>
                    <a:pt x="309384" y="1071841"/>
                  </a:lnTo>
                  <a:lnTo>
                    <a:pt x="317322" y="1066482"/>
                  </a:lnTo>
                  <a:lnTo>
                    <a:pt x="322681" y="1058545"/>
                  </a:lnTo>
                  <a:lnTo>
                    <a:pt x="324637" y="1048816"/>
                  </a:lnTo>
                  <a:lnTo>
                    <a:pt x="324637" y="1019771"/>
                  </a:lnTo>
                  <a:lnTo>
                    <a:pt x="349580" y="1007732"/>
                  </a:lnTo>
                  <a:lnTo>
                    <a:pt x="369354" y="988847"/>
                  </a:lnTo>
                  <a:lnTo>
                    <a:pt x="382384" y="964590"/>
                  </a:lnTo>
                  <a:lnTo>
                    <a:pt x="387070" y="936447"/>
                  </a:lnTo>
                  <a:lnTo>
                    <a:pt x="380199" y="902462"/>
                  </a:lnTo>
                  <a:lnTo>
                    <a:pt x="361454" y="874674"/>
                  </a:lnTo>
                  <a:lnTo>
                    <a:pt x="333667" y="855929"/>
                  </a:lnTo>
                  <a:lnTo>
                    <a:pt x="285115" y="846099"/>
                  </a:lnTo>
                  <a:lnTo>
                    <a:pt x="273202" y="838060"/>
                  </a:lnTo>
                  <a:lnTo>
                    <a:pt x="265176" y="826160"/>
                  </a:lnTo>
                  <a:lnTo>
                    <a:pt x="262216" y="811580"/>
                  </a:lnTo>
                  <a:lnTo>
                    <a:pt x="265176" y="797013"/>
                  </a:lnTo>
                  <a:lnTo>
                    <a:pt x="273202" y="785114"/>
                  </a:lnTo>
                  <a:lnTo>
                    <a:pt x="285115" y="777074"/>
                  </a:lnTo>
                  <a:lnTo>
                    <a:pt x="299669" y="774128"/>
                  </a:lnTo>
                  <a:lnTo>
                    <a:pt x="314236" y="777074"/>
                  </a:lnTo>
                  <a:lnTo>
                    <a:pt x="326148" y="785114"/>
                  </a:lnTo>
                  <a:lnTo>
                    <a:pt x="334175" y="797013"/>
                  </a:lnTo>
                  <a:lnTo>
                    <a:pt x="339090" y="821309"/>
                  </a:lnTo>
                  <a:lnTo>
                    <a:pt x="344449" y="829246"/>
                  </a:lnTo>
                  <a:lnTo>
                    <a:pt x="352386" y="834605"/>
                  </a:lnTo>
                  <a:lnTo>
                    <a:pt x="362102" y="836561"/>
                  </a:lnTo>
                  <a:lnTo>
                    <a:pt x="371817" y="834605"/>
                  </a:lnTo>
                  <a:lnTo>
                    <a:pt x="379755" y="829246"/>
                  </a:lnTo>
                  <a:lnTo>
                    <a:pt x="385114" y="821309"/>
                  </a:lnTo>
                  <a:lnTo>
                    <a:pt x="387070" y="811580"/>
                  </a:lnTo>
                  <a:close/>
                </a:path>
                <a:path extrusionOk="0" h="1174114" w="1398904">
                  <a:moveTo>
                    <a:pt x="599338" y="874014"/>
                  </a:moveTo>
                  <a:lnTo>
                    <a:pt x="596417" y="833335"/>
                  </a:lnTo>
                  <a:lnTo>
                    <a:pt x="574954" y="799680"/>
                  </a:lnTo>
                  <a:lnTo>
                    <a:pt x="565048" y="799503"/>
                  </a:lnTo>
                  <a:lnTo>
                    <a:pt x="555853" y="803211"/>
                  </a:lnTo>
                  <a:lnTo>
                    <a:pt x="549033" y="809929"/>
                  </a:lnTo>
                  <a:lnTo>
                    <a:pt x="545211" y="818705"/>
                  </a:lnTo>
                  <a:lnTo>
                    <a:pt x="545045" y="828624"/>
                  </a:lnTo>
                  <a:lnTo>
                    <a:pt x="546938" y="840193"/>
                  </a:lnTo>
                  <a:lnTo>
                    <a:pt x="548297" y="851649"/>
                  </a:lnTo>
                  <a:lnTo>
                    <a:pt x="549122" y="862926"/>
                  </a:lnTo>
                  <a:lnTo>
                    <a:pt x="549389" y="874014"/>
                  </a:lnTo>
                  <a:lnTo>
                    <a:pt x="545363" y="918845"/>
                  </a:lnTo>
                  <a:lnTo>
                    <a:pt x="533742" y="961059"/>
                  </a:lnTo>
                  <a:lnTo>
                    <a:pt x="515251" y="999959"/>
                  </a:lnTo>
                  <a:lnTo>
                    <a:pt x="490588" y="1034821"/>
                  </a:lnTo>
                  <a:lnTo>
                    <a:pt x="460476" y="1064933"/>
                  </a:lnTo>
                  <a:lnTo>
                    <a:pt x="425615" y="1089596"/>
                  </a:lnTo>
                  <a:lnTo>
                    <a:pt x="386715" y="1108087"/>
                  </a:lnTo>
                  <a:lnTo>
                    <a:pt x="344500" y="1119708"/>
                  </a:lnTo>
                  <a:lnTo>
                    <a:pt x="299669" y="1123734"/>
                  </a:lnTo>
                  <a:lnTo>
                    <a:pt x="254850" y="1119708"/>
                  </a:lnTo>
                  <a:lnTo>
                    <a:pt x="212623" y="1108087"/>
                  </a:lnTo>
                  <a:lnTo>
                    <a:pt x="173736" y="1089596"/>
                  </a:lnTo>
                  <a:lnTo>
                    <a:pt x="138874" y="1064933"/>
                  </a:lnTo>
                  <a:lnTo>
                    <a:pt x="108762" y="1034821"/>
                  </a:lnTo>
                  <a:lnTo>
                    <a:pt x="84099" y="999959"/>
                  </a:lnTo>
                  <a:lnTo>
                    <a:pt x="65608" y="961059"/>
                  </a:lnTo>
                  <a:lnTo>
                    <a:pt x="53987" y="918845"/>
                  </a:lnTo>
                  <a:lnTo>
                    <a:pt x="49949" y="874014"/>
                  </a:lnTo>
                  <a:lnTo>
                    <a:pt x="53987" y="829183"/>
                  </a:lnTo>
                  <a:lnTo>
                    <a:pt x="65608" y="786968"/>
                  </a:lnTo>
                  <a:lnTo>
                    <a:pt x="84099" y="748080"/>
                  </a:lnTo>
                  <a:lnTo>
                    <a:pt x="108762" y="713219"/>
                  </a:lnTo>
                  <a:lnTo>
                    <a:pt x="138874" y="683107"/>
                  </a:lnTo>
                  <a:lnTo>
                    <a:pt x="173736" y="658444"/>
                  </a:lnTo>
                  <a:lnTo>
                    <a:pt x="212623" y="639953"/>
                  </a:lnTo>
                  <a:lnTo>
                    <a:pt x="254850" y="628332"/>
                  </a:lnTo>
                  <a:lnTo>
                    <a:pt x="299669" y="624306"/>
                  </a:lnTo>
                  <a:lnTo>
                    <a:pt x="316839" y="624903"/>
                  </a:lnTo>
                  <a:lnTo>
                    <a:pt x="333946" y="626694"/>
                  </a:lnTo>
                  <a:lnTo>
                    <a:pt x="350951" y="629666"/>
                  </a:lnTo>
                  <a:lnTo>
                    <a:pt x="367792" y="633818"/>
                  </a:lnTo>
                  <a:lnTo>
                    <a:pt x="377710" y="634542"/>
                  </a:lnTo>
                  <a:lnTo>
                    <a:pt x="396405" y="597598"/>
                  </a:lnTo>
                  <a:lnTo>
                    <a:pt x="361226" y="580783"/>
                  </a:lnTo>
                  <a:lnTo>
                    <a:pt x="320281" y="575081"/>
                  </a:lnTo>
                  <a:lnTo>
                    <a:pt x="299669" y="574357"/>
                  </a:lnTo>
                  <a:lnTo>
                    <a:pt x="251129" y="578281"/>
                  </a:lnTo>
                  <a:lnTo>
                    <a:pt x="205054" y="589661"/>
                  </a:lnTo>
                  <a:lnTo>
                    <a:pt x="162077" y="607847"/>
                  </a:lnTo>
                  <a:lnTo>
                    <a:pt x="122809" y="632244"/>
                  </a:lnTo>
                  <a:lnTo>
                    <a:pt x="87871" y="662216"/>
                  </a:lnTo>
                  <a:lnTo>
                    <a:pt x="57899" y="697153"/>
                  </a:lnTo>
                  <a:lnTo>
                    <a:pt x="33502" y="736422"/>
                  </a:lnTo>
                  <a:lnTo>
                    <a:pt x="15303" y="779399"/>
                  </a:lnTo>
                  <a:lnTo>
                    <a:pt x="3937" y="825474"/>
                  </a:lnTo>
                  <a:lnTo>
                    <a:pt x="0" y="874014"/>
                  </a:lnTo>
                  <a:lnTo>
                    <a:pt x="3937" y="922553"/>
                  </a:lnTo>
                  <a:lnTo>
                    <a:pt x="15303" y="968629"/>
                  </a:lnTo>
                  <a:lnTo>
                    <a:pt x="33502" y="1011605"/>
                  </a:lnTo>
                  <a:lnTo>
                    <a:pt x="57899" y="1050874"/>
                  </a:lnTo>
                  <a:lnTo>
                    <a:pt x="87871" y="1085811"/>
                  </a:lnTo>
                  <a:lnTo>
                    <a:pt x="122809" y="1115783"/>
                  </a:lnTo>
                  <a:lnTo>
                    <a:pt x="162077" y="1140180"/>
                  </a:lnTo>
                  <a:lnTo>
                    <a:pt x="205054" y="1158379"/>
                  </a:lnTo>
                  <a:lnTo>
                    <a:pt x="251129" y="1169758"/>
                  </a:lnTo>
                  <a:lnTo>
                    <a:pt x="299669" y="1173683"/>
                  </a:lnTo>
                  <a:lnTo>
                    <a:pt x="348221" y="1169758"/>
                  </a:lnTo>
                  <a:lnTo>
                    <a:pt x="394296" y="1158379"/>
                  </a:lnTo>
                  <a:lnTo>
                    <a:pt x="437273" y="1140180"/>
                  </a:lnTo>
                  <a:lnTo>
                    <a:pt x="476542" y="1115783"/>
                  </a:lnTo>
                  <a:lnTo>
                    <a:pt x="511479" y="1085811"/>
                  </a:lnTo>
                  <a:lnTo>
                    <a:pt x="541451" y="1050874"/>
                  </a:lnTo>
                  <a:lnTo>
                    <a:pt x="565848" y="1011605"/>
                  </a:lnTo>
                  <a:lnTo>
                    <a:pt x="584034" y="968629"/>
                  </a:lnTo>
                  <a:lnTo>
                    <a:pt x="595414" y="922553"/>
                  </a:lnTo>
                  <a:lnTo>
                    <a:pt x="599338" y="874014"/>
                  </a:lnTo>
                  <a:close/>
                </a:path>
                <a:path extrusionOk="0" h="1174114" w="1398904">
                  <a:moveTo>
                    <a:pt x="898994" y="474472"/>
                  </a:moveTo>
                  <a:lnTo>
                    <a:pt x="897039" y="464743"/>
                  </a:lnTo>
                  <a:lnTo>
                    <a:pt x="891692" y="456806"/>
                  </a:lnTo>
                  <a:lnTo>
                    <a:pt x="883754" y="451459"/>
                  </a:lnTo>
                  <a:lnTo>
                    <a:pt x="874026" y="449491"/>
                  </a:lnTo>
                  <a:lnTo>
                    <a:pt x="849045" y="449491"/>
                  </a:lnTo>
                  <a:lnTo>
                    <a:pt x="849045" y="499440"/>
                  </a:lnTo>
                  <a:lnTo>
                    <a:pt x="849045" y="699211"/>
                  </a:lnTo>
                  <a:lnTo>
                    <a:pt x="749160" y="699211"/>
                  </a:lnTo>
                  <a:lnTo>
                    <a:pt x="749160" y="499440"/>
                  </a:lnTo>
                  <a:lnTo>
                    <a:pt x="849045" y="499440"/>
                  </a:lnTo>
                  <a:lnTo>
                    <a:pt x="849045" y="449491"/>
                  </a:lnTo>
                  <a:lnTo>
                    <a:pt x="724192" y="449491"/>
                  </a:lnTo>
                  <a:lnTo>
                    <a:pt x="714476" y="451459"/>
                  </a:lnTo>
                  <a:lnTo>
                    <a:pt x="706539" y="456806"/>
                  </a:lnTo>
                  <a:lnTo>
                    <a:pt x="701192" y="464743"/>
                  </a:lnTo>
                  <a:lnTo>
                    <a:pt x="699223" y="474472"/>
                  </a:lnTo>
                  <a:lnTo>
                    <a:pt x="699223" y="724192"/>
                  </a:lnTo>
                  <a:lnTo>
                    <a:pt x="701192" y="733907"/>
                  </a:lnTo>
                  <a:lnTo>
                    <a:pt x="706539" y="741845"/>
                  </a:lnTo>
                  <a:lnTo>
                    <a:pt x="714476" y="747191"/>
                  </a:lnTo>
                  <a:lnTo>
                    <a:pt x="724192" y="749160"/>
                  </a:lnTo>
                  <a:lnTo>
                    <a:pt x="874026" y="749160"/>
                  </a:lnTo>
                  <a:lnTo>
                    <a:pt x="883754" y="747191"/>
                  </a:lnTo>
                  <a:lnTo>
                    <a:pt x="891692" y="741845"/>
                  </a:lnTo>
                  <a:lnTo>
                    <a:pt x="897039" y="733907"/>
                  </a:lnTo>
                  <a:lnTo>
                    <a:pt x="898994" y="724192"/>
                  </a:lnTo>
                  <a:lnTo>
                    <a:pt x="898994" y="699211"/>
                  </a:lnTo>
                  <a:lnTo>
                    <a:pt x="898994" y="499440"/>
                  </a:lnTo>
                  <a:lnTo>
                    <a:pt x="898994" y="474472"/>
                  </a:lnTo>
                  <a:close/>
                </a:path>
                <a:path extrusionOk="0" h="1174114" w="1398904">
                  <a:moveTo>
                    <a:pt x="948944" y="1023861"/>
                  </a:moveTo>
                  <a:lnTo>
                    <a:pt x="946988" y="1014133"/>
                  </a:lnTo>
                  <a:lnTo>
                    <a:pt x="941641" y="1006195"/>
                  </a:lnTo>
                  <a:lnTo>
                    <a:pt x="933704" y="1000836"/>
                  </a:lnTo>
                  <a:lnTo>
                    <a:pt x="923975" y="998880"/>
                  </a:lnTo>
                  <a:lnTo>
                    <a:pt x="898994" y="998880"/>
                  </a:lnTo>
                  <a:lnTo>
                    <a:pt x="898994" y="1048829"/>
                  </a:lnTo>
                  <a:lnTo>
                    <a:pt x="898994" y="1098778"/>
                  </a:lnTo>
                  <a:lnTo>
                    <a:pt x="649274" y="1098778"/>
                  </a:lnTo>
                  <a:lnTo>
                    <a:pt x="649274" y="1048829"/>
                  </a:lnTo>
                  <a:lnTo>
                    <a:pt x="898994" y="1048829"/>
                  </a:lnTo>
                  <a:lnTo>
                    <a:pt x="898994" y="998880"/>
                  </a:lnTo>
                  <a:lnTo>
                    <a:pt x="624306" y="998880"/>
                  </a:lnTo>
                  <a:lnTo>
                    <a:pt x="614591" y="1000836"/>
                  </a:lnTo>
                  <a:lnTo>
                    <a:pt x="606653" y="1006195"/>
                  </a:lnTo>
                  <a:lnTo>
                    <a:pt x="601306" y="1014133"/>
                  </a:lnTo>
                  <a:lnTo>
                    <a:pt x="599338" y="1023861"/>
                  </a:lnTo>
                  <a:lnTo>
                    <a:pt x="599338" y="1123746"/>
                  </a:lnTo>
                  <a:lnTo>
                    <a:pt x="601306" y="1133462"/>
                  </a:lnTo>
                  <a:lnTo>
                    <a:pt x="606653" y="1141387"/>
                  </a:lnTo>
                  <a:lnTo>
                    <a:pt x="614591" y="1146746"/>
                  </a:lnTo>
                  <a:lnTo>
                    <a:pt x="624306" y="1148715"/>
                  </a:lnTo>
                  <a:lnTo>
                    <a:pt x="923975" y="1148715"/>
                  </a:lnTo>
                  <a:lnTo>
                    <a:pt x="933704" y="1146746"/>
                  </a:lnTo>
                  <a:lnTo>
                    <a:pt x="941641" y="1141387"/>
                  </a:lnTo>
                  <a:lnTo>
                    <a:pt x="946988" y="1133462"/>
                  </a:lnTo>
                  <a:lnTo>
                    <a:pt x="948944" y="1123746"/>
                  </a:lnTo>
                  <a:lnTo>
                    <a:pt x="948944" y="1098778"/>
                  </a:lnTo>
                  <a:lnTo>
                    <a:pt x="948944" y="1048829"/>
                  </a:lnTo>
                  <a:lnTo>
                    <a:pt x="948944" y="1023861"/>
                  </a:lnTo>
                  <a:close/>
                </a:path>
                <a:path extrusionOk="0" h="1174114" w="1398904">
                  <a:moveTo>
                    <a:pt x="948944" y="923963"/>
                  </a:moveTo>
                  <a:lnTo>
                    <a:pt x="946975" y="914247"/>
                  </a:lnTo>
                  <a:lnTo>
                    <a:pt x="941628" y="906310"/>
                  </a:lnTo>
                  <a:lnTo>
                    <a:pt x="933691" y="900950"/>
                  </a:lnTo>
                  <a:lnTo>
                    <a:pt x="923975" y="898994"/>
                  </a:lnTo>
                  <a:lnTo>
                    <a:pt x="724204" y="898994"/>
                  </a:lnTo>
                  <a:lnTo>
                    <a:pt x="714463" y="900950"/>
                  </a:lnTo>
                  <a:lnTo>
                    <a:pt x="706526" y="906310"/>
                  </a:lnTo>
                  <a:lnTo>
                    <a:pt x="701179" y="914247"/>
                  </a:lnTo>
                  <a:lnTo>
                    <a:pt x="699223" y="923963"/>
                  </a:lnTo>
                  <a:lnTo>
                    <a:pt x="701179" y="933678"/>
                  </a:lnTo>
                  <a:lnTo>
                    <a:pt x="706526" y="941616"/>
                  </a:lnTo>
                  <a:lnTo>
                    <a:pt x="714463" y="946975"/>
                  </a:lnTo>
                  <a:lnTo>
                    <a:pt x="724204" y="948944"/>
                  </a:lnTo>
                  <a:lnTo>
                    <a:pt x="923975" y="948944"/>
                  </a:lnTo>
                  <a:lnTo>
                    <a:pt x="933691" y="946975"/>
                  </a:lnTo>
                  <a:lnTo>
                    <a:pt x="941628" y="941616"/>
                  </a:lnTo>
                  <a:lnTo>
                    <a:pt x="946975" y="933678"/>
                  </a:lnTo>
                  <a:lnTo>
                    <a:pt x="948944" y="923963"/>
                  </a:lnTo>
                  <a:close/>
                </a:path>
                <a:path extrusionOk="0" h="1174114" w="1398904">
                  <a:moveTo>
                    <a:pt x="1148715" y="374573"/>
                  </a:moveTo>
                  <a:lnTo>
                    <a:pt x="1146759" y="364858"/>
                  </a:lnTo>
                  <a:lnTo>
                    <a:pt x="1141412" y="356920"/>
                  </a:lnTo>
                  <a:lnTo>
                    <a:pt x="1133475" y="351574"/>
                  </a:lnTo>
                  <a:lnTo>
                    <a:pt x="1123746" y="349605"/>
                  </a:lnTo>
                  <a:lnTo>
                    <a:pt x="973912" y="349605"/>
                  </a:lnTo>
                  <a:lnTo>
                    <a:pt x="964184" y="351574"/>
                  </a:lnTo>
                  <a:lnTo>
                    <a:pt x="956246" y="356920"/>
                  </a:lnTo>
                  <a:lnTo>
                    <a:pt x="950899" y="364858"/>
                  </a:lnTo>
                  <a:lnTo>
                    <a:pt x="948944" y="374573"/>
                  </a:lnTo>
                  <a:lnTo>
                    <a:pt x="948944" y="724179"/>
                  </a:lnTo>
                  <a:lnTo>
                    <a:pt x="950899" y="733907"/>
                  </a:lnTo>
                  <a:lnTo>
                    <a:pt x="956246" y="741845"/>
                  </a:lnTo>
                  <a:lnTo>
                    <a:pt x="964184" y="747204"/>
                  </a:lnTo>
                  <a:lnTo>
                    <a:pt x="973912" y="749160"/>
                  </a:lnTo>
                  <a:lnTo>
                    <a:pt x="1123746" y="749160"/>
                  </a:lnTo>
                  <a:lnTo>
                    <a:pt x="1133475" y="747204"/>
                  </a:lnTo>
                  <a:lnTo>
                    <a:pt x="1141412" y="741845"/>
                  </a:lnTo>
                  <a:lnTo>
                    <a:pt x="1146759" y="733907"/>
                  </a:lnTo>
                  <a:lnTo>
                    <a:pt x="1148715" y="724179"/>
                  </a:lnTo>
                  <a:lnTo>
                    <a:pt x="1148715" y="624293"/>
                  </a:lnTo>
                  <a:lnTo>
                    <a:pt x="1114018" y="601294"/>
                  </a:lnTo>
                  <a:lnTo>
                    <a:pt x="1098778" y="699211"/>
                  </a:lnTo>
                  <a:lnTo>
                    <a:pt x="998893" y="699211"/>
                  </a:lnTo>
                  <a:lnTo>
                    <a:pt x="998893" y="399554"/>
                  </a:lnTo>
                  <a:lnTo>
                    <a:pt x="1098778" y="399554"/>
                  </a:lnTo>
                  <a:lnTo>
                    <a:pt x="1098778" y="524408"/>
                  </a:lnTo>
                  <a:lnTo>
                    <a:pt x="1100734" y="534123"/>
                  </a:lnTo>
                  <a:lnTo>
                    <a:pt x="1106081" y="542061"/>
                  </a:lnTo>
                  <a:lnTo>
                    <a:pt x="1114018" y="547420"/>
                  </a:lnTo>
                  <a:lnTo>
                    <a:pt x="1123746" y="549376"/>
                  </a:lnTo>
                  <a:lnTo>
                    <a:pt x="1133475" y="547420"/>
                  </a:lnTo>
                  <a:lnTo>
                    <a:pt x="1141412" y="542061"/>
                  </a:lnTo>
                  <a:lnTo>
                    <a:pt x="1146759" y="534123"/>
                  </a:lnTo>
                  <a:lnTo>
                    <a:pt x="1148715" y="524408"/>
                  </a:lnTo>
                  <a:lnTo>
                    <a:pt x="1148715" y="374573"/>
                  </a:lnTo>
                  <a:close/>
                </a:path>
                <a:path extrusionOk="0" h="1174114" w="1398904">
                  <a:moveTo>
                    <a:pt x="1348498" y="24980"/>
                  </a:moveTo>
                  <a:lnTo>
                    <a:pt x="1346542" y="15252"/>
                  </a:lnTo>
                  <a:lnTo>
                    <a:pt x="1341196" y="7315"/>
                  </a:lnTo>
                  <a:lnTo>
                    <a:pt x="1333246" y="1955"/>
                  </a:lnTo>
                  <a:lnTo>
                    <a:pt x="1323517" y="0"/>
                  </a:lnTo>
                  <a:lnTo>
                    <a:pt x="1198664" y="0"/>
                  </a:lnTo>
                  <a:lnTo>
                    <a:pt x="1188935" y="1955"/>
                  </a:lnTo>
                  <a:lnTo>
                    <a:pt x="1180998" y="7315"/>
                  </a:lnTo>
                  <a:lnTo>
                    <a:pt x="1175651" y="15252"/>
                  </a:lnTo>
                  <a:lnTo>
                    <a:pt x="1173695" y="24980"/>
                  </a:lnTo>
                  <a:lnTo>
                    <a:pt x="1175651" y="34696"/>
                  </a:lnTo>
                  <a:lnTo>
                    <a:pt x="1180998" y="42633"/>
                  </a:lnTo>
                  <a:lnTo>
                    <a:pt x="1188935" y="47980"/>
                  </a:lnTo>
                  <a:lnTo>
                    <a:pt x="1198664" y="49949"/>
                  </a:lnTo>
                  <a:lnTo>
                    <a:pt x="1260297" y="49949"/>
                  </a:lnTo>
                  <a:lnTo>
                    <a:pt x="1223225" y="81800"/>
                  </a:lnTo>
                  <a:lnTo>
                    <a:pt x="1185024" y="111899"/>
                  </a:lnTo>
                  <a:lnTo>
                    <a:pt x="1145730" y="140208"/>
                  </a:lnTo>
                  <a:lnTo>
                    <a:pt x="1105395" y="166712"/>
                  </a:lnTo>
                  <a:lnTo>
                    <a:pt x="1064069" y="191401"/>
                  </a:lnTo>
                  <a:lnTo>
                    <a:pt x="1021816" y="214236"/>
                  </a:lnTo>
                  <a:lnTo>
                    <a:pt x="978674" y="235191"/>
                  </a:lnTo>
                  <a:lnTo>
                    <a:pt x="934694" y="254266"/>
                  </a:lnTo>
                  <a:lnTo>
                    <a:pt x="889927" y="271424"/>
                  </a:lnTo>
                  <a:lnTo>
                    <a:pt x="844423" y="286639"/>
                  </a:lnTo>
                  <a:lnTo>
                    <a:pt x="798245" y="299897"/>
                  </a:lnTo>
                  <a:lnTo>
                    <a:pt x="751433" y="311175"/>
                  </a:lnTo>
                  <a:lnTo>
                    <a:pt x="704037" y="320459"/>
                  </a:lnTo>
                  <a:lnTo>
                    <a:pt x="656107" y="327710"/>
                  </a:lnTo>
                  <a:lnTo>
                    <a:pt x="607695" y="332917"/>
                  </a:lnTo>
                  <a:lnTo>
                    <a:pt x="558850" y="336067"/>
                  </a:lnTo>
                  <a:lnTo>
                    <a:pt x="509638" y="337121"/>
                  </a:lnTo>
                  <a:lnTo>
                    <a:pt x="474472" y="337121"/>
                  </a:lnTo>
                  <a:lnTo>
                    <a:pt x="464756" y="339077"/>
                  </a:lnTo>
                  <a:lnTo>
                    <a:pt x="456819" y="344436"/>
                  </a:lnTo>
                  <a:lnTo>
                    <a:pt x="451472" y="352374"/>
                  </a:lnTo>
                  <a:lnTo>
                    <a:pt x="449503" y="362102"/>
                  </a:lnTo>
                  <a:lnTo>
                    <a:pt x="451472" y="371817"/>
                  </a:lnTo>
                  <a:lnTo>
                    <a:pt x="456819" y="379755"/>
                  </a:lnTo>
                  <a:lnTo>
                    <a:pt x="464756" y="385102"/>
                  </a:lnTo>
                  <a:lnTo>
                    <a:pt x="474472" y="387070"/>
                  </a:lnTo>
                  <a:lnTo>
                    <a:pt x="509638" y="387070"/>
                  </a:lnTo>
                  <a:lnTo>
                    <a:pt x="561428" y="385953"/>
                  </a:lnTo>
                  <a:lnTo>
                    <a:pt x="612825" y="382612"/>
                  </a:lnTo>
                  <a:lnTo>
                    <a:pt x="663765" y="377088"/>
                  </a:lnTo>
                  <a:lnTo>
                    <a:pt x="714184" y="369392"/>
                  </a:lnTo>
                  <a:lnTo>
                    <a:pt x="764044" y="359549"/>
                  </a:lnTo>
                  <a:lnTo>
                    <a:pt x="813282" y="347586"/>
                  </a:lnTo>
                  <a:lnTo>
                    <a:pt x="861847" y="333527"/>
                  </a:lnTo>
                  <a:lnTo>
                    <a:pt x="909688" y="317385"/>
                  </a:lnTo>
                  <a:lnTo>
                    <a:pt x="956754" y="299199"/>
                  </a:lnTo>
                  <a:lnTo>
                    <a:pt x="1002969" y="278980"/>
                  </a:lnTo>
                  <a:lnTo>
                    <a:pt x="1048296" y="256755"/>
                  </a:lnTo>
                  <a:lnTo>
                    <a:pt x="1092682" y="232549"/>
                  </a:lnTo>
                  <a:lnTo>
                    <a:pt x="1136078" y="206387"/>
                  </a:lnTo>
                  <a:lnTo>
                    <a:pt x="1178407" y="178295"/>
                  </a:lnTo>
                  <a:lnTo>
                    <a:pt x="1219631" y="148285"/>
                  </a:lnTo>
                  <a:lnTo>
                    <a:pt x="1259700" y="116395"/>
                  </a:lnTo>
                  <a:lnTo>
                    <a:pt x="1298549" y="82638"/>
                  </a:lnTo>
                  <a:lnTo>
                    <a:pt x="1298549" y="149834"/>
                  </a:lnTo>
                  <a:lnTo>
                    <a:pt x="1300505" y="159550"/>
                  </a:lnTo>
                  <a:lnTo>
                    <a:pt x="1305852" y="167487"/>
                  </a:lnTo>
                  <a:lnTo>
                    <a:pt x="1313789" y="172834"/>
                  </a:lnTo>
                  <a:lnTo>
                    <a:pt x="1323517" y="174802"/>
                  </a:lnTo>
                  <a:lnTo>
                    <a:pt x="1333246" y="172834"/>
                  </a:lnTo>
                  <a:lnTo>
                    <a:pt x="1341196" y="167487"/>
                  </a:lnTo>
                  <a:lnTo>
                    <a:pt x="1346542" y="159550"/>
                  </a:lnTo>
                  <a:lnTo>
                    <a:pt x="1348498" y="149834"/>
                  </a:lnTo>
                  <a:lnTo>
                    <a:pt x="1348498" y="24980"/>
                  </a:lnTo>
                  <a:close/>
                </a:path>
                <a:path extrusionOk="0" h="1174114" w="1398904">
                  <a:moveTo>
                    <a:pt x="1398435" y="274688"/>
                  </a:moveTo>
                  <a:lnTo>
                    <a:pt x="1396479" y="264972"/>
                  </a:lnTo>
                  <a:lnTo>
                    <a:pt x="1391132" y="257035"/>
                  </a:lnTo>
                  <a:lnTo>
                    <a:pt x="1383195" y="251688"/>
                  </a:lnTo>
                  <a:lnTo>
                    <a:pt x="1373466" y="249720"/>
                  </a:lnTo>
                  <a:lnTo>
                    <a:pt x="1223632" y="249720"/>
                  </a:lnTo>
                  <a:lnTo>
                    <a:pt x="1213904" y="251688"/>
                  </a:lnTo>
                  <a:lnTo>
                    <a:pt x="1205966" y="257035"/>
                  </a:lnTo>
                  <a:lnTo>
                    <a:pt x="1200619" y="264972"/>
                  </a:lnTo>
                  <a:lnTo>
                    <a:pt x="1198664" y="274688"/>
                  </a:lnTo>
                  <a:lnTo>
                    <a:pt x="1198664" y="724179"/>
                  </a:lnTo>
                  <a:lnTo>
                    <a:pt x="1200619" y="733894"/>
                  </a:lnTo>
                  <a:lnTo>
                    <a:pt x="1205966" y="741832"/>
                  </a:lnTo>
                  <a:lnTo>
                    <a:pt x="1213904" y="747191"/>
                  </a:lnTo>
                  <a:lnTo>
                    <a:pt x="1223632" y="749147"/>
                  </a:lnTo>
                  <a:lnTo>
                    <a:pt x="1373466" y="749147"/>
                  </a:lnTo>
                  <a:lnTo>
                    <a:pt x="1383195" y="747191"/>
                  </a:lnTo>
                  <a:lnTo>
                    <a:pt x="1391132" y="741832"/>
                  </a:lnTo>
                  <a:lnTo>
                    <a:pt x="1396479" y="733894"/>
                  </a:lnTo>
                  <a:lnTo>
                    <a:pt x="1398435" y="724179"/>
                  </a:lnTo>
                  <a:lnTo>
                    <a:pt x="1398435" y="449491"/>
                  </a:lnTo>
                  <a:lnTo>
                    <a:pt x="1363738" y="426491"/>
                  </a:lnTo>
                  <a:lnTo>
                    <a:pt x="1348498" y="699211"/>
                  </a:lnTo>
                  <a:lnTo>
                    <a:pt x="1248613" y="699211"/>
                  </a:lnTo>
                  <a:lnTo>
                    <a:pt x="1248613" y="299656"/>
                  </a:lnTo>
                  <a:lnTo>
                    <a:pt x="1348498" y="299656"/>
                  </a:lnTo>
                  <a:lnTo>
                    <a:pt x="1348498" y="349605"/>
                  </a:lnTo>
                  <a:lnTo>
                    <a:pt x="1350454" y="359321"/>
                  </a:lnTo>
                  <a:lnTo>
                    <a:pt x="1355801" y="367258"/>
                  </a:lnTo>
                  <a:lnTo>
                    <a:pt x="1363738" y="372618"/>
                  </a:lnTo>
                  <a:lnTo>
                    <a:pt x="1373466" y="374573"/>
                  </a:lnTo>
                  <a:lnTo>
                    <a:pt x="1383195" y="372618"/>
                  </a:lnTo>
                  <a:lnTo>
                    <a:pt x="1391132" y="367258"/>
                  </a:lnTo>
                  <a:lnTo>
                    <a:pt x="1396479" y="359321"/>
                  </a:lnTo>
                  <a:lnTo>
                    <a:pt x="1398435" y="349605"/>
                  </a:lnTo>
                  <a:lnTo>
                    <a:pt x="1398435" y="274688"/>
                  </a:lnTo>
                  <a:close/>
                </a:path>
              </a:pathLst>
            </a:custGeom>
            <a:solidFill>
              <a:srgbClr val="2DC29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descr="$PPTXTitle" id="190" name="Google Shape;190;p9"/>
          <p:cNvSpPr txBox="1"/>
          <p:nvPr>
            <p:ph type="title"/>
          </p:nvPr>
        </p:nvSpPr>
        <p:spPr>
          <a:xfrm>
            <a:off x="905894" y="6744201"/>
            <a:ext cx="12885420" cy="2085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4191A"/>
                </a:solidFill>
              </a:rPr>
              <a:t>Entrenamiento, evaluación y preparación de datos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7212929" y="563767"/>
            <a:ext cx="1682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descr="$PPTXTitle" id="197" name="Google Shape;197;p10"/>
          <p:cNvSpPr txBox="1"/>
          <p:nvPr>
            <p:ph type="title"/>
          </p:nvPr>
        </p:nvSpPr>
        <p:spPr>
          <a:xfrm>
            <a:off x="9569374" y="1606411"/>
            <a:ext cx="7510780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00">
                <a:latin typeface="DM Sans"/>
                <a:ea typeface="DM Sans"/>
                <a:cs typeface="DM Sans"/>
                <a:sym typeface="DM Sans"/>
              </a:rPr>
              <a:t>Entrenamiento y evaluación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9569374" y="3433161"/>
            <a:ext cx="7616190" cy="595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Entrenamiento de modelos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70548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Ajuste de parámetros usando datos históricos con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salida 	conocida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modelo aprende patrones útiles para la predicción.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None/>
            </a:pPr>
            <a:r>
              <a:t/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Evaluación en datos no vistos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43053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 mide el desempeño en un conjunto separado para evitar 	resultados engañosos.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Permite verificar la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utilidad real 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del modelo.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None/>
            </a:pPr>
            <a:r>
              <a:t/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Generalización y sobreajuste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 modelo generaliza bien si mantiene su rendimiento fuera del 	entrenamiento.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31686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sobreajuste 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ocurre cuando el modelo memoriza el ruido y 	pierde capacidad predictiva.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16840200" y="561158"/>
            <a:ext cx="541016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1706752"/>
            <a:ext cx="8580244" cy="858024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9582070" y="3108312"/>
            <a:ext cx="6068060" cy="0"/>
          </a:xfrm>
          <a:custGeom>
            <a:rect b="b" l="l" r="r" t="t"/>
            <a:pathLst>
              <a:path extrusionOk="0" h="120000" w="6068059">
                <a:moveTo>
                  <a:pt x="606799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2" name="Google Shape;202;p10"/>
          <p:cNvSpPr txBox="1"/>
          <p:nvPr/>
        </p:nvSpPr>
        <p:spPr>
          <a:xfrm>
            <a:off x="905904" y="561158"/>
            <a:ext cx="61671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ENTRENAMIENTO, EVALUACIÓN Y PREPARACIÓN DE DATOS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/>
        </p:nvSpPr>
        <p:spPr>
          <a:xfrm>
            <a:off x="905866" y="1612394"/>
            <a:ext cx="11657330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Separación de datos y fuga de información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17149187" y="561158"/>
            <a:ext cx="2324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9" name="Google Shape;209;p11"/>
          <p:cNvGrpSpPr/>
          <p:nvPr/>
        </p:nvGrpSpPr>
        <p:grpSpPr>
          <a:xfrm>
            <a:off x="6273142" y="3859716"/>
            <a:ext cx="5740561" cy="4362450"/>
            <a:chOff x="6273142" y="3859716"/>
            <a:chExt cx="5740561" cy="4362450"/>
          </a:xfrm>
        </p:grpSpPr>
        <p:sp>
          <p:nvSpPr>
            <p:cNvPr id="210" name="Google Shape;210;p11"/>
            <p:cNvSpPr/>
            <p:nvPr/>
          </p:nvSpPr>
          <p:spPr>
            <a:xfrm>
              <a:off x="12013703" y="3859716"/>
              <a:ext cx="0" cy="4362450"/>
            </a:xfrm>
            <a:custGeom>
              <a:rect b="b" l="l" r="r" t="t"/>
              <a:pathLst>
                <a:path extrusionOk="0" h="4362450" w="120000">
                  <a:moveTo>
                    <a:pt x="0" y="4362094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6273142" y="3859716"/>
              <a:ext cx="0" cy="4362450"/>
            </a:xfrm>
            <a:custGeom>
              <a:rect b="b" l="l" r="r" t="t"/>
              <a:pathLst>
                <a:path extrusionOk="0" h="4362450" w="120000">
                  <a:moveTo>
                    <a:pt x="0" y="4362094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2" name="Google Shape;212;p11"/>
          <p:cNvSpPr txBox="1"/>
          <p:nvPr/>
        </p:nvSpPr>
        <p:spPr>
          <a:xfrm>
            <a:off x="905866" y="561158"/>
            <a:ext cx="616712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ENTRENAMIENTO, EVALUACIÓN Y PREPARACIÓN DE DATOS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12386965" y="3707946"/>
            <a:ext cx="4864735" cy="2787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935"/>
              </a:spcBef>
              <a:spcAft>
                <a:spcPts val="0"/>
              </a:spcAft>
              <a:buNone/>
            </a:pPr>
            <a:r>
              <a:rPr lang="en-US" sz="2900">
                <a:latin typeface="DM Sans"/>
                <a:ea typeface="DM Sans"/>
                <a:cs typeface="DM Sans"/>
                <a:sym typeface="DM Sans"/>
              </a:rPr>
              <a:t>Impacto en la generalización</a:t>
            </a:r>
            <a:endParaRPr/>
          </a:p>
          <a:p>
            <a:pPr indent="-212725" lvl="0" marL="224790" marR="126364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Una correcta separación garantiza que 	el modelo sea útil en datos no vistos.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6646382" y="3707946"/>
            <a:ext cx="4992370" cy="449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marR="1176020" rtl="0" algn="l">
              <a:lnSpc>
                <a:spcPct val="100000"/>
              </a:lnSpc>
              <a:spcBef>
                <a:spcPts val="2935"/>
              </a:spcBef>
              <a:spcAft>
                <a:spcPts val="0"/>
              </a:spcAft>
              <a:buNone/>
            </a:pPr>
            <a:r>
              <a:rPr lang="en-US" sz="2900">
                <a:latin typeface="DM Sans"/>
                <a:ea typeface="DM Sans"/>
                <a:cs typeface="DM Sans"/>
                <a:sym typeface="DM Sans"/>
              </a:rPr>
              <a:t>Prevención de fuga de información</a:t>
            </a:r>
            <a:endParaRPr/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Evitar que variables anticipen la 	respuesta o mezclen datos de diferentes 	periodos.</a:t>
            </a:r>
            <a:endParaRPr/>
          </a:p>
          <a:p>
            <a:pPr indent="-212725" lvl="0" marL="224790" marR="50482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fuga de información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puede 	inﬂar artificialmente el desempeño del 	modelo.</a:t>
            </a:r>
            <a:endParaRPr/>
          </a:p>
        </p:txBody>
      </p:sp>
      <p:sp>
        <p:nvSpPr>
          <p:cNvPr id="215" name="Google Shape;215;p11"/>
          <p:cNvSpPr txBox="1"/>
          <p:nvPr/>
        </p:nvSpPr>
        <p:spPr>
          <a:xfrm>
            <a:off x="905779" y="3707946"/>
            <a:ext cx="4970145" cy="4057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935"/>
              </a:spcBef>
              <a:spcAft>
                <a:spcPts val="0"/>
              </a:spcAft>
              <a:buNone/>
            </a:pPr>
            <a:r>
              <a:rPr lang="en-US" sz="2900">
                <a:latin typeface="DM Sans"/>
                <a:ea typeface="DM Sans"/>
                <a:cs typeface="DM Sans"/>
                <a:sym typeface="DM Sans"/>
              </a:rPr>
              <a:t>División estratégica de datos</a:t>
            </a:r>
            <a:endParaRPr/>
          </a:p>
          <a:p>
            <a:pPr indent="-212725" lvl="0" marL="224790" marR="5715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Separar en conjuntos de 	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entrenamiento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evaluación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y 	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predicción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para simular escenarios 	reales.</a:t>
            </a:r>
            <a:endParaRPr/>
          </a:p>
          <a:p>
            <a:pPr indent="-212725" lvl="0" marL="224790" marR="16764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La división temporal ayuda a evitar que 	el modelo aprenda patrones del futuro.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491124" y="4001452"/>
            <a:ext cx="11877675" cy="396240"/>
          </a:xfrm>
          <a:custGeom>
            <a:rect b="b" l="l" r="r" t="t"/>
            <a:pathLst>
              <a:path extrusionOk="0" h="396239" w="11877675">
                <a:moveTo>
                  <a:pt x="395986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23" y="395986"/>
                </a:lnTo>
                <a:lnTo>
                  <a:pt x="344487" y="87909"/>
                </a:lnTo>
                <a:lnTo>
                  <a:pt x="344487" y="295935"/>
                </a:lnTo>
                <a:lnTo>
                  <a:pt x="395986" y="295935"/>
                </a:lnTo>
                <a:lnTo>
                  <a:pt x="395986" y="0"/>
                </a:lnTo>
                <a:close/>
              </a:path>
              <a:path extrusionOk="0" h="396239" w="11877675">
                <a:moveTo>
                  <a:pt x="6136513" y="0"/>
                </a:moveTo>
                <a:lnTo>
                  <a:pt x="5840577" y="0"/>
                </a:lnTo>
                <a:lnTo>
                  <a:pt x="5840577" y="51498"/>
                </a:lnTo>
                <a:lnTo>
                  <a:pt x="6048603" y="51498"/>
                </a:lnTo>
                <a:lnTo>
                  <a:pt x="5740527" y="359575"/>
                </a:lnTo>
                <a:lnTo>
                  <a:pt x="5776950" y="395986"/>
                </a:lnTo>
                <a:lnTo>
                  <a:pt x="6085014" y="87909"/>
                </a:lnTo>
                <a:lnTo>
                  <a:pt x="6085014" y="295935"/>
                </a:lnTo>
                <a:lnTo>
                  <a:pt x="6136513" y="295935"/>
                </a:lnTo>
                <a:lnTo>
                  <a:pt x="6136513" y="0"/>
                </a:lnTo>
                <a:close/>
              </a:path>
              <a:path extrusionOk="0" h="396239" w="11877675">
                <a:moveTo>
                  <a:pt x="11877053" y="0"/>
                </a:moveTo>
                <a:lnTo>
                  <a:pt x="11581117" y="0"/>
                </a:lnTo>
                <a:lnTo>
                  <a:pt x="11581117" y="51498"/>
                </a:lnTo>
                <a:lnTo>
                  <a:pt x="11789143" y="51498"/>
                </a:lnTo>
                <a:lnTo>
                  <a:pt x="11481067" y="359575"/>
                </a:lnTo>
                <a:lnTo>
                  <a:pt x="11517490" y="395986"/>
                </a:lnTo>
                <a:lnTo>
                  <a:pt x="11825554" y="87909"/>
                </a:lnTo>
                <a:lnTo>
                  <a:pt x="11825554" y="295935"/>
                </a:lnTo>
                <a:lnTo>
                  <a:pt x="11877053" y="295935"/>
                </a:lnTo>
                <a:lnTo>
                  <a:pt x="11877053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9853371" y="1848459"/>
            <a:ext cx="7519034" cy="396240"/>
          </a:xfrm>
          <a:custGeom>
            <a:rect b="b" l="l" r="r" t="t"/>
            <a:pathLst>
              <a:path extrusionOk="0" h="396239" w="7519034">
                <a:moveTo>
                  <a:pt x="395998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10" y="395998"/>
                </a:lnTo>
                <a:lnTo>
                  <a:pt x="344487" y="87909"/>
                </a:lnTo>
                <a:lnTo>
                  <a:pt x="344487" y="295948"/>
                </a:lnTo>
                <a:lnTo>
                  <a:pt x="395998" y="295948"/>
                </a:lnTo>
                <a:lnTo>
                  <a:pt x="395998" y="0"/>
                </a:lnTo>
                <a:close/>
              </a:path>
              <a:path extrusionOk="0" h="396239" w="7519034">
                <a:moveTo>
                  <a:pt x="3957459" y="0"/>
                </a:moveTo>
                <a:lnTo>
                  <a:pt x="3661511" y="0"/>
                </a:lnTo>
                <a:lnTo>
                  <a:pt x="3661511" y="51498"/>
                </a:lnTo>
                <a:lnTo>
                  <a:pt x="3869537" y="51498"/>
                </a:lnTo>
                <a:lnTo>
                  <a:pt x="3561461" y="359575"/>
                </a:lnTo>
                <a:lnTo>
                  <a:pt x="3597884" y="395998"/>
                </a:lnTo>
                <a:lnTo>
                  <a:pt x="3905948" y="87909"/>
                </a:lnTo>
                <a:lnTo>
                  <a:pt x="3905948" y="295948"/>
                </a:lnTo>
                <a:lnTo>
                  <a:pt x="3957459" y="295948"/>
                </a:lnTo>
                <a:lnTo>
                  <a:pt x="3957459" y="0"/>
                </a:lnTo>
                <a:close/>
              </a:path>
              <a:path extrusionOk="0" h="396239" w="7519034">
                <a:moveTo>
                  <a:pt x="7518984" y="0"/>
                </a:moveTo>
                <a:lnTo>
                  <a:pt x="7223036" y="0"/>
                </a:lnTo>
                <a:lnTo>
                  <a:pt x="7223036" y="51498"/>
                </a:lnTo>
                <a:lnTo>
                  <a:pt x="7431062" y="51498"/>
                </a:lnTo>
                <a:lnTo>
                  <a:pt x="7122985" y="359575"/>
                </a:lnTo>
                <a:lnTo>
                  <a:pt x="7159409" y="395998"/>
                </a:lnTo>
                <a:lnTo>
                  <a:pt x="7467473" y="87909"/>
                </a:lnTo>
                <a:lnTo>
                  <a:pt x="7467473" y="295948"/>
                </a:lnTo>
                <a:lnTo>
                  <a:pt x="7518984" y="295948"/>
                </a:lnTo>
                <a:lnTo>
                  <a:pt x="7518984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2" name="Google Shape;222;p12"/>
          <p:cNvSpPr txBox="1"/>
          <p:nvPr/>
        </p:nvSpPr>
        <p:spPr>
          <a:xfrm>
            <a:off x="17145530" y="561158"/>
            <a:ext cx="235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905785" y="561158"/>
            <a:ext cx="616712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ENTRENAMIENTO, EVALUACIÓN Y PREPARACIÓN DE DATOS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14578037" y="6076675"/>
            <a:ext cx="2712720" cy="3090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28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DM Sans"/>
                <a:ea typeface="DM Sans"/>
                <a:cs typeface="DM Sans"/>
                <a:sym typeface="DM Sans"/>
              </a:rPr>
              <a:t>Mejora la calidad del modelo</a:t>
            </a:r>
            <a:endParaRPr/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Variables derivadas 	permiten detectar 	patrones y mejorar la 	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capacidad 	predictiva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11016505" y="4806325"/>
            <a:ext cx="2761615" cy="436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026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DM Sans"/>
                <a:ea typeface="DM Sans"/>
                <a:cs typeface="DM Sans"/>
                <a:sym typeface="DM Sans"/>
              </a:rPr>
              <a:t>Ejemplos prácticos en taxis</a:t>
            </a:r>
            <a:endParaRPr/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Extraer la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hora de 	abordaje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o el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día de 	la semana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a partir de 	la fecha.</a:t>
            </a:r>
            <a:endParaRPr/>
          </a:p>
          <a:p>
            <a:pPr indent="-212725" lvl="0" marL="224790" marR="15367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Calcular la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duración 	del viaje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y el 	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porcentaje de 	propina 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sobre la 	tarifa.</a:t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7455048" y="5774964"/>
            <a:ext cx="2793365" cy="3392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72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DM Sans"/>
                <a:ea typeface="DM Sans"/>
                <a:cs typeface="DM Sans"/>
                <a:sym typeface="DM Sans"/>
              </a:rPr>
              <a:t>Transformar datos en señales útiles</a:t>
            </a:r>
            <a:endParaRPr/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lang="en-US" sz="1950">
                <a:latin typeface="DM Sans"/>
                <a:ea typeface="DM Sans"/>
                <a:cs typeface="DM Sans"/>
                <a:sym typeface="DM Sans"/>
              </a:rPr>
              <a:t>ingeniería de 	características 	</a:t>
            </a: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convierte información 	cruda en variables 	que el modelo puede 	aprovechar.</a:t>
            </a:r>
            <a:endParaRPr/>
          </a:p>
        </p:txBody>
      </p:sp>
      <p:grpSp>
        <p:nvGrpSpPr>
          <p:cNvPr id="227" name="Google Shape;227;p12"/>
          <p:cNvGrpSpPr/>
          <p:nvPr/>
        </p:nvGrpSpPr>
        <p:grpSpPr>
          <a:xfrm>
            <a:off x="7077327" y="1706752"/>
            <a:ext cx="7122991" cy="7475855"/>
            <a:chOff x="7077327" y="1706752"/>
            <a:chExt cx="7122991" cy="7475855"/>
          </a:xfrm>
        </p:grpSpPr>
        <p:sp>
          <p:nvSpPr>
            <p:cNvPr id="228" name="Google Shape;228;p12"/>
            <p:cNvSpPr/>
            <p:nvPr/>
          </p:nvSpPr>
          <p:spPr>
            <a:xfrm>
              <a:off x="14200318" y="1706752"/>
              <a:ext cx="0" cy="7475855"/>
            </a:xfrm>
            <a:custGeom>
              <a:rect b="b" l="l" r="r" t="t"/>
              <a:pathLst>
                <a:path extrusionOk="0" h="7475855" w="120000">
                  <a:moveTo>
                    <a:pt x="0" y="747534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10638784" y="1706752"/>
              <a:ext cx="0" cy="7475855"/>
            </a:xfrm>
            <a:custGeom>
              <a:rect b="b" l="l" r="r" t="t"/>
              <a:pathLst>
                <a:path extrusionOk="0" h="7475855" w="120000">
                  <a:moveTo>
                    <a:pt x="0" y="747534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7077327" y="1706752"/>
              <a:ext cx="0" cy="7475855"/>
            </a:xfrm>
            <a:custGeom>
              <a:rect b="b" l="l" r="r" t="t"/>
              <a:pathLst>
                <a:path extrusionOk="0" h="7475855" w="120000">
                  <a:moveTo>
                    <a:pt x="0" y="747534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1" name="Google Shape;231;p12"/>
          <p:cNvSpPr txBox="1"/>
          <p:nvPr/>
        </p:nvSpPr>
        <p:spPr>
          <a:xfrm>
            <a:off x="14577984" y="1554972"/>
            <a:ext cx="147129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11016066" y="1554972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descr="$PPTXTitle" id="233" name="Google Shape;233;p12"/>
          <p:cNvSpPr txBox="1"/>
          <p:nvPr>
            <p:ph type="title"/>
          </p:nvPr>
        </p:nvSpPr>
        <p:spPr>
          <a:xfrm>
            <a:off x="7454148" y="1554972"/>
            <a:ext cx="124968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905866" y="1606411"/>
            <a:ext cx="403161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Ingeniería de características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39" name="Google Shape;239;p13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Métricas y selección de modelos</a:t>
            </a:r>
            <a:endParaRPr/>
          </a:p>
        </p:txBody>
      </p:sp>
      <p:sp>
        <p:nvSpPr>
          <p:cNvPr id="240" name="Google Shape;240;p13"/>
          <p:cNvSpPr txBox="1"/>
          <p:nvPr/>
        </p:nvSpPr>
        <p:spPr>
          <a:xfrm>
            <a:off x="17144578" y="562607"/>
            <a:ext cx="2368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/>
          <p:nvPr/>
        </p:nvSpPr>
        <p:spPr>
          <a:xfrm>
            <a:off x="16972331" y="3028695"/>
            <a:ext cx="396240" cy="5836920"/>
          </a:xfrm>
          <a:custGeom>
            <a:rect b="b" l="l" r="r" t="t"/>
            <a:pathLst>
              <a:path extrusionOk="0" h="5836920" w="396240">
                <a:moveTo>
                  <a:pt x="395998" y="5440705"/>
                </a:moveTo>
                <a:lnTo>
                  <a:pt x="100050" y="5440705"/>
                </a:lnTo>
                <a:lnTo>
                  <a:pt x="100050" y="5492204"/>
                </a:lnTo>
                <a:lnTo>
                  <a:pt x="308076" y="5492204"/>
                </a:lnTo>
                <a:lnTo>
                  <a:pt x="0" y="5800280"/>
                </a:lnTo>
                <a:lnTo>
                  <a:pt x="36423" y="5836704"/>
                </a:lnTo>
                <a:lnTo>
                  <a:pt x="344487" y="5528627"/>
                </a:lnTo>
                <a:lnTo>
                  <a:pt x="344487" y="5736653"/>
                </a:lnTo>
                <a:lnTo>
                  <a:pt x="395998" y="5736653"/>
                </a:lnTo>
                <a:lnTo>
                  <a:pt x="395998" y="5440705"/>
                </a:lnTo>
                <a:close/>
              </a:path>
              <a:path extrusionOk="0" h="5836920" w="396240">
                <a:moveTo>
                  <a:pt x="395998" y="3309023"/>
                </a:moveTo>
                <a:lnTo>
                  <a:pt x="100050" y="3309023"/>
                </a:lnTo>
                <a:lnTo>
                  <a:pt x="100050" y="3360521"/>
                </a:lnTo>
                <a:lnTo>
                  <a:pt x="308076" y="3360521"/>
                </a:lnTo>
                <a:lnTo>
                  <a:pt x="0" y="3668598"/>
                </a:lnTo>
                <a:lnTo>
                  <a:pt x="36423" y="3705021"/>
                </a:lnTo>
                <a:lnTo>
                  <a:pt x="344487" y="3396945"/>
                </a:lnTo>
                <a:lnTo>
                  <a:pt x="344487" y="3604971"/>
                </a:lnTo>
                <a:lnTo>
                  <a:pt x="395998" y="3604971"/>
                </a:lnTo>
                <a:lnTo>
                  <a:pt x="395998" y="3309023"/>
                </a:lnTo>
                <a:close/>
              </a:path>
              <a:path extrusionOk="0" h="5836920" w="396240">
                <a:moveTo>
                  <a:pt x="395998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23" y="395998"/>
                </a:lnTo>
                <a:lnTo>
                  <a:pt x="344487" y="87909"/>
                </a:lnTo>
                <a:lnTo>
                  <a:pt x="344487" y="295948"/>
                </a:lnTo>
                <a:lnTo>
                  <a:pt x="395998" y="295948"/>
                </a:lnTo>
                <a:lnTo>
                  <a:pt x="395998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6" name="Google Shape;246;p14"/>
          <p:cNvSpPr txBox="1"/>
          <p:nvPr/>
        </p:nvSpPr>
        <p:spPr>
          <a:xfrm>
            <a:off x="905866" y="1612394"/>
            <a:ext cx="6412230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Métricas para regresión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17162217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905785" y="561158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905866" y="8314818"/>
            <a:ext cx="147129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905866" y="9315578"/>
            <a:ext cx="521208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Revisión de múltiples métricas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905866" y="6183137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905866" y="7183897"/>
            <a:ext cx="435737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R2: Variabilidad explicada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905866" y="2874119"/>
            <a:ext cx="124968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endParaRPr sz="7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905866" y="3874879"/>
            <a:ext cx="494157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Principales métricas de error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5" name="Google Shape;255;p14"/>
          <p:cNvGrpSpPr/>
          <p:nvPr/>
        </p:nvGrpSpPr>
        <p:grpSpPr>
          <a:xfrm>
            <a:off x="918563" y="5941150"/>
            <a:ext cx="16450310" cy="2131679"/>
            <a:chOff x="918563" y="5941150"/>
            <a:chExt cx="16450310" cy="2131679"/>
          </a:xfrm>
        </p:grpSpPr>
        <p:sp>
          <p:nvSpPr>
            <p:cNvPr id="256" name="Google Shape;256;p14"/>
            <p:cNvSpPr/>
            <p:nvPr/>
          </p:nvSpPr>
          <p:spPr>
            <a:xfrm>
              <a:off x="918563" y="8072829"/>
              <a:ext cx="16450310" cy="0"/>
            </a:xfrm>
            <a:custGeom>
              <a:rect b="b" l="l" r="r" t="t"/>
              <a:pathLst>
                <a:path extrusionOk="0" h="120000" w="16450310">
                  <a:moveTo>
                    <a:pt x="1644982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918563" y="5941150"/>
              <a:ext cx="16450310" cy="0"/>
            </a:xfrm>
            <a:custGeom>
              <a:rect b="b" l="l" r="r" t="t"/>
              <a:pathLst>
                <a:path extrusionOk="0" h="120000" w="16450310">
                  <a:moveTo>
                    <a:pt x="1644982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8" name="Google Shape;258;p14"/>
          <p:cNvSpPr txBox="1"/>
          <p:nvPr/>
        </p:nvSpPr>
        <p:spPr>
          <a:xfrm>
            <a:off x="7719962" y="8791572"/>
            <a:ext cx="7838440" cy="629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Analizar varias métricas garantiza una evaluación más completa y 	evita interpretaciones erróneas.</a:t>
            </a: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7719962" y="6489392"/>
            <a:ext cx="7265034" cy="97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El coeficiente R2 indica qué proporción de la variabilidad del 	objetivo explica el modelo.</a:t>
            </a:r>
            <a:endParaRPr/>
          </a:p>
          <a:p>
            <a:pPr indent="-212725" lvl="0" marL="225425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No debe usarse de forma aislada; es un resumen general.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7719962" y="2975476"/>
            <a:ext cx="8017509" cy="2557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MAE, MSE y RMSE permiten medir la distancia entre la predicción 	y el valor real.</a:t>
            </a:r>
            <a:endParaRPr/>
          </a:p>
          <a:p>
            <a:pPr indent="-212725" lvl="0" marL="224790" marR="574675" rtl="0" algn="l">
              <a:lnSpc>
                <a:spcPct val="101499"/>
              </a:lnSpc>
              <a:spcBef>
                <a:spcPts val="309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MAE expresa el error promedio en las mismas unidades que la 	variable objetivo.</a:t>
            </a:r>
            <a:endParaRPr/>
          </a:p>
          <a:p>
            <a:pPr indent="-212725" lvl="0" marL="224790" marR="384175" rtl="0" algn="l">
              <a:lnSpc>
                <a:spcPct val="101499"/>
              </a:lnSpc>
              <a:spcBef>
                <a:spcPts val="309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MSE penaliza más los errores grandes, útil para detectar valores 	atípicos.</a:t>
            </a:r>
            <a:endParaRPr/>
          </a:p>
          <a:p>
            <a:pPr indent="-212725" lvl="0" marL="224790" marR="1351915" rtl="0" algn="l">
              <a:lnSpc>
                <a:spcPct val="101499"/>
              </a:lnSpc>
              <a:spcBef>
                <a:spcPts val="309"/>
              </a:spcBef>
              <a:spcAft>
                <a:spcPts val="0"/>
              </a:spcAft>
              <a:buSzPts val="1950"/>
              <a:buFont typeface="Times New Roman"/>
              <a:buChar char="•"/>
            </a:pPr>
            <a:r>
              <a:rPr lang="en-US" sz="1950">
                <a:latin typeface="DM Sans"/>
                <a:ea typeface="DM Sans"/>
                <a:cs typeface="DM Sans"/>
                <a:sym typeface="DM Sans"/>
              </a:rPr>
              <a:t>RMSE devuelve el error a la escala original, facilitando la 	interpretación.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/>
          <p:nvPr/>
        </p:nvSpPr>
        <p:spPr>
          <a:xfrm>
            <a:off x="17162217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905785" y="561158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67" name="Google Shape;267;p15"/>
          <p:cNvGraphicFramePr/>
          <p:nvPr/>
        </p:nvGraphicFramePr>
        <p:xfrm>
          <a:off x="918566" y="18080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{EFC537F4-2583-462E-BC4D-B133DE10475A}</a:tableStyleId>
              </a:tblPr>
              <a:tblGrid>
                <a:gridCol w="1512575"/>
                <a:gridCol w="3246125"/>
                <a:gridCol w="3274700"/>
                <a:gridCol w="1931675"/>
              </a:tblGrid>
              <a:tr h="772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Viaje</a:t>
                      </a:r>
                      <a:endParaRPr/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Propina real</a:t>
                      </a:r>
                      <a:endParaRPr/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Predicción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</a:t>
                      </a:r>
                      <a:endParaRPr/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</a:t>
                      </a:r>
                      <a:endParaRPr/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7</a:t>
                      </a:r>
                      <a:endParaRPr/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</a:t>
                      </a:r>
                      <a:endParaRPr/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-4</a:t>
                      </a:r>
                      <a:endParaRPr/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" name="Google Shape;268;p15"/>
          <p:cNvSpPr txBox="1"/>
          <p:nvPr/>
        </p:nvSpPr>
        <p:spPr>
          <a:xfrm>
            <a:off x="905866" y="5518125"/>
            <a:ext cx="5109845" cy="3541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55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MAE</a:t>
            </a:r>
            <a:r>
              <a:rPr lang="en-US" sz="240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= promedio de errores absolutos: (1 + 3 + 4) / 3 = 2.67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7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MSE</a:t>
            </a:r>
            <a:r>
              <a:rPr lang="en-US" sz="240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= promedio de errores al cuadrado: (1² + 3² + 4²) / 3 = (1 + 9 + 16) / 3 = 8.67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7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RMSE</a:t>
            </a:r>
            <a:r>
              <a:rPr lang="en-US" sz="240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= raíz del MSE: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√8.67 = 2.94</a:t>
            </a:r>
            <a:endParaRPr/>
          </a:p>
        </p:txBody>
      </p:sp>
      <p:graphicFrame>
        <p:nvGraphicFramePr>
          <p:cNvPr id="269" name="Google Shape;269;p15"/>
          <p:cNvGraphicFramePr/>
          <p:nvPr/>
        </p:nvGraphicFramePr>
        <p:xfrm>
          <a:off x="7443006" y="69166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{EFC537F4-2583-462E-BC4D-B133DE10475A}</a:tableStyleId>
              </a:tblPr>
              <a:tblGrid>
                <a:gridCol w="1865000"/>
                <a:gridCol w="1432550"/>
                <a:gridCol w="1490975"/>
                <a:gridCol w="5406400"/>
              </a:tblGrid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Modelo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MAE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RMSE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Interpretación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Modelo A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2.67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2.94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Mejor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Modelo B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4.10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6.80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Peor, comete errores grandes</a:t>
                      </a:r>
                      <a:endParaRPr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6"/>
          <p:cNvSpPr txBox="1"/>
          <p:nvPr/>
        </p:nvSpPr>
        <p:spPr>
          <a:xfrm>
            <a:off x="17162217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905785" y="561158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77" name="Google Shape;277;p16"/>
          <p:cNvGraphicFramePr/>
          <p:nvPr/>
        </p:nvGraphicFramePr>
        <p:xfrm>
          <a:off x="1730349" y="30472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{EFC537F4-2583-462E-BC4D-B133DE10475A}</a:tableStyleId>
              </a:tblPr>
              <a:tblGrid>
                <a:gridCol w="4451350"/>
                <a:gridCol w="4451350"/>
              </a:tblGrid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R²</a:t>
                      </a:r>
                      <a:endParaRPr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Significado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1.00</a:t>
                      </a:r>
                      <a:endParaRPr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Predicción perfecta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0.80</a:t>
                      </a:r>
                      <a:endParaRPr/>
                    </a:p>
                  </a:txBody>
                  <a:tcPr marT="2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5461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El modelo explica el 80% de la variación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0.50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Explica la mitad</a:t>
                      </a:r>
                      <a:endParaRPr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0.00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7613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 mejora respecto a usar el promedio</a:t>
                      </a:r>
                      <a:endParaRPr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&lt; 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7232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Peor que predecir siempre el promedio</a:t>
                      </a:r>
                      <a:endParaRPr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descr="$PPTXTitle" id="278" name="Google Shape;278;p16"/>
          <p:cNvSpPr txBox="1"/>
          <p:nvPr>
            <p:ph type="title"/>
          </p:nvPr>
        </p:nvSpPr>
        <p:spPr>
          <a:xfrm>
            <a:off x="820141" y="1110257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820141" y="2111018"/>
            <a:ext cx="435737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R2: Variabilidad explicada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11990884" y="4484664"/>
            <a:ext cx="416369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R²</a:t>
            </a:r>
            <a:r>
              <a:rPr lang="en-US" sz="240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te dice:</a:t>
            </a:r>
            <a:endParaRPr/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“¿Qué tanto mejor soy que simplemente usar el promedio?”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/>
          <p:nvPr/>
        </p:nvSpPr>
        <p:spPr>
          <a:xfrm>
            <a:off x="17162217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17"/>
          <p:cNvSpPr txBox="1"/>
          <p:nvPr/>
        </p:nvSpPr>
        <p:spPr>
          <a:xfrm>
            <a:off x="905785" y="561158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descr="$PPTXTitle" id="287" name="Google Shape;287;p17"/>
          <p:cNvSpPr txBox="1"/>
          <p:nvPr>
            <p:ph type="title"/>
          </p:nvPr>
        </p:nvSpPr>
        <p:spPr>
          <a:xfrm>
            <a:off x="820141" y="1110257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/>
          </a:p>
        </p:txBody>
      </p:sp>
      <p:graphicFrame>
        <p:nvGraphicFramePr>
          <p:cNvPr id="288" name="Google Shape;288;p17"/>
          <p:cNvGraphicFramePr/>
          <p:nvPr/>
        </p:nvGraphicFramePr>
        <p:xfrm>
          <a:off x="8951379" y="15774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{EFC537F4-2583-462E-BC4D-B133DE10475A}</a:tableStyleId>
              </a:tblPr>
              <a:tblGrid>
                <a:gridCol w="1019175"/>
                <a:gridCol w="2315650"/>
                <a:gridCol w="2679650"/>
                <a:gridCol w="2297025"/>
              </a:tblGrid>
              <a:tr h="1026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Viaje</a:t>
                      </a:r>
                      <a:endParaRPr/>
                    </a:p>
                  </a:txBody>
                  <a:tcPr marT="243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Propina real</a:t>
                      </a:r>
                      <a:endParaRPr/>
                    </a:p>
                  </a:txBody>
                  <a:tcPr marT="243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631190" rtl="0" algn="l">
                        <a:lnSpc>
                          <a:spcPct val="10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Promedio real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398145" rtl="0" algn="l">
                        <a:lnSpc>
                          <a:spcPct val="10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Predicción del modelo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8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</a:t>
                      </a:r>
                      <a:endParaRPr/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5.67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8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</a:t>
                      </a:r>
                      <a:endParaRPr/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5.67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7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8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5.67</a:t>
                      </a:r>
                      <a:endParaRPr/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</a:t>
                      </a:r>
                      <a:endParaRPr/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9" name="Google Shape;289;p17"/>
          <p:cNvGraphicFramePr/>
          <p:nvPr/>
        </p:nvGraphicFramePr>
        <p:xfrm>
          <a:off x="8921724" y="5143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{EFC537F4-2583-462E-BC4D-B133DE10475A}</a:tableStyleId>
              </a:tblPr>
              <a:tblGrid>
                <a:gridCol w="898525"/>
                <a:gridCol w="2260600"/>
                <a:gridCol w="1927225"/>
                <a:gridCol w="1793875"/>
                <a:gridCol w="1308100"/>
              </a:tblGrid>
              <a:tr h="8794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Viaje</a:t>
                      </a:r>
                      <a:endParaRPr/>
                    </a:p>
                  </a:txBody>
                  <a:tcPr marT="212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 usando</a:t>
                      </a:r>
                      <a:endParaRPr/>
                    </a:p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promedio</a:t>
                      </a:r>
                      <a:endParaRPr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Error²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promedio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723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 modelo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2381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Error² modelo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5 - 5.67 = -0.67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0.45</a:t>
                      </a:r>
                      <a:endParaRPr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5 - 4 = 1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10 - 5.67 = 4.33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18.75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10 - 7 = 3</a:t>
                      </a:r>
                      <a:endParaRPr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2 - 5.67 = -3.67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13.45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2 - 6 = -     4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16</a:t>
                      </a:r>
                      <a:endParaRPr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17"/>
          <p:cNvSpPr txBox="1"/>
          <p:nvPr/>
        </p:nvSpPr>
        <p:spPr>
          <a:xfrm>
            <a:off x="820141" y="2111018"/>
            <a:ext cx="5369560" cy="313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R2: Variabilidad explicada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0" lvl="0" marL="4165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R²</a:t>
            </a:r>
            <a:r>
              <a:rPr lang="en-US" sz="240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te dice:</a:t>
            </a:r>
            <a:endParaRPr/>
          </a:p>
          <a:p>
            <a:pPr indent="0" lvl="0" marL="416559" marR="806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“¿Qué tanto mejor soy que simplemente usar el promedio?”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159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R² = 1 - (Error² modelo / Error² promedio)</a:t>
            </a:r>
            <a:endParaRPr/>
          </a:p>
        </p:txBody>
      </p:sp>
      <p:graphicFrame>
        <p:nvGraphicFramePr>
          <p:cNvPr id="291" name="Google Shape;291;p17"/>
          <p:cNvGraphicFramePr/>
          <p:nvPr/>
        </p:nvGraphicFramePr>
        <p:xfrm>
          <a:off x="1100806" y="61512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{EFC537F4-2583-462E-BC4D-B133DE10475A}</a:tableStyleId>
              </a:tblPr>
              <a:tblGrid>
                <a:gridCol w="3332475"/>
                <a:gridCol w="2313300"/>
              </a:tblGrid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Cálculo</a:t>
                      </a:r>
                      <a:endParaRPr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Resultado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indent="0" lvl="0" marL="80645" marR="8343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Error² total usando promedio</a:t>
                      </a:r>
                      <a:endParaRPr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32.65</a:t>
                      </a:r>
                      <a:endParaRPr/>
                    </a:p>
                  </a:txBody>
                  <a:tcPr marT="212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Error² total del modelo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26</a:t>
                      </a:r>
                      <a:endParaRPr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17"/>
          <p:cNvSpPr txBox="1"/>
          <p:nvPr/>
        </p:nvSpPr>
        <p:spPr>
          <a:xfrm>
            <a:off x="1149066" y="8888883"/>
            <a:ext cx="2350770" cy="75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R² = 1 - (26 / 32.65)</a:t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5011797" y="8958377"/>
            <a:ext cx="12661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ans 3"/>
                <a:ea typeface="Source Sans 3"/>
                <a:cs typeface="Source Sans 3"/>
                <a:sym typeface="Source Sans 3"/>
              </a:rPr>
              <a:t>R² = 0.204</a:t>
            </a:r>
            <a:endParaRPr sz="24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9" name="Google Shape;299;p18"/>
          <p:cNvSpPr txBox="1"/>
          <p:nvPr/>
        </p:nvSpPr>
        <p:spPr>
          <a:xfrm>
            <a:off x="17145072" y="562607"/>
            <a:ext cx="236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descr="$PPTXTitle" id="300" name="Google Shape;300;p18"/>
          <p:cNvSpPr txBox="1"/>
          <p:nvPr>
            <p:ph type="title"/>
          </p:nvPr>
        </p:nvSpPr>
        <p:spPr>
          <a:xfrm>
            <a:off x="905866" y="1606411"/>
            <a:ext cx="10647045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00">
                <a:latin typeface="DM Sans"/>
                <a:ea typeface="DM Sans"/>
                <a:cs typeface="DM Sans"/>
                <a:sym typeface="DM Sans"/>
              </a:rPr>
              <a:t>Comparando y seleccionando modelos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905866" y="562607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sz="18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2" name="Google Shape;3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1246" y="6456260"/>
            <a:ext cx="8115294" cy="265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6" y="6456260"/>
            <a:ext cx="8115293" cy="265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1261" y="3570215"/>
            <a:ext cx="8115298" cy="265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74" y="3570215"/>
            <a:ext cx="8115299" cy="265747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8"/>
          <p:cNvSpPr txBox="1"/>
          <p:nvPr/>
        </p:nvSpPr>
        <p:spPr>
          <a:xfrm>
            <a:off x="11492308" y="6868028"/>
            <a:ext cx="512000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Estabilidad en datos no vistos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6096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Verificar que el modelo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generalice 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bien y 	no esté sobreajustado.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3145433" y="6868028"/>
            <a:ext cx="4557395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391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Interpretabilidad y comunicación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Elegir modelos que permitan explicar 	resultados y justificar decisiones.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11492308" y="3981989"/>
            <a:ext cx="520128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Considerar los costos de error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2159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Analizar el impacto de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falsos positivos 	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falsos negativos 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 el contexto real.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3145433" y="3981989"/>
            <a:ext cx="5073650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03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Evaluar según el tipo de problema</a:t>
            </a:r>
            <a:endParaRPr sz="2900"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Distinguir entre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clasificación 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lang="en-US" sz="1950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regresión 	</a:t>
            </a: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para seleccionar métricas adecuadas.</a:t>
            </a:r>
            <a:endParaRPr sz="195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10" name="Google Shape;310;p18"/>
          <p:cNvGrpSpPr/>
          <p:nvPr/>
        </p:nvGrpSpPr>
        <p:grpSpPr>
          <a:xfrm>
            <a:off x="9778682" y="7164154"/>
            <a:ext cx="1223150" cy="1234450"/>
            <a:chOff x="9778682" y="7164154"/>
            <a:chExt cx="1223150" cy="1234450"/>
          </a:xfrm>
        </p:grpSpPr>
        <p:pic>
          <p:nvPicPr>
            <p:cNvPr id="311" name="Google Shape;31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11892" y="7528691"/>
              <a:ext cx="489940" cy="8699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78682" y="7164154"/>
              <a:ext cx="993054" cy="1234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18"/>
            <p:cNvSpPr/>
            <p:nvPr/>
          </p:nvSpPr>
          <p:spPr>
            <a:xfrm>
              <a:off x="10741611" y="7440571"/>
              <a:ext cx="30480" cy="54610"/>
            </a:xfrm>
            <a:custGeom>
              <a:rect b="b" l="l" r="r" t="t"/>
              <a:pathLst>
                <a:path extrusionOk="0" h="54609" w="30479">
                  <a:moveTo>
                    <a:pt x="23342" y="0"/>
                  </a:moveTo>
                  <a:lnTo>
                    <a:pt x="15062" y="0"/>
                  </a:lnTo>
                  <a:lnTo>
                    <a:pt x="6781" y="0"/>
                  </a:lnTo>
                  <a:lnTo>
                    <a:pt x="0" y="6781"/>
                  </a:lnTo>
                  <a:lnTo>
                    <a:pt x="0" y="47828"/>
                  </a:lnTo>
                  <a:lnTo>
                    <a:pt x="6781" y="54610"/>
                  </a:lnTo>
                  <a:lnTo>
                    <a:pt x="23342" y="54610"/>
                  </a:lnTo>
                  <a:lnTo>
                    <a:pt x="30124" y="47828"/>
                  </a:lnTo>
                  <a:lnTo>
                    <a:pt x="30124" y="6781"/>
                  </a:lnTo>
                  <a:lnTo>
                    <a:pt x="23342" y="0"/>
                  </a:lnTo>
                  <a:close/>
                </a:path>
              </a:pathLst>
            </a:custGeom>
            <a:solidFill>
              <a:srgbClr val="2DC29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314" name="Google Shape;31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2797" y="7164218"/>
            <a:ext cx="1221353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8"/>
          <p:cNvSpPr/>
          <p:nvPr/>
        </p:nvSpPr>
        <p:spPr>
          <a:xfrm>
            <a:off x="9971329" y="4277969"/>
            <a:ext cx="837565" cy="1235075"/>
          </a:xfrm>
          <a:custGeom>
            <a:rect b="b" l="l" r="r" t="t"/>
            <a:pathLst>
              <a:path extrusionOk="0" h="1235075" w="837565">
                <a:moveTo>
                  <a:pt x="661733" y="975779"/>
                </a:moveTo>
                <a:lnTo>
                  <a:pt x="659930" y="963536"/>
                </a:lnTo>
                <a:lnTo>
                  <a:pt x="652195" y="953947"/>
                </a:lnTo>
                <a:lnTo>
                  <a:pt x="639889" y="950341"/>
                </a:lnTo>
                <a:lnTo>
                  <a:pt x="550303" y="950341"/>
                </a:lnTo>
                <a:lnTo>
                  <a:pt x="550303" y="863015"/>
                </a:lnTo>
                <a:lnTo>
                  <a:pt x="499097" y="874776"/>
                </a:lnTo>
                <a:lnTo>
                  <a:pt x="446252" y="880859"/>
                </a:lnTo>
                <a:lnTo>
                  <a:pt x="392798" y="881049"/>
                </a:lnTo>
                <a:lnTo>
                  <a:pt x="339750" y="875106"/>
                </a:lnTo>
                <a:lnTo>
                  <a:pt x="288163" y="862799"/>
                </a:lnTo>
                <a:lnTo>
                  <a:pt x="288163" y="950341"/>
                </a:lnTo>
                <a:lnTo>
                  <a:pt x="198577" y="950341"/>
                </a:lnTo>
                <a:lnTo>
                  <a:pt x="186296" y="953960"/>
                </a:lnTo>
                <a:lnTo>
                  <a:pt x="178536" y="963536"/>
                </a:lnTo>
                <a:lnTo>
                  <a:pt x="176707" y="975766"/>
                </a:lnTo>
                <a:lnTo>
                  <a:pt x="182257" y="987386"/>
                </a:lnTo>
                <a:lnTo>
                  <a:pt x="407098" y="1231950"/>
                </a:lnTo>
                <a:lnTo>
                  <a:pt x="413054" y="1234592"/>
                </a:lnTo>
                <a:lnTo>
                  <a:pt x="425411" y="1234592"/>
                </a:lnTo>
                <a:lnTo>
                  <a:pt x="431368" y="1231950"/>
                </a:lnTo>
                <a:lnTo>
                  <a:pt x="656221" y="987386"/>
                </a:lnTo>
                <a:lnTo>
                  <a:pt x="661733" y="975779"/>
                </a:lnTo>
                <a:close/>
              </a:path>
              <a:path extrusionOk="0" h="1235075" w="837565">
                <a:moveTo>
                  <a:pt x="706475" y="411391"/>
                </a:moveTo>
                <a:lnTo>
                  <a:pt x="701789" y="366903"/>
                </a:lnTo>
                <a:lnTo>
                  <a:pt x="690194" y="324281"/>
                </a:lnTo>
                <a:lnTo>
                  <a:pt x="672274" y="284187"/>
                </a:lnTo>
                <a:lnTo>
                  <a:pt x="648627" y="247319"/>
                </a:lnTo>
                <a:lnTo>
                  <a:pt x="634568" y="231228"/>
                </a:lnTo>
                <a:lnTo>
                  <a:pt x="619823" y="214337"/>
                </a:lnTo>
                <a:lnTo>
                  <a:pt x="586473" y="185966"/>
                </a:lnTo>
                <a:lnTo>
                  <a:pt x="549148" y="162852"/>
                </a:lnTo>
                <a:lnTo>
                  <a:pt x="521512" y="151218"/>
                </a:lnTo>
                <a:lnTo>
                  <a:pt x="521512" y="297827"/>
                </a:lnTo>
                <a:lnTo>
                  <a:pt x="516089" y="312813"/>
                </a:lnTo>
                <a:lnTo>
                  <a:pt x="499783" y="319874"/>
                </a:lnTo>
                <a:lnTo>
                  <a:pt x="399161" y="319874"/>
                </a:lnTo>
                <a:lnTo>
                  <a:pt x="370674" y="332244"/>
                </a:lnTo>
                <a:lnTo>
                  <a:pt x="361188" y="358254"/>
                </a:lnTo>
                <a:lnTo>
                  <a:pt x="370674" y="384251"/>
                </a:lnTo>
                <a:lnTo>
                  <a:pt x="399161" y="396621"/>
                </a:lnTo>
                <a:lnTo>
                  <a:pt x="439318" y="396621"/>
                </a:lnTo>
                <a:lnTo>
                  <a:pt x="479044" y="406463"/>
                </a:lnTo>
                <a:lnTo>
                  <a:pt x="505714" y="429704"/>
                </a:lnTo>
                <a:lnTo>
                  <a:pt x="519277" y="461060"/>
                </a:lnTo>
                <a:lnTo>
                  <a:pt x="519671" y="495236"/>
                </a:lnTo>
                <a:lnTo>
                  <a:pt x="506844" y="526910"/>
                </a:lnTo>
                <a:lnTo>
                  <a:pt x="480745" y="550786"/>
                </a:lnTo>
                <a:lnTo>
                  <a:pt x="441299" y="561568"/>
                </a:lnTo>
                <a:lnTo>
                  <a:pt x="441299" y="584060"/>
                </a:lnTo>
                <a:lnTo>
                  <a:pt x="439559" y="592709"/>
                </a:lnTo>
                <a:lnTo>
                  <a:pt x="434822" y="599719"/>
                </a:lnTo>
                <a:lnTo>
                  <a:pt x="427799" y="604405"/>
                </a:lnTo>
                <a:lnTo>
                  <a:pt x="419239" y="606120"/>
                </a:lnTo>
                <a:lnTo>
                  <a:pt x="410667" y="604405"/>
                </a:lnTo>
                <a:lnTo>
                  <a:pt x="403644" y="599719"/>
                </a:lnTo>
                <a:lnTo>
                  <a:pt x="398907" y="592709"/>
                </a:lnTo>
                <a:lnTo>
                  <a:pt x="397167" y="584060"/>
                </a:lnTo>
                <a:lnTo>
                  <a:pt x="397167" y="561568"/>
                </a:lnTo>
                <a:lnTo>
                  <a:pt x="338696" y="561568"/>
                </a:lnTo>
                <a:lnTo>
                  <a:pt x="322389" y="554507"/>
                </a:lnTo>
                <a:lnTo>
                  <a:pt x="316953" y="539508"/>
                </a:lnTo>
                <a:lnTo>
                  <a:pt x="322376" y="524522"/>
                </a:lnTo>
                <a:lnTo>
                  <a:pt x="338696" y="517461"/>
                </a:lnTo>
                <a:lnTo>
                  <a:pt x="439318" y="517461"/>
                </a:lnTo>
                <a:lnTo>
                  <a:pt x="467791" y="505091"/>
                </a:lnTo>
                <a:lnTo>
                  <a:pt x="477278" y="479082"/>
                </a:lnTo>
                <a:lnTo>
                  <a:pt x="467791" y="453072"/>
                </a:lnTo>
                <a:lnTo>
                  <a:pt x="439318" y="440715"/>
                </a:lnTo>
                <a:lnTo>
                  <a:pt x="399161" y="440715"/>
                </a:lnTo>
                <a:lnTo>
                  <a:pt x="359435" y="430872"/>
                </a:lnTo>
                <a:lnTo>
                  <a:pt x="332752" y="407619"/>
                </a:lnTo>
                <a:lnTo>
                  <a:pt x="319189" y="376262"/>
                </a:lnTo>
                <a:lnTo>
                  <a:pt x="319087" y="366903"/>
                </a:lnTo>
                <a:lnTo>
                  <a:pt x="318985" y="358254"/>
                </a:lnTo>
                <a:lnTo>
                  <a:pt x="318897" y="351269"/>
                </a:lnTo>
                <a:lnTo>
                  <a:pt x="318795" y="342099"/>
                </a:lnTo>
                <a:lnTo>
                  <a:pt x="331622" y="310426"/>
                </a:lnTo>
                <a:lnTo>
                  <a:pt x="357733" y="286550"/>
                </a:lnTo>
                <a:lnTo>
                  <a:pt x="397179" y="275767"/>
                </a:lnTo>
                <a:lnTo>
                  <a:pt x="397179" y="253276"/>
                </a:lnTo>
                <a:lnTo>
                  <a:pt x="398919" y="244614"/>
                </a:lnTo>
                <a:lnTo>
                  <a:pt x="403656" y="237617"/>
                </a:lnTo>
                <a:lnTo>
                  <a:pt x="410667" y="232930"/>
                </a:lnTo>
                <a:lnTo>
                  <a:pt x="419239" y="231228"/>
                </a:lnTo>
                <a:lnTo>
                  <a:pt x="427799" y="232930"/>
                </a:lnTo>
                <a:lnTo>
                  <a:pt x="434822" y="237617"/>
                </a:lnTo>
                <a:lnTo>
                  <a:pt x="439559" y="244614"/>
                </a:lnTo>
                <a:lnTo>
                  <a:pt x="441299" y="253276"/>
                </a:lnTo>
                <a:lnTo>
                  <a:pt x="441299" y="275767"/>
                </a:lnTo>
                <a:lnTo>
                  <a:pt x="499783" y="275767"/>
                </a:lnTo>
                <a:lnTo>
                  <a:pt x="516077" y="282829"/>
                </a:lnTo>
                <a:lnTo>
                  <a:pt x="521512" y="297827"/>
                </a:lnTo>
                <a:lnTo>
                  <a:pt x="521512" y="151218"/>
                </a:lnTo>
                <a:lnTo>
                  <a:pt x="508431" y="145694"/>
                </a:lnTo>
                <a:lnTo>
                  <a:pt x="464934" y="135178"/>
                </a:lnTo>
                <a:lnTo>
                  <a:pt x="419239" y="131991"/>
                </a:lnTo>
                <a:lnTo>
                  <a:pt x="374916" y="135001"/>
                </a:lnTo>
                <a:lnTo>
                  <a:pt x="332867" y="144843"/>
                </a:lnTo>
                <a:lnTo>
                  <a:pt x="293560" y="160909"/>
                </a:lnTo>
                <a:lnTo>
                  <a:pt x="257429" y="182511"/>
                </a:lnTo>
                <a:lnTo>
                  <a:pt x="224955" y="209029"/>
                </a:lnTo>
                <a:lnTo>
                  <a:pt x="196583" y="239814"/>
                </a:lnTo>
                <a:lnTo>
                  <a:pt x="172758" y="274205"/>
                </a:lnTo>
                <a:lnTo>
                  <a:pt x="153962" y="311569"/>
                </a:lnTo>
                <a:lnTo>
                  <a:pt x="140627" y="351269"/>
                </a:lnTo>
                <a:lnTo>
                  <a:pt x="133223" y="392633"/>
                </a:lnTo>
                <a:lnTo>
                  <a:pt x="132308" y="430872"/>
                </a:lnTo>
                <a:lnTo>
                  <a:pt x="132207" y="435025"/>
                </a:lnTo>
                <a:lnTo>
                  <a:pt x="138023" y="477812"/>
                </a:lnTo>
                <a:lnTo>
                  <a:pt x="151155" y="520331"/>
                </a:lnTo>
                <a:lnTo>
                  <a:pt x="169506" y="559384"/>
                </a:lnTo>
                <a:lnTo>
                  <a:pt x="191757" y="593661"/>
                </a:lnTo>
                <a:lnTo>
                  <a:pt x="217424" y="623189"/>
                </a:lnTo>
                <a:lnTo>
                  <a:pt x="277050" y="668286"/>
                </a:lnTo>
                <a:lnTo>
                  <a:pt x="344474" y="695147"/>
                </a:lnTo>
                <a:lnTo>
                  <a:pt x="415798" y="704227"/>
                </a:lnTo>
                <a:lnTo>
                  <a:pt x="451700" y="702246"/>
                </a:lnTo>
                <a:lnTo>
                  <a:pt x="521576" y="685520"/>
                </a:lnTo>
                <a:lnTo>
                  <a:pt x="585597" y="652183"/>
                </a:lnTo>
                <a:lnTo>
                  <a:pt x="636574" y="606120"/>
                </a:lnTo>
                <a:lnTo>
                  <a:pt x="639889" y="602678"/>
                </a:lnTo>
                <a:lnTo>
                  <a:pt x="662165" y="572008"/>
                </a:lnTo>
                <a:lnTo>
                  <a:pt x="680542" y="537464"/>
                </a:lnTo>
                <a:lnTo>
                  <a:pt x="694524" y="499122"/>
                </a:lnTo>
                <a:lnTo>
                  <a:pt x="703656" y="457034"/>
                </a:lnTo>
                <a:lnTo>
                  <a:pt x="706475" y="411391"/>
                </a:lnTo>
                <a:close/>
              </a:path>
              <a:path extrusionOk="0" h="1235075" w="837565">
                <a:moveTo>
                  <a:pt x="837336" y="434390"/>
                </a:moveTo>
                <a:lnTo>
                  <a:pt x="837272" y="392633"/>
                </a:lnTo>
                <a:lnTo>
                  <a:pt x="833081" y="350977"/>
                </a:lnTo>
                <a:lnTo>
                  <a:pt x="824636" y="309765"/>
                </a:lnTo>
                <a:lnTo>
                  <a:pt x="811872" y="269341"/>
                </a:lnTo>
                <a:lnTo>
                  <a:pt x="794677" y="230060"/>
                </a:lnTo>
                <a:lnTo>
                  <a:pt x="772960" y="192252"/>
                </a:lnTo>
                <a:lnTo>
                  <a:pt x="750341" y="161378"/>
                </a:lnTo>
                <a:lnTo>
                  <a:pt x="750341" y="403860"/>
                </a:lnTo>
                <a:lnTo>
                  <a:pt x="749376" y="448614"/>
                </a:lnTo>
                <a:lnTo>
                  <a:pt x="742226" y="492366"/>
                </a:lnTo>
                <a:lnTo>
                  <a:pt x="729272" y="534555"/>
                </a:lnTo>
                <a:lnTo>
                  <a:pt x="710933" y="574586"/>
                </a:lnTo>
                <a:lnTo>
                  <a:pt x="687603" y="611911"/>
                </a:lnTo>
                <a:lnTo>
                  <a:pt x="659688" y="645922"/>
                </a:lnTo>
                <a:lnTo>
                  <a:pt x="627595" y="676071"/>
                </a:lnTo>
                <a:lnTo>
                  <a:pt x="591743" y="701763"/>
                </a:lnTo>
                <a:lnTo>
                  <a:pt x="552513" y="722426"/>
                </a:lnTo>
                <a:lnTo>
                  <a:pt x="510324" y="737489"/>
                </a:lnTo>
                <a:lnTo>
                  <a:pt x="465569" y="746366"/>
                </a:lnTo>
                <a:lnTo>
                  <a:pt x="420204" y="750087"/>
                </a:lnTo>
                <a:lnTo>
                  <a:pt x="376186" y="747483"/>
                </a:lnTo>
                <a:lnTo>
                  <a:pt x="333921" y="739000"/>
                </a:lnTo>
                <a:lnTo>
                  <a:pt x="293738" y="725081"/>
                </a:lnTo>
                <a:lnTo>
                  <a:pt x="256044" y="706196"/>
                </a:lnTo>
                <a:lnTo>
                  <a:pt x="221183" y="682790"/>
                </a:lnTo>
                <a:lnTo>
                  <a:pt x="189547" y="655332"/>
                </a:lnTo>
                <a:lnTo>
                  <a:pt x="161480" y="624268"/>
                </a:lnTo>
                <a:lnTo>
                  <a:pt x="137375" y="590042"/>
                </a:lnTo>
                <a:lnTo>
                  <a:pt x="117576" y="553123"/>
                </a:lnTo>
                <a:lnTo>
                  <a:pt x="102489" y="513969"/>
                </a:lnTo>
                <a:lnTo>
                  <a:pt x="92456" y="473024"/>
                </a:lnTo>
                <a:lnTo>
                  <a:pt x="87845" y="430745"/>
                </a:lnTo>
                <a:lnTo>
                  <a:pt x="89039" y="387591"/>
                </a:lnTo>
                <a:lnTo>
                  <a:pt x="96418" y="344004"/>
                </a:lnTo>
                <a:lnTo>
                  <a:pt x="110324" y="300456"/>
                </a:lnTo>
                <a:lnTo>
                  <a:pt x="128917" y="260426"/>
                </a:lnTo>
                <a:lnTo>
                  <a:pt x="151155" y="224688"/>
                </a:lnTo>
                <a:lnTo>
                  <a:pt x="176669" y="193205"/>
                </a:lnTo>
                <a:lnTo>
                  <a:pt x="205028" y="165963"/>
                </a:lnTo>
                <a:lnTo>
                  <a:pt x="235851" y="142913"/>
                </a:lnTo>
                <a:lnTo>
                  <a:pt x="303225" y="109245"/>
                </a:lnTo>
                <a:lnTo>
                  <a:pt x="375539" y="91948"/>
                </a:lnTo>
                <a:lnTo>
                  <a:pt x="412623" y="89331"/>
                </a:lnTo>
                <a:lnTo>
                  <a:pt x="449694" y="90703"/>
                </a:lnTo>
                <a:lnTo>
                  <a:pt x="522338" y="105257"/>
                </a:lnTo>
                <a:lnTo>
                  <a:pt x="590296" y="135331"/>
                </a:lnTo>
                <a:lnTo>
                  <a:pt x="650341" y="180632"/>
                </a:lnTo>
                <a:lnTo>
                  <a:pt x="676389" y="208915"/>
                </a:lnTo>
                <a:lnTo>
                  <a:pt x="699249" y="240893"/>
                </a:lnTo>
                <a:lnTo>
                  <a:pt x="718527" y="276529"/>
                </a:lnTo>
                <a:lnTo>
                  <a:pt x="733806" y="315810"/>
                </a:lnTo>
                <a:lnTo>
                  <a:pt x="744689" y="358686"/>
                </a:lnTo>
                <a:lnTo>
                  <a:pt x="750341" y="403860"/>
                </a:lnTo>
                <a:lnTo>
                  <a:pt x="750341" y="161378"/>
                </a:lnTo>
                <a:lnTo>
                  <a:pt x="715568" y="122504"/>
                </a:lnTo>
                <a:lnTo>
                  <a:pt x="682015" y="91948"/>
                </a:lnTo>
                <a:lnTo>
                  <a:pt x="646709" y="65976"/>
                </a:lnTo>
                <a:lnTo>
                  <a:pt x="609942" y="44488"/>
                </a:lnTo>
                <a:lnTo>
                  <a:pt x="571982" y="27343"/>
                </a:lnTo>
                <a:lnTo>
                  <a:pt x="533133" y="14452"/>
                </a:lnTo>
                <a:lnTo>
                  <a:pt x="493661" y="5664"/>
                </a:lnTo>
                <a:lnTo>
                  <a:pt x="453847" y="889"/>
                </a:lnTo>
                <a:lnTo>
                  <a:pt x="413981" y="0"/>
                </a:lnTo>
                <a:lnTo>
                  <a:pt x="374345" y="2882"/>
                </a:lnTo>
                <a:lnTo>
                  <a:pt x="335229" y="9410"/>
                </a:lnTo>
                <a:lnTo>
                  <a:pt x="296913" y="19481"/>
                </a:lnTo>
                <a:lnTo>
                  <a:pt x="259664" y="32969"/>
                </a:lnTo>
                <a:lnTo>
                  <a:pt x="223786" y="49745"/>
                </a:lnTo>
                <a:lnTo>
                  <a:pt x="189560" y="69710"/>
                </a:lnTo>
                <a:lnTo>
                  <a:pt x="157251" y="92748"/>
                </a:lnTo>
                <a:lnTo>
                  <a:pt x="127152" y="118732"/>
                </a:lnTo>
                <a:lnTo>
                  <a:pt x="99555" y="147548"/>
                </a:lnTo>
                <a:lnTo>
                  <a:pt x="74739" y="179070"/>
                </a:lnTo>
                <a:lnTo>
                  <a:pt x="52984" y="213194"/>
                </a:lnTo>
                <a:lnTo>
                  <a:pt x="34569" y="249796"/>
                </a:lnTo>
                <a:lnTo>
                  <a:pt x="19773" y="288772"/>
                </a:lnTo>
                <a:lnTo>
                  <a:pt x="8902" y="329984"/>
                </a:lnTo>
                <a:lnTo>
                  <a:pt x="2209" y="373316"/>
                </a:lnTo>
                <a:lnTo>
                  <a:pt x="0" y="418668"/>
                </a:lnTo>
                <a:lnTo>
                  <a:pt x="2070" y="464820"/>
                </a:lnTo>
                <a:lnTo>
                  <a:pt x="9207" y="509397"/>
                </a:lnTo>
                <a:lnTo>
                  <a:pt x="21107" y="552145"/>
                </a:lnTo>
                <a:lnTo>
                  <a:pt x="37426" y="592848"/>
                </a:lnTo>
                <a:lnTo>
                  <a:pt x="57861" y="631266"/>
                </a:lnTo>
                <a:lnTo>
                  <a:pt x="82067" y="667156"/>
                </a:lnTo>
                <a:lnTo>
                  <a:pt x="109753" y="700303"/>
                </a:lnTo>
                <a:lnTo>
                  <a:pt x="140563" y="730465"/>
                </a:lnTo>
                <a:lnTo>
                  <a:pt x="174193" y="757402"/>
                </a:lnTo>
                <a:lnTo>
                  <a:pt x="210312" y="780884"/>
                </a:lnTo>
                <a:lnTo>
                  <a:pt x="248615" y="800684"/>
                </a:lnTo>
                <a:lnTo>
                  <a:pt x="288747" y="816571"/>
                </a:lnTo>
                <a:lnTo>
                  <a:pt x="330415" y="828306"/>
                </a:lnTo>
                <a:lnTo>
                  <a:pt x="373278" y="835647"/>
                </a:lnTo>
                <a:lnTo>
                  <a:pt x="417029" y="838365"/>
                </a:lnTo>
                <a:lnTo>
                  <a:pt x="461327" y="836231"/>
                </a:lnTo>
                <a:lnTo>
                  <a:pt x="505866" y="829017"/>
                </a:lnTo>
                <a:lnTo>
                  <a:pt x="549998" y="816571"/>
                </a:lnTo>
                <a:lnTo>
                  <a:pt x="592366" y="800684"/>
                </a:lnTo>
                <a:lnTo>
                  <a:pt x="631317" y="780884"/>
                </a:lnTo>
                <a:lnTo>
                  <a:pt x="667537" y="757186"/>
                </a:lnTo>
                <a:lnTo>
                  <a:pt x="676173" y="750087"/>
                </a:lnTo>
                <a:lnTo>
                  <a:pt x="700392" y="730199"/>
                </a:lnTo>
                <a:lnTo>
                  <a:pt x="729856" y="700303"/>
                </a:lnTo>
                <a:lnTo>
                  <a:pt x="756196" y="667473"/>
                </a:lnTo>
                <a:lnTo>
                  <a:pt x="778941" y="632447"/>
                </a:lnTo>
                <a:lnTo>
                  <a:pt x="798131" y="595414"/>
                </a:lnTo>
                <a:lnTo>
                  <a:pt x="813650" y="556755"/>
                </a:lnTo>
                <a:lnTo>
                  <a:pt x="825436" y="516801"/>
                </a:lnTo>
                <a:lnTo>
                  <a:pt x="833361" y="475894"/>
                </a:lnTo>
                <a:lnTo>
                  <a:pt x="837336" y="43439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6" name="Google Shape;316;p18"/>
          <p:cNvSpPr/>
          <p:nvPr/>
        </p:nvSpPr>
        <p:spPr>
          <a:xfrm>
            <a:off x="1443875" y="4278109"/>
            <a:ext cx="1199515" cy="1235075"/>
          </a:xfrm>
          <a:custGeom>
            <a:rect b="b" l="l" r="r" t="t"/>
            <a:pathLst>
              <a:path extrusionOk="0" h="1235075" w="1199514">
                <a:moveTo>
                  <a:pt x="1103744" y="84886"/>
                </a:moveTo>
                <a:lnTo>
                  <a:pt x="1084148" y="32816"/>
                </a:lnTo>
                <a:lnTo>
                  <a:pt x="1036066" y="2260"/>
                </a:lnTo>
                <a:lnTo>
                  <a:pt x="1007973" y="0"/>
                </a:lnTo>
                <a:lnTo>
                  <a:pt x="980592" y="6642"/>
                </a:lnTo>
                <a:lnTo>
                  <a:pt x="956144" y="22009"/>
                </a:lnTo>
                <a:lnTo>
                  <a:pt x="937907" y="44399"/>
                </a:lnTo>
                <a:lnTo>
                  <a:pt x="927976" y="70764"/>
                </a:lnTo>
                <a:lnTo>
                  <a:pt x="926782" y="98920"/>
                </a:lnTo>
                <a:lnTo>
                  <a:pt x="934770" y="126657"/>
                </a:lnTo>
                <a:lnTo>
                  <a:pt x="774306" y="242595"/>
                </a:lnTo>
                <a:lnTo>
                  <a:pt x="765581" y="239141"/>
                </a:lnTo>
                <a:lnTo>
                  <a:pt x="756551" y="236651"/>
                </a:lnTo>
                <a:lnTo>
                  <a:pt x="747318" y="235153"/>
                </a:lnTo>
                <a:lnTo>
                  <a:pt x="737946" y="234657"/>
                </a:lnTo>
                <a:lnTo>
                  <a:pt x="703453" y="241630"/>
                </a:lnTo>
                <a:lnTo>
                  <a:pt x="675284" y="260616"/>
                </a:lnTo>
                <a:lnTo>
                  <a:pt x="656297" y="288785"/>
                </a:lnTo>
                <a:lnTo>
                  <a:pt x="649338" y="323265"/>
                </a:lnTo>
                <a:lnTo>
                  <a:pt x="650659" y="338721"/>
                </a:lnTo>
                <a:lnTo>
                  <a:pt x="654685" y="353593"/>
                </a:lnTo>
                <a:lnTo>
                  <a:pt x="661263" y="367512"/>
                </a:lnTo>
                <a:lnTo>
                  <a:pt x="670280" y="380136"/>
                </a:lnTo>
                <a:lnTo>
                  <a:pt x="501002" y="655650"/>
                </a:lnTo>
                <a:lnTo>
                  <a:pt x="491528" y="651395"/>
                </a:lnTo>
                <a:lnTo>
                  <a:pt x="481647" y="648335"/>
                </a:lnTo>
                <a:lnTo>
                  <a:pt x="471462" y="646518"/>
                </a:lnTo>
                <a:lnTo>
                  <a:pt x="461098" y="645960"/>
                </a:lnTo>
                <a:lnTo>
                  <a:pt x="437057" y="649262"/>
                </a:lnTo>
                <a:lnTo>
                  <a:pt x="415188" y="658761"/>
                </a:lnTo>
                <a:lnTo>
                  <a:pt x="396671" y="673760"/>
                </a:lnTo>
                <a:lnTo>
                  <a:pt x="382638" y="693559"/>
                </a:lnTo>
                <a:lnTo>
                  <a:pt x="260959" y="580936"/>
                </a:lnTo>
                <a:lnTo>
                  <a:pt x="266141" y="570649"/>
                </a:lnTo>
                <a:lnTo>
                  <a:pt x="269875" y="559816"/>
                </a:lnTo>
                <a:lnTo>
                  <a:pt x="272135" y="548563"/>
                </a:lnTo>
                <a:lnTo>
                  <a:pt x="272872" y="537070"/>
                </a:lnTo>
                <a:lnTo>
                  <a:pt x="265874" y="502640"/>
                </a:lnTo>
                <a:lnTo>
                  <a:pt x="246862" y="474535"/>
                </a:lnTo>
                <a:lnTo>
                  <a:pt x="218719" y="455599"/>
                </a:lnTo>
                <a:lnTo>
                  <a:pt x="184264" y="448691"/>
                </a:lnTo>
                <a:lnTo>
                  <a:pt x="149821" y="455688"/>
                </a:lnTo>
                <a:lnTo>
                  <a:pt x="121716" y="474687"/>
                </a:lnTo>
                <a:lnTo>
                  <a:pt x="102781" y="502831"/>
                </a:lnTo>
                <a:lnTo>
                  <a:pt x="95872" y="537286"/>
                </a:lnTo>
                <a:lnTo>
                  <a:pt x="102870" y="571728"/>
                </a:lnTo>
                <a:lnTo>
                  <a:pt x="121869" y="599833"/>
                </a:lnTo>
                <a:lnTo>
                  <a:pt x="150025" y="618769"/>
                </a:lnTo>
                <a:lnTo>
                  <a:pt x="184480" y="625678"/>
                </a:lnTo>
                <a:lnTo>
                  <a:pt x="196545" y="624916"/>
                </a:lnTo>
                <a:lnTo>
                  <a:pt x="208330" y="622452"/>
                </a:lnTo>
                <a:lnTo>
                  <a:pt x="219646" y="618363"/>
                </a:lnTo>
                <a:lnTo>
                  <a:pt x="230327" y="612673"/>
                </a:lnTo>
                <a:lnTo>
                  <a:pt x="373151" y="744702"/>
                </a:lnTo>
                <a:lnTo>
                  <a:pt x="394347" y="792848"/>
                </a:lnTo>
                <a:lnTo>
                  <a:pt x="439115" y="820483"/>
                </a:lnTo>
                <a:lnTo>
                  <a:pt x="465874" y="823150"/>
                </a:lnTo>
                <a:lnTo>
                  <a:pt x="491655" y="817841"/>
                </a:lnTo>
                <a:lnTo>
                  <a:pt x="514743" y="805205"/>
                </a:lnTo>
                <a:lnTo>
                  <a:pt x="533438" y="785863"/>
                </a:lnTo>
                <a:lnTo>
                  <a:pt x="545465" y="761822"/>
                </a:lnTo>
                <a:lnTo>
                  <a:pt x="549694" y="735838"/>
                </a:lnTo>
                <a:lnTo>
                  <a:pt x="546125" y="709764"/>
                </a:lnTo>
                <a:lnTo>
                  <a:pt x="534720" y="685406"/>
                </a:lnTo>
                <a:lnTo>
                  <a:pt x="705980" y="405930"/>
                </a:lnTo>
                <a:lnTo>
                  <a:pt x="713727" y="408559"/>
                </a:lnTo>
                <a:lnTo>
                  <a:pt x="721677" y="410438"/>
                </a:lnTo>
                <a:lnTo>
                  <a:pt x="729767" y="411543"/>
                </a:lnTo>
                <a:lnTo>
                  <a:pt x="737946" y="411873"/>
                </a:lnTo>
                <a:lnTo>
                  <a:pt x="772401" y="404876"/>
                </a:lnTo>
                <a:lnTo>
                  <a:pt x="800544" y="385889"/>
                </a:lnTo>
                <a:lnTo>
                  <a:pt x="819543" y="357733"/>
                </a:lnTo>
                <a:lnTo>
                  <a:pt x="826554" y="323265"/>
                </a:lnTo>
                <a:lnTo>
                  <a:pt x="825487" y="309372"/>
                </a:lnTo>
                <a:lnTo>
                  <a:pt x="822261" y="295897"/>
                </a:lnTo>
                <a:lnTo>
                  <a:pt x="816927" y="283095"/>
                </a:lnTo>
                <a:lnTo>
                  <a:pt x="809574" y="271246"/>
                </a:lnTo>
                <a:lnTo>
                  <a:pt x="963206" y="160604"/>
                </a:lnTo>
                <a:lnTo>
                  <a:pt x="974915" y="167843"/>
                </a:lnTo>
                <a:lnTo>
                  <a:pt x="987539" y="173101"/>
                </a:lnTo>
                <a:lnTo>
                  <a:pt x="1000836" y="176301"/>
                </a:lnTo>
                <a:lnTo>
                  <a:pt x="1014564" y="177355"/>
                </a:lnTo>
                <a:lnTo>
                  <a:pt x="1043076" y="172808"/>
                </a:lnTo>
                <a:lnTo>
                  <a:pt x="1068044" y="159766"/>
                </a:lnTo>
                <a:lnTo>
                  <a:pt x="1087691" y="139573"/>
                </a:lnTo>
                <a:lnTo>
                  <a:pt x="1100213" y="113550"/>
                </a:lnTo>
                <a:lnTo>
                  <a:pt x="1103744" y="84886"/>
                </a:lnTo>
                <a:close/>
              </a:path>
              <a:path extrusionOk="0" h="1235075" w="1199514">
                <a:moveTo>
                  <a:pt x="1199057" y="1212430"/>
                </a:moveTo>
                <a:lnTo>
                  <a:pt x="1197317" y="1203845"/>
                </a:lnTo>
                <a:lnTo>
                  <a:pt x="1192593" y="1196835"/>
                </a:lnTo>
                <a:lnTo>
                  <a:pt x="1185583" y="1192110"/>
                </a:lnTo>
                <a:lnTo>
                  <a:pt x="1177010" y="1190383"/>
                </a:lnTo>
                <a:lnTo>
                  <a:pt x="1117498" y="1190383"/>
                </a:lnTo>
                <a:lnTo>
                  <a:pt x="1117498" y="278752"/>
                </a:lnTo>
                <a:lnTo>
                  <a:pt x="1113993" y="261607"/>
                </a:lnTo>
                <a:lnTo>
                  <a:pt x="1104544" y="247611"/>
                </a:lnTo>
                <a:lnTo>
                  <a:pt x="1090549" y="238163"/>
                </a:lnTo>
                <a:lnTo>
                  <a:pt x="1073416" y="234670"/>
                </a:lnTo>
                <a:lnTo>
                  <a:pt x="955929" y="234670"/>
                </a:lnTo>
                <a:lnTo>
                  <a:pt x="938796" y="238163"/>
                </a:lnTo>
                <a:lnTo>
                  <a:pt x="924801" y="247611"/>
                </a:lnTo>
                <a:lnTo>
                  <a:pt x="915339" y="261607"/>
                </a:lnTo>
                <a:lnTo>
                  <a:pt x="911847" y="278752"/>
                </a:lnTo>
                <a:lnTo>
                  <a:pt x="911847" y="1190383"/>
                </a:lnTo>
                <a:lnTo>
                  <a:pt x="840663" y="1190383"/>
                </a:lnTo>
                <a:lnTo>
                  <a:pt x="840663" y="559117"/>
                </a:lnTo>
                <a:lnTo>
                  <a:pt x="839800" y="550468"/>
                </a:lnTo>
                <a:lnTo>
                  <a:pt x="813435" y="518388"/>
                </a:lnTo>
                <a:lnTo>
                  <a:pt x="796569" y="515035"/>
                </a:lnTo>
                <a:lnTo>
                  <a:pt x="679310" y="515035"/>
                </a:lnTo>
                <a:lnTo>
                  <a:pt x="642581" y="534619"/>
                </a:lnTo>
                <a:lnTo>
                  <a:pt x="635228" y="559117"/>
                </a:lnTo>
                <a:lnTo>
                  <a:pt x="635228" y="1190383"/>
                </a:lnTo>
                <a:lnTo>
                  <a:pt x="563816" y="1190383"/>
                </a:lnTo>
                <a:lnTo>
                  <a:pt x="563816" y="928751"/>
                </a:lnTo>
                <a:lnTo>
                  <a:pt x="562952" y="920102"/>
                </a:lnTo>
                <a:lnTo>
                  <a:pt x="536600" y="888022"/>
                </a:lnTo>
                <a:lnTo>
                  <a:pt x="519734" y="884669"/>
                </a:lnTo>
                <a:lnTo>
                  <a:pt x="402475" y="884669"/>
                </a:lnTo>
                <a:lnTo>
                  <a:pt x="385330" y="888161"/>
                </a:lnTo>
                <a:lnTo>
                  <a:pt x="371335" y="897623"/>
                </a:lnTo>
                <a:lnTo>
                  <a:pt x="361886" y="911618"/>
                </a:lnTo>
                <a:lnTo>
                  <a:pt x="358394" y="928751"/>
                </a:lnTo>
                <a:lnTo>
                  <a:pt x="358394" y="1190383"/>
                </a:lnTo>
                <a:lnTo>
                  <a:pt x="287197" y="1190383"/>
                </a:lnTo>
                <a:lnTo>
                  <a:pt x="287197" y="771372"/>
                </a:lnTo>
                <a:lnTo>
                  <a:pt x="286334" y="762736"/>
                </a:lnTo>
                <a:lnTo>
                  <a:pt x="259969" y="730643"/>
                </a:lnTo>
                <a:lnTo>
                  <a:pt x="243116" y="727290"/>
                </a:lnTo>
                <a:lnTo>
                  <a:pt x="125628" y="727290"/>
                </a:lnTo>
                <a:lnTo>
                  <a:pt x="88950" y="746912"/>
                </a:lnTo>
                <a:lnTo>
                  <a:pt x="81546" y="771372"/>
                </a:lnTo>
                <a:lnTo>
                  <a:pt x="81546" y="1190383"/>
                </a:lnTo>
                <a:lnTo>
                  <a:pt x="22034" y="1190383"/>
                </a:lnTo>
                <a:lnTo>
                  <a:pt x="13449" y="1192110"/>
                </a:lnTo>
                <a:lnTo>
                  <a:pt x="6451" y="1196835"/>
                </a:lnTo>
                <a:lnTo>
                  <a:pt x="1727" y="1203845"/>
                </a:lnTo>
                <a:lnTo>
                  <a:pt x="0" y="1212430"/>
                </a:lnTo>
                <a:lnTo>
                  <a:pt x="1727" y="1221003"/>
                </a:lnTo>
                <a:lnTo>
                  <a:pt x="6451" y="1228013"/>
                </a:lnTo>
                <a:lnTo>
                  <a:pt x="13449" y="1232738"/>
                </a:lnTo>
                <a:lnTo>
                  <a:pt x="22034" y="1234465"/>
                </a:lnTo>
                <a:lnTo>
                  <a:pt x="1177010" y="1234465"/>
                </a:lnTo>
                <a:lnTo>
                  <a:pt x="1185583" y="1232738"/>
                </a:lnTo>
                <a:lnTo>
                  <a:pt x="1192593" y="1228013"/>
                </a:lnTo>
                <a:lnTo>
                  <a:pt x="1197317" y="1221003"/>
                </a:lnTo>
                <a:lnTo>
                  <a:pt x="1199057" y="121243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g3d682ce4e1c_0_137"/>
          <p:cNvGrpSpPr/>
          <p:nvPr/>
        </p:nvGrpSpPr>
        <p:grpSpPr>
          <a:xfrm>
            <a:off x="518005" y="5493487"/>
            <a:ext cx="5727683" cy="4441351"/>
            <a:chOff x="0" y="-47625"/>
            <a:chExt cx="1508476" cy="1169700"/>
          </a:xfrm>
        </p:grpSpPr>
        <p:sp>
          <p:nvSpPr>
            <p:cNvPr id="322" name="Google Shape;322;g3d682ce4e1c_0_137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3" name="Google Shape;323;g3d682ce4e1c_0_137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g3d682ce4e1c_0_137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5" name="Google Shape;325;g3d682ce4e1c_0_137"/>
          <p:cNvGrpSpPr/>
          <p:nvPr/>
        </p:nvGrpSpPr>
        <p:grpSpPr>
          <a:xfrm>
            <a:off x="10589457" y="1951804"/>
            <a:ext cx="7106845" cy="1052528"/>
            <a:chOff x="0" y="-47625"/>
            <a:chExt cx="1871700" cy="277200"/>
          </a:xfrm>
        </p:grpSpPr>
        <p:sp>
          <p:nvSpPr>
            <p:cNvPr id="326" name="Google Shape;326;g3d682ce4e1c_0_137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7" name="Google Shape;327;g3d682ce4e1c_0_137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g3d682ce4e1c_0_137"/>
          <p:cNvGrpSpPr/>
          <p:nvPr/>
        </p:nvGrpSpPr>
        <p:grpSpPr>
          <a:xfrm>
            <a:off x="10589457" y="2788226"/>
            <a:ext cx="7106845" cy="976209"/>
            <a:chOff x="0" y="-47625"/>
            <a:chExt cx="1871700" cy="257100"/>
          </a:xfrm>
        </p:grpSpPr>
        <p:sp>
          <p:nvSpPr>
            <p:cNvPr id="329" name="Google Shape;329;g3d682ce4e1c_0_137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0" name="Google Shape;330;g3d682ce4e1c_0_137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1" name="Google Shape;331;g3d682ce4e1c_0_137"/>
          <p:cNvCxnSpPr/>
          <p:nvPr/>
        </p:nvCxnSpPr>
        <p:spPr>
          <a:xfrm>
            <a:off x="13482182" y="2148133"/>
            <a:ext cx="0" cy="161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2" name="Google Shape;332;g3d682ce4e1c_0_137"/>
          <p:cNvGrpSpPr/>
          <p:nvPr/>
        </p:nvGrpSpPr>
        <p:grpSpPr>
          <a:xfrm>
            <a:off x="10589457" y="3547783"/>
            <a:ext cx="7106845" cy="1052528"/>
            <a:chOff x="0" y="-47625"/>
            <a:chExt cx="1871700" cy="277200"/>
          </a:xfrm>
        </p:grpSpPr>
        <p:sp>
          <p:nvSpPr>
            <p:cNvPr id="333" name="Google Shape;333;g3d682ce4e1c_0_137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4" name="Google Shape;334;g3d682ce4e1c_0_137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5" name="Google Shape;335;g3d682ce4e1c_0_137"/>
          <p:cNvCxnSpPr/>
          <p:nvPr/>
        </p:nvCxnSpPr>
        <p:spPr>
          <a:xfrm>
            <a:off x="13482182" y="3744112"/>
            <a:ext cx="0" cy="85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6" name="Google Shape;336;g3d682ce4e1c_0_137"/>
          <p:cNvGrpSpPr/>
          <p:nvPr/>
        </p:nvGrpSpPr>
        <p:grpSpPr>
          <a:xfrm>
            <a:off x="518005" y="1616524"/>
            <a:ext cx="9297334" cy="1052528"/>
            <a:chOff x="0" y="-47625"/>
            <a:chExt cx="2448600" cy="277200"/>
          </a:xfrm>
        </p:grpSpPr>
        <p:sp>
          <p:nvSpPr>
            <p:cNvPr id="337" name="Google Shape;337;g3d682ce4e1c_0_137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8" name="Google Shape;338;g3d682ce4e1c_0_137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g3d682ce4e1c_0_137"/>
          <p:cNvGrpSpPr/>
          <p:nvPr/>
        </p:nvGrpSpPr>
        <p:grpSpPr>
          <a:xfrm>
            <a:off x="518005" y="2455645"/>
            <a:ext cx="9297334" cy="976209"/>
            <a:chOff x="0" y="-47625"/>
            <a:chExt cx="2448600" cy="257100"/>
          </a:xfrm>
        </p:grpSpPr>
        <p:sp>
          <p:nvSpPr>
            <p:cNvPr id="340" name="Google Shape;340;g3d682ce4e1c_0_137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1" name="Google Shape;341;g3d682ce4e1c_0_137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2" name="Google Shape;342;g3d682ce4e1c_0_137"/>
          <p:cNvCxnSpPr/>
          <p:nvPr/>
        </p:nvCxnSpPr>
        <p:spPr>
          <a:xfrm flipH="1">
            <a:off x="4908135" y="1797356"/>
            <a:ext cx="4200" cy="83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3" name="Google Shape;343;g3d682ce4e1c_0_137"/>
          <p:cNvGrpSpPr/>
          <p:nvPr/>
        </p:nvGrpSpPr>
        <p:grpSpPr>
          <a:xfrm>
            <a:off x="518005" y="3212503"/>
            <a:ext cx="9297334" cy="1387424"/>
            <a:chOff x="0" y="-47625"/>
            <a:chExt cx="2448600" cy="365400"/>
          </a:xfrm>
        </p:grpSpPr>
        <p:sp>
          <p:nvSpPr>
            <p:cNvPr id="344" name="Google Shape;344;g3d682ce4e1c_0_137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5" name="Google Shape;345;g3d682ce4e1c_0_137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6" name="Google Shape;346;g3d682ce4e1c_0_137"/>
          <p:cNvCxnSpPr/>
          <p:nvPr/>
        </p:nvCxnSpPr>
        <p:spPr>
          <a:xfrm>
            <a:off x="4907814" y="3431692"/>
            <a:ext cx="4800" cy="1168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g3d682ce4e1c_0_137"/>
          <p:cNvCxnSpPr/>
          <p:nvPr/>
        </p:nvCxnSpPr>
        <p:spPr>
          <a:xfrm flipH="1">
            <a:off x="4908135" y="2626616"/>
            <a:ext cx="4200" cy="80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g3d682ce4e1c_0_137"/>
          <p:cNvSpPr txBox="1"/>
          <p:nvPr/>
        </p:nvSpPr>
        <p:spPr>
          <a:xfrm>
            <a:off x="10767769" y="2272944"/>
            <a:ext cx="25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682ce4e1c_0_137"/>
          <p:cNvSpPr txBox="1"/>
          <p:nvPr/>
        </p:nvSpPr>
        <p:spPr>
          <a:xfrm>
            <a:off x="10939368" y="3071390"/>
            <a:ext cx="21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d682ce4e1c_0_137"/>
          <p:cNvSpPr txBox="1"/>
          <p:nvPr/>
        </p:nvSpPr>
        <p:spPr>
          <a:xfrm>
            <a:off x="13482182" y="227294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d682ce4e1c_0_137"/>
          <p:cNvSpPr txBox="1"/>
          <p:nvPr/>
        </p:nvSpPr>
        <p:spPr>
          <a:xfrm>
            <a:off x="13406032" y="3045190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d682ce4e1c_0_137"/>
          <p:cNvSpPr txBox="1"/>
          <p:nvPr/>
        </p:nvSpPr>
        <p:spPr>
          <a:xfrm>
            <a:off x="10654436" y="3869048"/>
            <a:ext cx="27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d682ce4e1c_0_137"/>
          <p:cNvSpPr txBox="1"/>
          <p:nvPr/>
        </p:nvSpPr>
        <p:spPr>
          <a:xfrm>
            <a:off x="13482182" y="3868922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d682ce4e1c_0_137"/>
          <p:cNvSpPr txBox="1"/>
          <p:nvPr/>
        </p:nvSpPr>
        <p:spPr>
          <a:xfrm>
            <a:off x="588368" y="1931291"/>
            <a:ext cx="41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d682ce4e1c_0_137"/>
          <p:cNvSpPr txBox="1"/>
          <p:nvPr/>
        </p:nvSpPr>
        <p:spPr>
          <a:xfrm>
            <a:off x="588368" y="2748334"/>
            <a:ext cx="41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d682ce4e1c_0_137"/>
          <p:cNvSpPr txBox="1"/>
          <p:nvPr/>
        </p:nvSpPr>
        <p:spPr>
          <a:xfrm>
            <a:off x="5208072" y="1937664"/>
            <a:ext cx="42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TAREA3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7" name="Google Shape;357;g3d682ce4e1c_0_137"/>
          <p:cNvSpPr txBox="1"/>
          <p:nvPr/>
        </p:nvSpPr>
        <p:spPr>
          <a:xfrm>
            <a:off x="5208072" y="2738809"/>
            <a:ext cx="22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d682ce4e1c_0_137"/>
          <p:cNvSpPr txBox="1"/>
          <p:nvPr/>
        </p:nvSpPr>
        <p:spPr>
          <a:xfrm>
            <a:off x="588368" y="3517417"/>
            <a:ext cx="41094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9" name="Google Shape;359;g3d682ce4e1c_0_137"/>
          <p:cNvSpPr txBox="1"/>
          <p:nvPr/>
        </p:nvSpPr>
        <p:spPr>
          <a:xfrm>
            <a:off x="5121884" y="3740625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d682ce4e1c_0_137"/>
          <p:cNvSpPr txBox="1"/>
          <p:nvPr/>
        </p:nvSpPr>
        <p:spPr>
          <a:xfrm>
            <a:off x="517999" y="4738300"/>
            <a:ext cx="17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d682ce4e1c_0_137"/>
          <p:cNvSpPr txBox="1"/>
          <p:nvPr/>
        </p:nvSpPr>
        <p:spPr>
          <a:xfrm>
            <a:off x="588368" y="5776526"/>
            <a:ext cx="56064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JOSUE DANIEL SOLIS OSORIO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202001574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NAOMI RASHEL YOS CUJCUJ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202001814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EMILIO RIVERA YURRITA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 GUILLERMO ARREAGA BARRIENTOS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202004762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FREDY SAMUEL QUIJADA CEBALLOS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202004812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 LUCIA FLETES ORDOÑEZ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RAMIRO AGUSTÍN TÉLLES CARCUZ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202010044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SERGIO SEBASTIÁN SANDOVAL RUIZ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202010298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ANGELA MARÍA ESTHER ESCOBAR ALVAREZ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202100019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AIDA ALEJANDRA MANSILLA ORANTES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202100239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 JOSE BLANCO GUZMAN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202100250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KEVIN JOSUE SANTOS SALAZAR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202101007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g3d682ce4e1c_0_137"/>
          <p:cNvGrpSpPr/>
          <p:nvPr/>
        </p:nvGrpSpPr>
        <p:grpSpPr>
          <a:xfrm>
            <a:off x="6356860" y="5493487"/>
            <a:ext cx="5782129" cy="4441351"/>
            <a:chOff x="0" y="-47625"/>
            <a:chExt cx="1522815" cy="1169700"/>
          </a:xfrm>
        </p:grpSpPr>
        <p:sp>
          <p:nvSpPr>
            <p:cNvPr id="363" name="Google Shape;363;g3d682ce4e1c_0_137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64" name="Google Shape;364;g3d682ce4e1c_0_137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g3d682ce4e1c_0_137"/>
          <p:cNvGrpSpPr/>
          <p:nvPr/>
        </p:nvGrpSpPr>
        <p:grpSpPr>
          <a:xfrm>
            <a:off x="12253100" y="5493494"/>
            <a:ext cx="5442743" cy="4441351"/>
            <a:chOff x="0" y="-47625"/>
            <a:chExt cx="1505100" cy="1169700"/>
          </a:xfrm>
        </p:grpSpPr>
        <p:sp>
          <p:nvSpPr>
            <p:cNvPr id="366" name="Google Shape;366;g3d682ce4e1c_0_137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67" name="Google Shape;367;g3d682ce4e1c_0_137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g3d682ce4e1c_0_137"/>
          <p:cNvSpPr txBox="1"/>
          <p:nvPr/>
        </p:nvSpPr>
        <p:spPr>
          <a:xfrm>
            <a:off x="6446197" y="5735926"/>
            <a:ext cx="56064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JUAN JOSÉ GERARDI HERNÁNDEZ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201900532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KEVIN EDUARDO CASTAÑEDA HERNÁNDEZ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201901801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CLAUDIA PAOLA ALONZO HERNÁNDEZ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201902246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JONATHÁN ALEXANDER SÁNCHEZ BARRIOS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201903022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CARLOS ESTUARDO MONTERROSO SANTOS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201903767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LUIS RAFAEL MÉNDEZ LIVAR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201903887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RONY OMAR MIGUEL LOPEZ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201905750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DANIEL MOISES CHAN PELICO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201906099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BYRON ESTUARDO SOLIS GONZALEZ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201906588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JAVIER ALEJANDRO MONTERROSO LÓPEZ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201700831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BYRON JOSUÉ PAR RANCHO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201701078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KEVIN ESTUARDO SOTOJ GARCÍA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201710130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d682ce4e1c_0_137"/>
          <p:cNvSpPr txBox="1"/>
          <p:nvPr/>
        </p:nvSpPr>
        <p:spPr>
          <a:xfrm>
            <a:off x="12301094" y="5778551"/>
            <a:ext cx="56064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JOSHUA ALEXANDER VASQUEZ DEL AGUILA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202102407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JORGE ALEJANDRO DE LEÓN BATRES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202111277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MELVIN ALEXANDER VALENCIA ESTRADA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202111556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JOSÉ DANIEL GUZMÁN HERNÁNDEZ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202111612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EDGAR JOSÍAS CÁN AJQUEJAY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202112012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DOMINIC JUAN PABLO RUANO PEREZ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202200075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ROBERTO MIGUEL GARCÍA SANTIZO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202201724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CARLOS FERNANDO ENRIQUE LOPEZ GARCIA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202210108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LUIS FERNANDO GÓMEZ RENDÓN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201801391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PABLO DANIEL FERNÁNDEZ CHACÓN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201807411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2026-04-15T22:06:20Z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2026-04-15T00:00:00Z</vt:filetime>
  </property>
  <property fmtid="{D5CDD505-2E9C-101B-9397-08002B2CF9AE}" pid="6" name="Producer">
    <vt:lpwstr>Adobe Express</vt:lpwstr>
  </property>
</Properties>
</file>