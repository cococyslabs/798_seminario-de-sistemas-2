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10287000" cx="18288000"/>
  <p:notesSz cx="18288000" cy="10287000"/>
  <p:embeddedFontLst>
    <p:embeddedFont>
      <p:font typeface="Geo"/>
      <p:regular r:id="rId8"/>
      <p:italic r:id="rId9"/>
    </p:embeddedFont>
    <p:embeddedFont>
      <p:font typeface="DM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jpbAegCLOaK97LKyBArknFjTOy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DMSans-bold.fntdata"/><Relationship Id="rId10" Type="http://schemas.openxmlformats.org/officeDocument/2006/relationships/font" Target="fonts/DMSans-regular.fntdata"/><Relationship Id="rId13" Type="http://schemas.openxmlformats.org/officeDocument/2006/relationships/font" Target="fonts/DMSans-boldItalic.fntdata"/><Relationship Id="rId12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eo-italic.fntdata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Ge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b67da081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8" name="Google Shape;58;g3d8b67da081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a64614658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6" name="Google Shape;76;g39a64614658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d8b67da081_0_66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" name="Google Shape;14;g3d8b67da081_0_66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" name="Google Shape;15;g3d8b67da081_0_66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3"/>
          <p:cNvSpPr/>
          <p:nvPr/>
        </p:nvSpPr>
        <p:spPr>
          <a:xfrm>
            <a:off x="1048059" y="3222999"/>
            <a:ext cx="704215" cy="704215"/>
          </a:xfrm>
          <a:custGeom>
            <a:rect b="b" l="l" r="r" t="t"/>
            <a:pathLst>
              <a:path extrusionOk="0" h="704214" w="704214">
                <a:moveTo>
                  <a:pt x="226364" y="0"/>
                </a:moveTo>
                <a:lnTo>
                  <a:pt x="182146" y="4361"/>
                </a:lnTo>
                <a:lnTo>
                  <a:pt x="139604" y="17260"/>
                </a:lnTo>
                <a:lnTo>
                  <a:pt x="100402" y="38214"/>
                </a:lnTo>
                <a:lnTo>
                  <a:pt x="66230" y="66230"/>
                </a:lnTo>
                <a:lnTo>
                  <a:pt x="38214" y="100402"/>
                </a:lnTo>
                <a:lnTo>
                  <a:pt x="17260" y="139604"/>
                </a:lnTo>
                <a:lnTo>
                  <a:pt x="4361" y="182146"/>
                </a:lnTo>
                <a:lnTo>
                  <a:pt x="0" y="226364"/>
                </a:lnTo>
                <a:lnTo>
                  <a:pt x="486" y="241201"/>
                </a:lnTo>
                <a:lnTo>
                  <a:pt x="7734" y="285051"/>
                </a:lnTo>
                <a:lnTo>
                  <a:pt x="23380" y="326635"/>
                </a:lnTo>
                <a:lnTo>
                  <a:pt x="46855" y="364383"/>
                </a:lnTo>
                <a:lnTo>
                  <a:pt x="383438" y="703707"/>
                </a:lnTo>
                <a:lnTo>
                  <a:pt x="703707" y="383438"/>
                </a:lnTo>
                <a:lnTo>
                  <a:pt x="386689" y="66408"/>
                </a:lnTo>
                <a:lnTo>
                  <a:pt x="352329" y="38217"/>
                </a:lnTo>
                <a:lnTo>
                  <a:pt x="313131" y="17260"/>
                </a:lnTo>
                <a:lnTo>
                  <a:pt x="270593" y="4361"/>
                </a:lnTo>
                <a:lnTo>
                  <a:pt x="226364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3"/>
          <p:cNvSpPr/>
          <p:nvPr/>
        </p:nvSpPr>
        <p:spPr>
          <a:xfrm>
            <a:off x="1431486" y="3223002"/>
            <a:ext cx="704215" cy="704215"/>
          </a:xfrm>
          <a:custGeom>
            <a:rect b="b" l="l" r="r" t="t"/>
            <a:pathLst>
              <a:path extrusionOk="0" h="704214" w="704214">
                <a:moveTo>
                  <a:pt x="477342" y="0"/>
                </a:moveTo>
                <a:lnTo>
                  <a:pt x="433113" y="4361"/>
                </a:lnTo>
                <a:lnTo>
                  <a:pt x="390575" y="17260"/>
                </a:lnTo>
                <a:lnTo>
                  <a:pt x="351377" y="38217"/>
                </a:lnTo>
                <a:lnTo>
                  <a:pt x="317017" y="66408"/>
                </a:lnTo>
                <a:lnTo>
                  <a:pt x="0" y="383438"/>
                </a:lnTo>
                <a:lnTo>
                  <a:pt x="320268" y="703707"/>
                </a:lnTo>
                <a:lnTo>
                  <a:pt x="637298" y="386689"/>
                </a:lnTo>
                <a:lnTo>
                  <a:pt x="665489" y="352329"/>
                </a:lnTo>
                <a:lnTo>
                  <a:pt x="686446" y="313131"/>
                </a:lnTo>
                <a:lnTo>
                  <a:pt x="699345" y="270593"/>
                </a:lnTo>
                <a:lnTo>
                  <a:pt x="703707" y="226364"/>
                </a:lnTo>
                <a:lnTo>
                  <a:pt x="703220" y="211530"/>
                </a:lnTo>
                <a:lnTo>
                  <a:pt x="695972" y="167690"/>
                </a:lnTo>
                <a:lnTo>
                  <a:pt x="680326" y="126096"/>
                </a:lnTo>
                <a:lnTo>
                  <a:pt x="656874" y="88369"/>
                </a:lnTo>
                <a:lnTo>
                  <a:pt x="626746" y="56186"/>
                </a:lnTo>
                <a:lnTo>
                  <a:pt x="590702" y="30378"/>
                </a:lnTo>
                <a:lnTo>
                  <a:pt x="550222" y="12038"/>
                </a:lnTo>
                <a:lnTo>
                  <a:pt x="506931" y="1943"/>
                </a:lnTo>
                <a:lnTo>
                  <a:pt x="477342" y="0"/>
                </a:lnTo>
                <a:close/>
              </a:path>
            </a:pathLst>
          </a:custGeom>
          <a:solidFill>
            <a:srgbClr val="F1610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3"/>
          <p:cNvSpPr/>
          <p:nvPr/>
        </p:nvSpPr>
        <p:spPr>
          <a:xfrm>
            <a:off x="1048054" y="3416731"/>
            <a:ext cx="1087755" cy="893444"/>
          </a:xfrm>
          <a:custGeom>
            <a:rect b="b" l="l" r="r" t="t"/>
            <a:pathLst>
              <a:path extrusionOk="0" h="893445" w="1087755">
                <a:moveTo>
                  <a:pt x="1087132" y="667042"/>
                </a:moveTo>
                <a:lnTo>
                  <a:pt x="1082763" y="622820"/>
                </a:lnTo>
                <a:lnTo>
                  <a:pt x="1069873" y="580275"/>
                </a:lnTo>
                <a:lnTo>
                  <a:pt x="1048918" y="541083"/>
                </a:lnTo>
                <a:lnTo>
                  <a:pt x="1020724" y="506717"/>
                </a:lnTo>
                <a:lnTo>
                  <a:pt x="863828" y="349846"/>
                </a:lnTo>
                <a:lnTo>
                  <a:pt x="543572" y="29565"/>
                </a:lnTo>
                <a:lnTo>
                  <a:pt x="513994" y="0"/>
                </a:lnTo>
                <a:lnTo>
                  <a:pt x="193725" y="320268"/>
                </a:lnTo>
                <a:lnTo>
                  <a:pt x="223291" y="349846"/>
                </a:lnTo>
                <a:lnTo>
                  <a:pt x="66408" y="506717"/>
                </a:lnTo>
                <a:lnTo>
                  <a:pt x="38214" y="541083"/>
                </a:lnTo>
                <a:lnTo>
                  <a:pt x="17259" y="580275"/>
                </a:lnTo>
                <a:lnTo>
                  <a:pt x="4356" y="622820"/>
                </a:lnTo>
                <a:lnTo>
                  <a:pt x="0" y="667042"/>
                </a:lnTo>
                <a:lnTo>
                  <a:pt x="482" y="681875"/>
                </a:lnTo>
                <a:lnTo>
                  <a:pt x="7734" y="725716"/>
                </a:lnTo>
                <a:lnTo>
                  <a:pt x="23380" y="767308"/>
                </a:lnTo>
                <a:lnTo>
                  <a:pt x="46824" y="805040"/>
                </a:lnTo>
                <a:lnTo>
                  <a:pt x="76962" y="837222"/>
                </a:lnTo>
                <a:lnTo>
                  <a:pt x="113004" y="863028"/>
                </a:lnTo>
                <a:lnTo>
                  <a:pt x="153479" y="881367"/>
                </a:lnTo>
                <a:lnTo>
                  <a:pt x="196773" y="891463"/>
                </a:lnTo>
                <a:lnTo>
                  <a:pt x="226364" y="893406"/>
                </a:lnTo>
                <a:lnTo>
                  <a:pt x="241198" y="892924"/>
                </a:lnTo>
                <a:lnTo>
                  <a:pt x="285051" y="885672"/>
                </a:lnTo>
                <a:lnTo>
                  <a:pt x="326631" y="870026"/>
                </a:lnTo>
                <a:lnTo>
                  <a:pt x="364375" y="846556"/>
                </a:lnTo>
                <a:lnTo>
                  <a:pt x="543560" y="670128"/>
                </a:lnTo>
                <a:lnTo>
                  <a:pt x="700443" y="826998"/>
                </a:lnTo>
                <a:lnTo>
                  <a:pt x="734796" y="855192"/>
                </a:lnTo>
                <a:lnTo>
                  <a:pt x="774001" y="876147"/>
                </a:lnTo>
                <a:lnTo>
                  <a:pt x="816533" y="889050"/>
                </a:lnTo>
                <a:lnTo>
                  <a:pt x="860767" y="893406"/>
                </a:lnTo>
                <a:lnTo>
                  <a:pt x="875601" y="892924"/>
                </a:lnTo>
                <a:lnTo>
                  <a:pt x="919441" y="885672"/>
                </a:lnTo>
                <a:lnTo>
                  <a:pt x="961034" y="870026"/>
                </a:lnTo>
                <a:lnTo>
                  <a:pt x="998766" y="846582"/>
                </a:lnTo>
                <a:lnTo>
                  <a:pt x="1030947" y="816444"/>
                </a:lnTo>
                <a:lnTo>
                  <a:pt x="1056754" y="780402"/>
                </a:lnTo>
                <a:lnTo>
                  <a:pt x="1075093" y="739927"/>
                </a:lnTo>
                <a:lnTo>
                  <a:pt x="1085189" y="696633"/>
                </a:lnTo>
                <a:lnTo>
                  <a:pt x="1086637" y="681875"/>
                </a:lnTo>
                <a:lnTo>
                  <a:pt x="1087132" y="667042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3"/>
          <p:cNvSpPr txBox="1"/>
          <p:nvPr>
            <p:ph type="ctrTitle"/>
          </p:nvPr>
        </p:nvSpPr>
        <p:spPr>
          <a:xfrm>
            <a:off x="3060589" y="2923483"/>
            <a:ext cx="8580120" cy="4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/>
          <p:nvPr>
            <p:ph type="title"/>
          </p:nvPr>
        </p:nvSpPr>
        <p:spPr>
          <a:xfrm>
            <a:off x="3031356" y="1550978"/>
            <a:ext cx="1420876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" type="body"/>
          </p:nvPr>
        </p:nvSpPr>
        <p:spPr>
          <a:xfrm>
            <a:off x="3060600" y="3808833"/>
            <a:ext cx="11185525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3031356" y="1550978"/>
            <a:ext cx="1420876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3031356" y="1550978"/>
            <a:ext cx="1420876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8b67da081_0_171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6" name="Google Shape;46;g3d8b67da081_0_171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7" name="Google Shape;47;g3d8b67da081_0_171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a64614658_0_55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4" name="Google Shape;54;g39a64614658_0_55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5" name="Google Shape;55;g39a64614658_0_55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32"/>
          <p:cNvSpPr txBox="1"/>
          <p:nvPr>
            <p:ph type="title"/>
          </p:nvPr>
        </p:nvSpPr>
        <p:spPr>
          <a:xfrm>
            <a:off x="3031356" y="1550978"/>
            <a:ext cx="1420876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" type="body"/>
          </p:nvPr>
        </p:nvSpPr>
        <p:spPr>
          <a:xfrm>
            <a:off x="3060600" y="3808833"/>
            <a:ext cx="11185525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2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2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8b67da081_0_0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" name="Google Shape;61;g3d8b67da081_0_0"/>
          <p:cNvGrpSpPr/>
          <p:nvPr/>
        </p:nvGrpSpPr>
        <p:grpSpPr>
          <a:xfrm>
            <a:off x="10813168" y="2130150"/>
            <a:ext cx="7106845" cy="1052528"/>
            <a:chOff x="0" y="-47625"/>
            <a:chExt cx="1871700" cy="277200"/>
          </a:xfrm>
        </p:grpSpPr>
        <p:sp>
          <p:nvSpPr>
            <p:cNvPr id="62" name="Google Shape;62;g3d8b67da081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3" name="Google Shape;63;g3d8b67da081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g3d8b67da081_0_0"/>
          <p:cNvSpPr txBox="1"/>
          <p:nvPr/>
        </p:nvSpPr>
        <p:spPr>
          <a:xfrm>
            <a:off x="1355851" y="4405750"/>
            <a:ext cx="155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d8b67da081_0_0"/>
          <p:cNvSpPr txBox="1"/>
          <p:nvPr/>
        </p:nvSpPr>
        <p:spPr>
          <a:xfrm>
            <a:off x="1616001" y="5740550"/>
            <a:ext cx="1420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d8b67da081_0_0"/>
          <p:cNvSpPr txBox="1"/>
          <p:nvPr/>
        </p:nvSpPr>
        <p:spPr>
          <a:xfrm>
            <a:off x="10955017" y="2452078"/>
            <a:ext cx="19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g3d8b67da081_0_0"/>
          <p:cNvGrpSpPr/>
          <p:nvPr/>
        </p:nvGrpSpPr>
        <p:grpSpPr>
          <a:xfrm>
            <a:off x="10813168" y="2966571"/>
            <a:ext cx="7106845" cy="976209"/>
            <a:chOff x="0" y="-47625"/>
            <a:chExt cx="1871700" cy="257100"/>
          </a:xfrm>
        </p:grpSpPr>
        <p:sp>
          <p:nvSpPr>
            <p:cNvPr id="68" name="Google Shape;68;g3d8b67da081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9" name="Google Shape;69;g3d8b67da081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g3d8b67da081_0_0"/>
          <p:cNvSpPr txBox="1"/>
          <p:nvPr/>
        </p:nvSpPr>
        <p:spPr>
          <a:xfrm>
            <a:off x="10955017" y="3249736"/>
            <a:ext cx="25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g3d8b67da081_0_0"/>
          <p:cNvCxnSpPr/>
          <p:nvPr/>
        </p:nvCxnSpPr>
        <p:spPr>
          <a:xfrm>
            <a:off x="13705893" y="2326478"/>
            <a:ext cx="0" cy="15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g3d8b67da081_0_0"/>
          <p:cNvSpPr txBox="1"/>
          <p:nvPr/>
        </p:nvSpPr>
        <p:spPr>
          <a:xfrm>
            <a:off x="13705893" y="245128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29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/04/2026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d8b67da081_0_0"/>
          <p:cNvSpPr txBox="1"/>
          <p:nvPr/>
        </p:nvSpPr>
        <p:spPr>
          <a:xfrm>
            <a:off x="13705893" y="3249736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64614658_0_0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15000">
                <a:solidFill>
                  <a:schemeClr val="dk1"/>
                </a:solidFill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79" name="Google Shape;79;g39a64614658_0_0"/>
          <p:cNvSpPr txBox="1"/>
          <p:nvPr/>
        </p:nvSpPr>
        <p:spPr>
          <a:xfrm>
            <a:off x="8136743" y="4184800"/>
            <a:ext cx="9618600" cy="4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5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Horarios de calificación proyecto 2</a:t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5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Examen Final</a:t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" name="Google Shape;80;g39a64614658_0_0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2026-04-22T20:19:58Z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2026-04-22T00:00:00Z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2026-04-22T00:00:00Z</vt:filetime>
  </property>
  <property fmtid="{D5CDD505-2E9C-101B-9397-08002B2CF9AE}" pid="6" name="Producer">
    <vt:lpwstr>Adobe Express</vt:lpwstr>
  </property>
</Properties>
</file>