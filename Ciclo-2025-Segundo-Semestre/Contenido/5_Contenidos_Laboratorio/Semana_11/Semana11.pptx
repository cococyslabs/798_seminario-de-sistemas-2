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  <p:sldMasterId id="214748366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y="6858000" cx="12192000"/>
  <p:notesSz cx="6858000" cy="9144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77">
          <p15:clr>
            <a:srgbClr val="A4A3A4"/>
          </p15:clr>
        </p15:guide>
        <p15:guide id="2" pos="3137">
          <p15:clr>
            <a:srgbClr val="A4A3A4"/>
          </p15:clr>
        </p15:guide>
        <p15:guide id="3" orient="horz" pos="958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i1X60WVtkY0HnbryMofY2HOydv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98E961A-BE21-4E4A-8DEF-EA32CD22AB5B}">
  <a:tblStyle styleId="{198E961A-BE21-4E4A-8DEF-EA32CD22AB5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77" orient="horz"/>
        <p:guide pos="3137"/>
        <p:guide pos="958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Roboto-boldItalic.fntdata"/><Relationship Id="rId6" Type="http://schemas.openxmlformats.org/officeDocument/2006/relationships/slideMaster" Target="slideMasters/slideMaster2.xml"/><Relationship Id="rId18" Type="http://schemas.openxmlformats.org/officeDocument/2006/relationships/font" Target="fonts/Roboto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G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daf2eed240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daf2eed240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3daf2eed240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daf2eed240_1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daf2eed240_1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g3daf2eed240_1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daf2eed240_1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daf2eed240_1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g3daf2eed240_1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daf2eed240_1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daf2eed240_1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g3daf2eed240_1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daf2eed240_1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daf2eed240_1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g3daf2eed240_1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9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veni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17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rgbClr val="888888"/>
              </a:buClr>
              <a:buSzPts val="1000"/>
              <a:buFont typeface="Avenir"/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algn="r">
              <a:buClr>
                <a:srgbClr val="888888"/>
              </a:buClr>
              <a:buSzPts val="1000"/>
              <a:buFont typeface="Avenir"/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algn="r">
              <a:buClr>
                <a:srgbClr val="888888"/>
              </a:buClr>
              <a:buSzPts val="1000"/>
              <a:buFont typeface="Avenir"/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algn="r">
              <a:buClr>
                <a:srgbClr val="888888"/>
              </a:buClr>
              <a:buSzPts val="1000"/>
              <a:buFont typeface="Avenir"/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algn="r">
              <a:buClr>
                <a:srgbClr val="888888"/>
              </a:buClr>
              <a:buSzPts val="1000"/>
              <a:buFont typeface="Avenir"/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algn="r">
              <a:buClr>
                <a:srgbClr val="888888"/>
              </a:buClr>
              <a:buSzPts val="1000"/>
              <a:buFont typeface="Avenir"/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algn="r">
              <a:buClr>
                <a:srgbClr val="888888"/>
              </a:buClr>
              <a:buSzPts val="1000"/>
              <a:buFont typeface="Avenir"/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algn="r">
              <a:buClr>
                <a:srgbClr val="888888"/>
              </a:buClr>
              <a:buSzPts val="1000"/>
              <a:buFont typeface="Avenir"/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algn="r">
              <a:buClr>
                <a:srgbClr val="888888"/>
              </a:buClr>
              <a:buSzPts val="1000"/>
              <a:buFont typeface="Avenir"/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3">
  <p:cSld name="Contenido 3">
    <p:bg>
      <p:bgPr>
        <a:solidFill>
          <a:schemeClr val="dk2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/>
          <p:nvPr>
            <p:ph type="title"/>
          </p:nvPr>
        </p:nvSpPr>
        <p:spPr>
          <a:xfrm>
            <a:off x="4933950" y="429461"/>
            <a:ext cx="6343650" cy="26684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  <a:defRPr cap="none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" type="body"/>
          </p:nvPr>
        </p:nvSpPr>
        <p:spPr>
          <a:xfrm>
            <a:off x="4938712" y="3299953"/>
            <a:ext cx="6338888" cy="2668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342900" lvl="1" marL="91440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22" name="Google Shape;22;p18"/>
          <p:cNvGrpSpPr/>
          <p:nvPr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23" name="Google Shape;23;p18"/>
            <p:cNvSpPr/>
            <p:nvPr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" name="Google Shape;24;p18"/>
            <p:cNvSpPr/>
            <p:nvPr/>
          </p:nvSpPr>
          <p:spPr>
            <a:xfrm>
              <a:off x="2029604" y="2031653"/>
              <a:ext cx="2029968" cy="2029968"/>
            </a:xfrm>
            <a:custGeom>
              <a:rect b="b" l="l" r="r" t="t"/>
              <a:pathLst>
                <a:path extrusionOk="0" h="2029968" w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" name="Google Shape;25;p18"/>
            <p:cNvSpPr/>
            <p:nvPr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descr="Un patrón seleccionado blanco y negro&#10;&#10;Descripción generada automáticamente con confianza baja" id="26" name="Google Shape;26;p1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Google Shape;27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" name="Google Shape;28;p18"/>
            <p:cNvSpPr/>
            <p:nvPr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" name="Google Shape;29;p18"/>
            <p:cNvSpPr/>
            <p:nvPr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30" name="Google Shape;30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1" name="Google Shape;31;p18"/>
            <p:cNvGrpSpPr/>
            <p:nvPr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32" name="Google Shape;32;p18"/>
              <p:cNvGrpSpPr/>
              <p:nvPr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33" name="Google Shape;33;p18"/>
                <p:cNvGrpSpPr/>
                <p:nvPr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34" name="Google Shape;34;p18"/>
                  <p:cNvGrpSpPr/>
                  <p:nvPr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5" name="Google Shape;35;p18"/>
                    <p:cNvGrpSpPr/>
                    <p:nvPr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6" name="Google Shape;36;p18"/>
                      <p:cNvGrpSpPr/>
                      <p:nvPr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7" name="Google Shape;37;p18"/>
                        <p:cNvGrpSpPr/>
                        <p:nvPr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8" name="Google Shape;38;p18"/>
                          <p:cNvGrpSpPr/>
                          <p:nvPr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Google Shape;39;p18"/>
                            <p:cNvSpPr/>
                            <p:nvPr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lang="es-GT" sz="1800">
                                  <a:solidFill>
                                    <a:schemeClr val="dk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40" name="Google Shape;40;p18"/>
                            <p:cNvSpPr/>
                            <p:nvPr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lang="es-GT" sz="1800">
                                  <a:solidFill>
                                    <a:schemeClr val="dk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</p:grpSp>
                      <p:sp>
                        <p:nvSpPr>
                          <p:cNvPr id="41" name="Google Shape;41;p18"/>
                          <p:cNvSpPr/>
                          <p:nvPr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cap="flat" cmpd="sng" w="25400">
                            <a:solidFill>
                              <a:schemeClr val="accent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rPr lang="es-GT" sz="1800">
                                <a:solidFill>
                                  <a:schemeClr val="dk1"/>
                                </a:solidFill>
                                <a:latin typeface="Avenir"/>
                                <a:ea typeface="Avenir"/>
                                <a:cs typeface="Avenir"/>
                                <a:sym typeface="Avenir"/>
                              </a:rPr>
                              <a:t> </a:t>
                            </a:r>
                            <a:endParaRPr/>
                          </a:p>
                        </p:txBody>
                      </p:sp>
                    </p:grpSp>
                    <p:sp>
                      <p:nvSpPr>
                        <p:cNvPr id="42" name="Google Shape;42;p18"/>
                        <p:cNvSpPr/>
                        <p:nvPr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cap="flat" cmpd="sng" w="25400">
                          <a:solidFill>
                            <a:schemeClr val="accent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GT" sz="1800">
                              <a:solidFill>
                                <a:schemeClr val="dk1"/>
                              </a:solidFill>
                              <a:latin typeface="Avenir"/>
                              <a:ea typeface="Avenir"/>
                              <a:cs typeface="Avenir"/>
                              <a:sym typeface="Avenir"/>
                            </a:rPr>
                            <a:t> </a:t>
                          </a:r>
                          <a:endParaRPr/>
                        </a:p>
                      </p:txBody>
                    </p:sp>
                  </p:grpSp>
                  <p:sp>
                    <p:nvSpPr>
                      <p:cNvPr id="43" name="Google Shape;43;p18"/>
                      <p:cNvSpPr/>
                      <p:nvPr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cap="flat" cmpd="sng" w="25400">
                        <a:solidFill>
                          <a:schemeClr val="accent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GT" sz="1800">
                            <a:solidFill>
                              <a:schemeClr val="dk1"/>
                            </a:solidFill>
                            <a:latin typeface="Avenir"/>
                            <a:ea typeface="Avenir"/>
                            <a:cs typeface="Avenir"/>
                            <a:sym typeface="Avenir"/>
                          </a:rPr>
                          <a:t> </a:t>
                        </a:r>
                        <a:endParaRPr/>
                      </a:p>
                    </p:txBody>
                  </p:sp>
                </p:grpSp>
                <p:sp>
                  <p:nvSpPr>
                    <p:cNvPr id="44" name="Google Shape;44;p18"/>
                    <p:cNvSpPr/>
                    <p:nvPr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cap="flat" cmpd="sng" w="25400">
                      <a:solidFill>
                        <a:schemeClr val="accen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GT" sz="180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 </a:t>
                      </a:r>
                      <a:endParaRPr/>
                    </a:p>
                  </p:txBody>
                </p:sp>
              </p:grpSp>
              <p:sp>
                <p:nvSpPr>
                  <p:cNvPr id="45" name="Google Shape;45;p18"/>
                  <p:cNvSpPr/>
                  <p:nvPr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cap="flat" cmpd="sng" w="25400">
                    <a:solidFill>
                      <a:schemeClr val="accen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GT" sz="180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rPr>
                      <a:t> </a:t>
                    </a:r>
                    <a:endParaRPr/>
                  </a:p>
                </p:txBody>
              </p:sp>
            </p:grpSp>
            <p:sp>
              <p:nvSpPr>
                <p:cNvPr id="46" name="Google Shape;46;p18"/>
                <p:cNvSpPr/>
                <p:nvPr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47" name="Google Shape;47;p18"/>
                <p:cNvSpPr/>
                <p:nvPr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48" name="Google Shape;48;p18"/>
                <p:cNvSpPr/>
                <p:nvPr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49" name="Google Shape;49;p18"/>
                <p:cNvSpPr/>
                <p:nvPr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50" name="Google Shape;50;p18"/>
                <p:cNvSpPr/>
                <p:nvPr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</p:grpSp>
          <p:sp>
            <p:nvSpPr>
              <p:cNvPr id="51" name="Google Shape;51;p18"/>
              <p:cNvSpPr/>
              <p:nvPr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GT" sz="1800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/>
              </a:p>
            </p:txBody>
          </p:sp>
        </p:grpSp>
        <p:sp>
          <p:nvSpPr>
            <p:cNvPr id="52" name="Google Shape;52;p18"/>
            <p:cNvSpPr/>
            <p:nvPr/>
          </p:nvSpPr>
          <p:spPr>
            <a:xfrm>
              <a:off x="0" y="4043197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3" name="Google Shape;53;p18"/>
            <p:cNvSpPr/>
            <p:nvPr/>
          </p:nvSpPr>
          <p:spPr>
            <a:xfrm>
              <a:off x="0" y="2021358"/>
              <a:ext cx="1014984" cy="2029968"/>
            </a:xfrm>
            <a:custGeom>
              <a:rect b="b" l="l" r="r" t="t"/>
              <a:pathLst>
                <a:path extrusionOk="0" h="1828800" w="915648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D4D0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cxnSp>
          <p:nvCxnSpPr>
            <p:cNvPr id="54" name="Google Shape;54;p18"/>
            <p:cNvCxnSpPr/>
            <p:nvPr/>
          </p:nvCxnSpPr>
          <p:spPr>
            <a:xfrm>
              <a:off x="10632" y="-7753"/>
              <a:ext cx="4052352" cy="4040860"/>
            </a:xfrm>
            <a:prstGeom prst="straightConnector1">
              <a:avLst/>
            </a:prstGeom>
            <a:noFill/>
            <a:ln cap="flat" cmpd="sng" w="508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5" name="Google Shape;55;p18"/>
            <p:cNvSpPr/>
            <p:nvPr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56" name="Google Shape;56;p18"/>
          <p:cNvSpPr txBox="1"/>
          <p:nvPr>
            <p:ph idx="11" type="ftr"/>
          </p:nvPr>
        </p:nvSpPr>
        <p:spPr>
          <a:xfrm>
            <a:off x="7306165" y="635508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2" type="sldNum"/>
          </p:nvPr>
        </p:nvSpPr>
        <p:spPr>
          <a:xfrm>
            <a:off x="10967357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833694" y="6353175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52">
          <p15:clr>
            <a:srgbClr val="FBAE40"/>
          </p15:clr>
        </p15:guide>
        <p15:guide id="2" pos="7104">
          <p15:clr>
            <a:srgbClr val="FBAE40"/>
          </p15:clr>
        </p15:guide>
        <p15:guide id="3" pos="739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+ Tabla">
  <p:cSld name="Contenido + Tabla">
    <p:bg>
      <p:bgPr>
        <a:solidFill>
          <a:schemeClr val="dk2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9"/>
          <p:cNvSpPr txBox="1"/>
          <p:nvPr>
            <p:ph type="title"/>
          </p:nvPr>
        </p:nvSpPr>
        <p:spPr>
          <a:xfrm>
            <a:off x="762000" y="896112"/>
            <a:ext cx="10668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  <a:defRPr cap="none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9"/>
          <p:cNvSpPr/>
          <p:nvPr/>
        </p:nvSpPr>
        <p:spPr>
          <a:xfrm rot="10800000">
            <a:off x="11177016" y="0"/>
            <a:ext cx="1014984" cy="1014984"/>
          </a:xfrm>
          <a:custGeom>
            <a:rect b="b" l="l" r="r" t="t"/>
            <a:pathLst>
              <a:path extrusionOk="0" h="2029968" w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2" name="Google Shape;62;p19"/>
          <p:cNvSpPr txBox="1"/>
          <p:nvPr>
            <p:ph idx="1" type="body"/>
          </p:nvPr>
        </p:nvSpPr>
        <p:spPr>
          <a:xfrm>
            <a:off x="762000" y="2417197"/>
            <a:ext cx="4278313" cy="3737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0" type="dt"/>
          </p:nvPr>
        </p:nvSpPr>
        <p:spPr>
          <a:xfrm>
            <a:off x="767443" y="6353175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11" type="ftr"/>
          </p:nvPr>
        </p:nvSpPr>
        <p:spPr>
          <a:xfrm>
            <a:off x="5273449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9"/>
          <p:cNvSpPr txBox="1"/>
          <p:nvPr>
            <p:ph idx="12" type="sldNum"/>
          </p:nvPr>
        </p:nvSpPr>
        <p:spPr>
          <a:xfrm>
            <a:off x="1096817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sa">
  <p:cSld name="Mesa">
    <p:bg>
      <p:bgPr>
        <a:solidFill>
          <a:schemeClr val="dk2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0"/>
          <p:cNvSpPr txBox="1"/>
          <p:nvPr>
            <p:ph type="title"/>
          </p:nvPr>
        </p:nvSpPr>
        <p:spPr>
          <a:xfrm>
            <a:off x="764155" y="896112"/>
            <a:ext cx="106658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  <a:defRPr cap="none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0"/>
          <p:cNvSpPr/>
          <p:nvPr/>
        </p:nvSpPr>
        <p:spPr>
          <a:xfrm rot="10800000">
            <a:off x="11177016" y="0"/>
            <a:ext cx="1014984" cy="1014984"/>
          </a:xfrm>
          <a:custGeom>
            <a:rect b="b" l="l" r="r" t="t"/>
            <a:pathLst>
              <a:path extrusionOk="0" h="2029968" w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9" name="Google Shape;69;p20"/>
          <p:cNvSpPr txBox="1"/>
          <p:nvPr>
            <p:ph idx="10" type="dt"/>
          </p:nvPr>
        </p:nvSpPr>
        <p:spPr>
          <a:xfrm>
            <a:off x="767443" y="6353175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1" type="ftr"/>
          </p:nvPr>
        </p:nvSpPr>
        <p:spPr>
          <a:xfrm>
            <a:off x="5273449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2" type="sldNum"/>
          </p:nvPr>
        </p:nvSpPr>
        <p:spPr>
          <a:xfrm>
            <a:off x="1096817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+ imagen">
  <p:cSld name="Contenido + imagen">
    <p:bg>
      <p:bgPr>
        <a:solidFill>
          <a:schemeClr val="accent2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/>
          <p:nvPr>
            <p:ph type="title"/>
          </p:nvPr>
        </p:nvSpPr>
        <p:spPr>
          <a:xfrm>
            <a:off x="3807877" y="898524"/>
            <a:ext cx="7606895" cy="20299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venir"/>
              <a:buNone/>
              <a:defRPr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/>
          <p:nvPr>
            <p:ph idx="2" type="pic"/>
          </p:nvPr>
        </p:nvSpPr>
        <p:spPr>
          <a:xfrm>
            <a:off x="1011337" y="9212"/>
            <a:ext cx="2029967" cy="4850544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21"/>
          <p:cNvSpPr/>
          <p:nvPr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76" name="Google Shape;76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1338" y="5865203"/>
            <a:ext cx="2019299" cy="999451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1"/>
          <p:cNvSpPr txBox="1"/>
          <p:nvPr>
            <p:ph idx="1" type="body"/>
          </p:nvPr>
        </p:nvSpPr>
        <p:spPr>
          <a:xfrm>
            <a:off x="3803953" y="3259138"/>
            <a:ext cx="7615274" cy="297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>
                <a:solidFill>
                  <a:schemeClr val="dk2"/>
                </a:solidFill>
              </a:defRPr>
            </a:lvl4pPr>
            <a:lvl5pPr indent="-342900" lvl="4" marL="22860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0" type="dt"/>
          </p:nvPr>
        </p:nvSpPr>
        <p:spPr>
          <a:xfrm>
            <a:off x="3803953" y="6353175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1" type="ftr"/>
          </p:nvPr>
        </p:nvSpPr>
        <p:spPr>
          <a:xfrm>
            <a:off x="6788630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2" type="sldNum"/>
          </p:nvPr>
        </p:nvSpPr>
        <p:spPr>
          <a:xfrm>
            <a:off x="10962027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  <p:grpSp>
        <p:nvGrpSpPr>
          <p:cNvPr id="81" name="Google Shape;81;p21"/>
          <p:cNvGrpSpPr/>
          <p:nvPr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82" name="Google Shape;82;p21"/>
            <p:cNvSpPr/>
            <p:nvPr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3" name="Google Shape;83;p21"/>
            <p:cNvSpPr/>
            <p:nvPr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4" name="Google Shape;84;p21"/>
            <p:cNvSpPr/>
            <p:nvPr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85" name="Google Shape;85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" name="Google Shape;86;p21"/>
            <p:cNvSpPr/>
            <p:nvPr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7" name="Google Shape;87;p21"/>
            <p:cNvSpPr/>
            <p:nvPr/>
          </p:nvSpPr>
          <p:spPr>
            <a:xfrm rot="10800000">
              <a:off x="100582" y="2932749"/>
              <a:ext cx="914400" cy="1828800"/>
            </a:xfrm>
            <a:custGeom>
              <a:rect b="b" l="l" r="r" t="t"/>
              <a:pathLst>
                <a:path extrusionOk="0" h="1828800" w="915648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D4D0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88" name="Google Shape;88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9" name="Google Shape;89;p21"/>
          <p:cNvSpPr/>
          <p:nvPr/>
        </p:nvSpPr>
        <p:spPr>
          <a:xfrm>
            <a:off x="1011339" y="2834159"/>
            <a:ext cx="2029968" cy="2029968"/>
          </a:xfrm>
          <a:custGeom>
            <a:rect b="b" l="l" r="r" t="t"/>
            <a:pathLst>
              <a:path extrusionOk="0" h="2029968" w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552">
          <p15:clr>
            <a:srgbClr val="FBAE40"/>
          </p15:clr>
        </p15:guide>
        <p15:guide id="2" pos="7104">
          <p15:clr>
            <a:srgbClr val="FBAE40"/>
          </p15:clr>
        </p15:guide>
        <p15:guide id="3" pos="739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>
  <p:cSld name="Solo el título">
    <p:bg>
      <p:bgPr>
        <a:solidFill>
          <a:schemeClr val="accent2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24"/>
          <p:cNvGrpSpPr/>
          <p:nvPr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92" name="Google Shape;92;p24"/>
            <p:cNvSpPr/>
            <p:nvPr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3" name="Google Shape;93;p24"/>
            <p:cNvSpPr/>
            <p:nvPr/>
          </p:nvSpPr>
          <p:spPr>
            <a:xfrm>
              <a:off x="0" y="0"/>
              <a:ext cx="2029968" cy="2029968"/>
            </a:xfrm>
            <a:custGeom>
              <a:rect b="b" l="l" r="r" t="t"/>
              <a:pathLst>
                <a:path extrusionOk="0" h="1828800" w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4" name="Google Shape;94;p24"/>
            <p:cNvSpPr/>
            <p:nvPr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5" name="Google Shape;95;p24"/>
            <p:cNvSpPr/>
            <p:nvPr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6" name="Google Shape;96;p24"/>
            <p:cNvSpPr/>
            <p:nvPr/>
          </p:nvSpPr>
          <p:spPr>
            <a:xfrm>
              <a:off x="4054172" y="4069080"/>
              <a:ext cx="2788920" cy="2788920"/>
            </a:xfrm>
            <a:custGeom>
              <a:rect b="b" l="l" r="r" t="t"/>
              <a:pathLst>
                <a:path extrusionOk="0" h="1828800" w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grpSp>
          <p:nvGrpSpPr>
            <p:cNvPr id="97" name="Google Shape;97;p24"/>
            <p:cNvGrpSpPr/>
            <p:nvPr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98" name="Google Shape;98;p24"/>
              <p:cNvGrpSpPr/>
              <p:nvPr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oogle Shape;99;p24"/>
                <p:cNvGrpSpPr/>
                <p:nvPr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00" name="Google Shape;100;p24"/>
                  <p:cNvGrpSpPr/>
                  <p:nvPr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01" name="Google Shape;101;p24"/>
                    <p:cNvGrpSpPr/>
                    <p:nvPr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02" name="Google Shape;102;p24"/>
                      <p:cNvGrpSpPr/>
                      <p:nvPr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03" name="Google Shape;103;p24"/>
                        <p:cNvGrpSpPr/>
                        <p:nvPr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04" name="Google Shape;104;p24"/>
                          <p:cNvGrpSpPr/>
                          <p:nvPr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05" name="Google Shape;105;p24"/>
                            <p:cNvSpPr/>
                            <p:nvPr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lang="es-GT" sz="1800">
                                  <a:solidFill>
                                    <a:schemeClr val="dk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106" name="Google Shape;106;p24"/>
                            <p:cNvSpPr/>
                            <p:nvPr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lang="es-GT" sz="1800">
                                  <a:solidFill>
                                    <a:schemeClr val="dk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</p:grpSp>
                      <p:sp>
                        <p:nvSpPr>
                          <p:cNvPr id="107" name="Google Shape;107;p24"/>
                          <p:cNvSpPr/>
                          <p:nvPr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cap="flat" cmpd="sng" w="25400">
                            <a:solidFill>
                              <a:schemeClr val="accent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rPr lang="es-GT" sz="1800">
                                <a:solidFill>
                                  <a:schemeClr val="dk1"/>
                                </a:solidFill>
                                <a:latin typeface="Avenir"/>
                                <a:ea typeface="Avenir"/>
                                <a:cs typeface="Avenir"/>
                                <a:sym typeface="Avenir"/>
                              </a:rPr>
                              <a:t> </a:t>
                            </a:r>
                            <a:endParaRPr/>
                          </a:p>
                        </p:txBody>
                      </p:sp>
                    </p:grpSp>
                    <p:sp>
                      <p:nvSpPr>
                        <p:cNvPr id="108" name="Google Shape;108;p24"/>
                        <p:cNvSpPr/>
                        <p:nvPr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cap="flat" cmpd="sng" w="25400">
                          <a:solidFill>
                            <a:schemeClr val="accent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GT" sz="1800">
                              <a:solidFill>
                                <a:schemeClr val="dk1"/>
                              </a:solidFill>
                              <a:latin typeface="Avenir"/>
                              <a:ea typeface="Avenir"/>
                              <a:cs typeface="Avenir"/>
                              <a:sym typeface="Avenir"/>
                            </a:rPr>
                            <a:t> </a:t>
                          </a:r>
                          <a:endParaRPr/>
                        </a:p>
                      </p:txBody>
                    </p:sp>
                  </p:grpSp>
                  <p:sp>
                    <p:nvSpPr>
                      <p:cNvPr id="109" name="Google Shape;109;p24"/>
                      <p:cNvSpPr/>
                      <p:nvPr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cap="flat" cmpd="sng" w="25400">
                        <a:solidFill>
                          <a:schemeClr val="accent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GT" sz="1800">
                            <a:solidFill>
                              <a:schemeClr val="dk1"/>
                            </a:solidFill>
                            <a:latin typeface="Avenir"/>
                            <a:ea typeface="Avenir"/>
                            <a:cs typeface="Avenir"/>
                            <a:sym typeface="Avenir"/>
                          </a:rPr>
                          <a:t> </a:t>
                        </a:r>
                        <a:endParaRPr/>
                      </a:p>
                    </p:txBody>
                  </p:sp>
                </p:grpSp>
                <p:sp>
                  <p:nvSpPr>
                    <p:cNvPr id="110" name="Google Shape;110;p24"/>
                    <p:cNvSpPr/>
                    <p:nvPr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cap="flat" cmpd="sng" w="25400">
                      <a:solidFill>
                        <a:schemeClr val="accen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GT" sz="180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 </a:t>
                      </a:r>
                      <a:endParaRPr/>
                    </a:p>
                  </p:txBody>
                </p:sp>
              </p:grpSp>
              <p:sp>
                <p:nvSpPr>
                  <p:cNvPr id="111" name="Google Shape;111;p24"/>
                  <p:cNvSpPr/>
                  <p:nvPr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cap="flat" cmpd="sng" w="25400">
                    <a:solidFill>
                      <a:schemeClr val="accen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GT" sz="180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rPr>
                      <a:t> </a:t>
                    </a:r>
                    <a:endParaRPr/>
                  </a:p>
                </p:txBody>
              </p:sp>
            </p:grpSp>
            <p:sp>
              <p:nvSpPr>
                <p:cNvPr id="112" name="Google Shape;112;p24"/>
                <p:cNvSpPr/>
                <p:nvPr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113" name="Google Shape;113;p24"/>
                <p:cNvSpPr/>
                <p:nvPr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114" name="Google Shape;114;p24"/>
                <p:cNvSpPr/>
                <p:nvPr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115" name="Google Shape;115;p24"/>
                <p:cNvSpPr/>
                <p:nvPr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116" name="Google Shape;116;p24"/>
                <p:cNvSpPr/>
                <p:nvPr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</p:grpSp>
          <p:sp>
            <p:nvSpPr>
              <p:cNvPr id="117" name="Google Shape;117;p24"/>
              <p:cNvSpPr/>
              <p:nvPr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GT" sz="1800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/>
              </a:p>
            </p:txBody>
          </p:sp>
        </p:grpSp>
        <p:sp>
          <p:nvSpPr>
            <p:cNvPr id="118" name="Google Shape;118;p24"/>
            <p:cNvSpPr/>
            <p:nvPr/>
          </p:nvSpPr>
          <p:spPr>
            <a:xfrm rot="10800000">
              <a:off x="1013527" y="2043171"/>
              <a:ext cx="1014984" cy="2029968"/>
            </a:xfrm>
            <a:custGeom>
              <a:rect b="b" l="l" r="r" t="t"/>
              <a:pathLst>
                <a:path extrusionOk="0" h="1828800" w="915648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D4D0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9" name="Google Shape;119;p24"/>
            <p:cNvSpPr/>
            <p:nvPr/>
          </p:nvSpPr>
          <p:spPr>
            <a:xfrm rot="5400000">
              <a:off x="2028432" y="4821048"/>
              <a:ext cx="2029968" cy="2029968"/>
            </a:xfrm>
            <a:custGeom>
              <a:rect b="b" l="l" r="r" t="t"/>
              <a:pathLst>
                <a:path extrusionOk="0" h="1828800" w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0" name="Google Shape;120;p24"/>
            <p:cNvSpPr/>
            <p:nvPr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1" name="Google Shape;121;p24"/>
            <p:cNvSpPr/>
            <p:nvPr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122" name="Google Shape;122;p2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4078224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24" name="Google Shape;124;p24"/>
            <p:cNvCxnSpPr/>
            <p:nvPr/>
          </p:nvCxnSpPr>
          <p:spPr>
            <a:xfrm>
              <a:off x="974376" y="989441"/>
              <a:ext cx="5867327" cy="5867206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25" name="Google Shape;125;p24"/>
          <p:cNvSpPr txBox="1"/>
          <p:nvPr>
            <p:ph type="ctrTitle"/>
          </p:nvPr>
        </p:nvSpPr>
        <p:spPr>
          <a:xfrm>
            <a:off x="4714772" y="677918"/>
            <a:ext cx="6856292" cy="3590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venir"/>
              <a:buNone/>
              <a:defRPr sz="6000"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8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240">
          <p15:clr>
            <a:srgbClr val="FBAE40"/>
          </p15:clr>
        </p15:guide>
        <p15:guide id="4" orient="horz" pos="2260">
          <p15:clr>
            <a:srgbClr val="FBAE40"/>
          </p15:clr>
        </p15:guide>
        <p15:guide id="5" pos="729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+ Imagen">
  <p:cSld name="Título + Imagen">
    <p:bg>
      <p:bgPr>
        <a:solidFill>
          <a:schemeClr val="accent3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ctrTitle"/>
          </p:nvPr>
        </p:nvSpPr>
        <p:spPr>
          <a:xfrm>
            <a:off x="4833694" y="660358"/>
            <a:ext cx="6594768" cy="553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venir"/>
              <a:buNone/>
              <a:defRPr sz="4800"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5"/>
          <p:cNvSpPr/>
          <p:nvPr>
            <p:ph idx="2" type="pic"/>
          </p:nvPr>
        </p:nvSpPr>
        <p:spPr>
          <a:xfrm rot="10800000">
            <a:off x="1" y="761322"/>
            <a:ext cx="4076118" cy="6096678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9" name="Google Shape;129;p25"/>
          <p:cNvGrpSpPr/>
          <p:nvPr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130" name="Google Shape;130;p25"/>
            <p:cNvSpPr/>
            <p:nvPr/>
          </p:nvSpPr>
          <p:spPr>
            <a:xfrm flipH="1" rot="10800000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1" name="Google Shape;131;p25"/>
            <p:cNvSpPr/>
            <p:nvPr/>
          </p:nvSpPr>
          <p:spPr>
            <a:xfrm rot="10800000">
              <a:off x="0" y="766136"/>
              <a:ext cx="2029968" cy="2029968"/>
            </a:xfrm>
            <a:custGeom>
              <a:rect b="b" l="l" r="r" t="t"/>
              <a:pathLst>
                <a:path extrusionOk="0" h="2029968" w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2" name="Google Shape;132;p25"/>
            <p:cNvSpPr/>
            <p:nvPr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133" name="Google Shape;133;p2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" name="Google Shape;134;p25"/>
            <p:cNvSpPr/>
            <p:nvPr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descr="Un patrón seleccionado blanco y negro&#10;&#10;Descripción generada automáticamente con confianza baja" id="135" name="Google Shape;135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>
        <p15:guide id="1" orient="horz" pos="108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240">
          <p15:clr>
            <a:srgbClr val="FBAE40"/>
          </p15:clr>
        </p15:guide>
        <p15:guide id="4" orient="horz" pos="2260">
          <p15:clr>
            <a:srgbClr val="FBAE40"/>
          </p15:clr>
        </p15:guide>
        <p15:guide id="5" pos="729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+ Subtítulo + Imagen ">
  <p:cSld name="Título + Subtítulo + Imagen ">
    <p:bg>
      <p:bgPr>
        <a:solidFill>
          <a:schemeClr val="accent2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ctrTitle"/>
          </p:nvPr>
        </p:nvSpPr>
        <p:spPr>
          <a:xfrm>
            <a:off x="4833694" y="544285"/>
            <a:ext cx="6594768" cy="34453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venir"/>
              <a:buNone/>
              <a:defRPr sz="4800"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6"/>
          <p:cNvSpPr txBox="1"/>
          <p:nvPr>
            <p:ph idx="1" type="subTitle"/>
          </p:nvPr>
        </p:nvSpPr>
        <p:spPr>
          <a:xfrm>
            <a:off x="4829789" y="4130045"/>
            <a:ext cx="6594768" cy="19515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grpSp>
        <p:nvGrpSpPr>
          <p:cNvPr id="139" name="Google Shape;139;p26"/>
          <p:cNvGrpSpPr/>
          <p:nvPr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140" name="Google Shape;140;p26"/>
            <p:cNvSpPr/>
            <p:nvPr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1" name="Google Shape;141;p26"/>
            <p:cNvSpPr/>
            <p:nvPr/>
          </p:nvSpPr>
          <p:spPr>
            <a:xfrm>
              <a:off x="2039471" y="4061896"/>
              <a:ext cx="2029968" cy="2029968"/>
            </a:xfrm>
            <a:custGeom>
              <a:rect b="b" l="l" r="r" t="t"/>
              <a:pathLst>
                <a:path extrusionOk="0" h="2029968" w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2" name="Google Shape;142;p26"/>
            <p:cNvSpPr/>
            <p:nvPr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143" name="Google Shape;143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4" name="Google Shape;144;p26"/>
            <p:cNvGrpSpPr/>
            <p:nvPr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145" name="Google Shape;145;p26"/>
              <p:cNvGrpSpPr/>
              <p:nvPr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46" name="Google Shape;146;p26"/>
                <p:cNvGrpSpPr/>
                <p:nvPr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47" name="Google Shape;147;p26"/>
                  <p:cNvGrpSpPr/>
                  <p:nvPr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48" name="Google Shape;148;p26"/>
                    <p:cNvGrpSpPr/>
                    <p:nvPr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49" name="Google Shape;149;p26"/>
                      <p:cNvGrpSpPr/>
                      <p:nvPr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50" name="Google Shape;150;p26"/>
                        <p:cNvGrpSpPr/>
                        <p:nvPr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51" name="Google Shape;151;p26"/>
                          <p:cNvGrpSpPr/>
                          <p:nvPr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52" name="Google Shape;152;p26"/>
                            <p:cNvSpPr/>
                            <p:nvPr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lang="es-GT" sz="1800">
                                  <a:solidFill>
                                    <a:schemeClr val="dk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153" name="Google Shape;153;p26"/>
                            <p:cNvSpPr/>
                            <p:nvPr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lang="es-GT" sz="1800">
                                  <a:solidFill>
                                    <a:schemeClr val="dk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</p:grpSp>
                      <p:sp>
                        <p:nvSpPr>
                          <p:cNvPr id="154" name="Google Shape;154;p26"/>
                          <p:cNvSpPr/>
                          <p:nvPr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cap="flat" cmpd="sng" w="25400">
                            <a:solidFill>
                              <a:schemeClr val="accent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rPr lang="es-GT" sz="1800">
                                <a:solidFill>
                                  <a:schemeClr val="dk1"/>
                                </a:solidFill>
                                <a:latin typeface="Avenir"/>
                                <a:ea typeface="Avenir"/>
                                <a:cs typeface="Avenir"/>
                                <a:sym typeface="Avenir"/>
                              </a:rPr>
                              <a:t> </a:t>
                            </a:r>
                            <a:endParaRPr/>
                          </a:p>
                        </p:txBody>
                      </p:sp>
                    </p:grpSp>
                    <p:sp>
                      <p:nvSpPr>
                        <p:cNvPr id="155" name="Google Shape;155;p26"/>
                        <p:cNvSpPr/>
                        <p:nvPr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cap="flat" cmpd="sng" w="25400">
                          <a:solidFill>
                            <a:schemeClr val="accent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GT" sz="1800">
                              <a:solidFill>
                                <a:schemeClr val="dk1"/>
                              </a:solidFill>
                              <a:latin typeface="Avenir"/>
                              <a:ea typeface="Avenir"/>
                              <a:cs typeface="Avenir"/>
                              <a:sym typeface="Avenir"/>
                            </a:rPr>
                            <a:t> </a:t>
                          </a:r>
                          <a:endParaRPr/>
                        </a:p>
                      </p:txBody>
                    </p:sp>
                  </p:grpSp>
                  <p:sp>
                    <p:nvSpPr>
                      <p:cNvPr id="156" name="Google Shape;156;p26"/>
                      <p:cNvSpPr/>
                      <p:nvPr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cap="flat" cmpd="sng" w="25400">
                        <a:solidFill>
                          <a:schemeClr val="accent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GT" sz="1800">
                            <a:solidFill>
                              <a:schemeClr val="dk1"/>
                            </a:solidFill>
                            <a:latin typeface="Avenir"/>
                            <a:ea typeface="Avenir"/>
                            <a:cs typeface="Avenir"/>
                            <a:sym typeface="Avenir"/>
                          </a:rPr>
                          <a:t> </a:t>
                        </a:r>
                        <a:endParaRPr/>
                      </a:p>
                    </p:txBody>
                  </p:sp>
                </p:grpSp>
                <p:sp>
                  <p:nvSpPr>
                    <p:cNvPr id="157" name="Google Shape;157;p26"/>
                    <p:cNvSpPr/>
                    <p:nvPr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cap="flat" cmpd="sng" w="25400">
                      <a:solidFill>
                        <a:schemeClr val="accen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GT" sz="180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 </a:t>
                      </a:r>
                      <a:endParaRPr/>
                    </a:p>
                  </p:txBody>
                </p:sp>
              </p:grpSp>
              <p:sp>
                <p:nvSpPr>
                  <p:cNvPr id="158" name="Google Shape;158;p26"/>
                  <p:cNvSpPr/>
                  <p:nvPr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cap="flat" cmpd="sng" w="25400">
                    <a:solidFill>
                      <a:schemeClr val="accen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GT" sz="180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rPr>
                      <a:t> </a:t>
                    </a:r>
                    <a:endParaRPr/>
                  </a:p>
                </p:txBody>
              </p:sp>
            </p:grpSp>
            <p:sp>
              <p:nvSpPr>
                <p:cNvPr id="159" name="Google Shape;159;p26"/>
                <p:cNvSpPr/>
                <p:nvPr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160" name="Google Shape;160;p26"/>
                <p:cNvSpPr/>
                <p:nvPr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161" name="Google Shape;161;p26"/>
                <p:cNvSpPr/>
                <p:nvPr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162" name="Google Shape;162;p26"/>
                <p:cNvSpPr/>
                <p:nvPr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163" name="Google Shape;163;p26"/>
                <p:cNvSpPr/>
                <p:nvPr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</p:grpSp>
          <p:sp>
            <p:nvSpPr>
              <p:cNvPr id="164" name="Google Shape;164;p26"/>
              <p:cNvSpPr/>
              <p:nvPr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GT" sz="1800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/>
              </a:p>
            </p:txBody>
          </p:sp>
        </p:grpSp>
        <p:sp>
          <p:nvSpPr>
            <p:cNvPr id="165" name="Google Shape;165;p26"/>
            <p:cNvSpPr/>
            <p:nvPr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6" name="Google Shape;166;p26"/>
            <p:cNvSpPr/>
            <p:nvPr/>
          </p:nvSpPr>
          <p:spPr>
            <a:xfrm>
              <a:off x="9867" y="4051601"/>
              <a:ext cx="1014984" cy="2029968"/>
            </a:xfrm>
            <a:custGeom>
              <a:rect b="b" l="l" r="r" t="t"/>
              <a:pathLst>
                <a:path extrusionOk="0" h="1828800" w="915648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D4D0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167" name="Google Shape;167;p26"/>
          <p:cNvSpPr/>
          <p:nvPr>
            <p:ph idx="2" type="pic"/>
          </p:nvPr>
        </p:nvSpPr>
        <p:spPr>
          <a:xfrm>
            <a:off x="0" y="-1"/>
            <a:ext cx="4076118" cy="609667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08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240">
          <p15:clr>
            <a:srgbClr val="FBAE40"/>
          </p15:clr>
        </p15:guide>
        <p15:guide id="4" orient="horz" pos="2260">
          <p15:clr>
            <a:srgbClr val="FBAE40"/>
          </p15:clr>
        </p15:guide>
        <p15:guide id="5" pos="72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1">
  <p:cSld name="Contenido 1">
    <p:bg>
      <p:bgPr>
        <a:solidFill>
          <a:schemeClr val="accent2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/>
          <p:nvPr>
            <p:ph type="title"/>
          </p:nvPr>
        </p:nvSpPr>
        <p:spPr>
          <a:xfrm>
            <a:off x="762001" y="896112"/>
            <a:ext cx="6589150" cy="19887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venir"/>
              <a:buNone/>
              <a:defRPr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0" name="Google Shape;170;p27"/>
          <p:cNvGrpSpPr/>
          <p:nvPr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71" name="Google Shape;171;p27"/>
            <p:cNvSpPr/>
            <p:nvPr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2" name="Google Shape;172;p27"/>
            <p:cNvSpPr/>
            <p:nvPr/>
          </p:nvSpPr>
          <p:spPr>
            <a:xfrm rot="5400000">
              <a:off x="10160492" y="2024569"/>
              <a:ext cx="2029968" cy="2029968"/>
            </a:xfrm>
            <a:custGeom>
              <a:rect b="b" l="l" r="r" t="t"/>
              <a:pathLst>
                <a:path extrusionOk="0" h="2029968" w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3" name="Google Shape;173;p27"/>
            <p:cNvSpPr/>
            <p:nvPr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174" name="Google Shape;174;p2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" name="Google Shape;175;p27"/>
            <p:cNvSpPr/>
            <p:nvPr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6" name="Google Shape;176;p27"/>
            <p:cNvSpPr/>
            <p:nvPr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7" name="Google Shape;177;p27"/>
            <p:cNvSpPr/>
            <p:nvPr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descr="Un patrón seleccionado blanco y negro&#10;&#10;Descripción generada automáticamente con confianza baja" id="178" name="Google Shape;178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" name="Google Shape;179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" name="Google Shape;180;p27"/>
            <p:cNvSpPr/>
            <p:nvPr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181" name="Google Shape;181;p2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2" name="Google Shape;182;p27"/>
            <p:cNvGrpSpPr/>
            <p:nvPr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183" name="Google Shape;183;p27"/>
              <p:cNvGrpSpPr/>
              <p:nvPr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84" name="Google Shape;184;p27"/>
                <p:cNvGrpSpPr/>
                <p:nvPr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85" name="Google Shape;185;p27"/>
                  <p:cNvGrpSpPr/>
                  <p:nvPr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86" name="Google Shape;186;p27"/>
                    <p:cNvGrpSpPr/>
                    <p:nvPr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87" name="Google Shape;187;p27"/>
                      <p:cNvGrpSpPr/>
                      <p:nvPr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8" name="Google Shape;188;p27"/>
                        <p:cNvGrpSpPr/>
                        <p:nvPr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9" name="Google Shape;189;p27"/>
                          <p:cNvGrpSpPr/>
                          <p:nvPr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90" name="Google Shape;190;p27"/>
                            <p:cNvSpPr/>
                            <p:nvPr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lang="es-GT" sz="1800">
                                  <a:solidFill>
                                    <a:schemeClr val="dk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191" name="Google Shape;191;p27"/>
                            <p:cNvSpPr/>
                            <p:nvPr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lang="es-GT" sz="1800">
                                  <a:solidFill>
                                    <a:schemeClr val="dk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</p:grpSp>
                      <p:sp>
                        <p:nvSpPr>
                          <p:cNvPr id="192" name="Google Shape;192;p27"/>
                          <p:cNvSpPr/>
                          <p:nvPr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cap="flat" cmpd="sng" w="25400">
                            <a:solidFill>
                              <a:schemeClr val="accent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rPr lang="es-GT" sz="1800">
                                <a:solidFill>
                                  <a:schemeClr val="dk1"/>
                                </a:solidFill>
                                <a:latin typeface="Avenir"/>
                                <a:ea typeface="Avenir"/>
                                <a:cs typeface="Avenir"/>
                                <a:sym typeface="Avenir"/>
                              </a:rPr>
                              <a:t> </a:t>
                            </a:r>
                            <a:endParaRPr/>
                          </a:p>
                        </p:txBody>
                      </p:sp>
                    </p:grpSp>
                    <p:sp>
                      <p:nvSpPr>
                        <p:cNvPr id="193" name="Google Shape;193;p27"/>
                        <p:cNvSpPr/>
                        <p:nvPr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cap="flat" cmpd="sng" w="25400">
                          <a:solidFill>
                            <a:schemeClr val="accent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GT" sz="1800">
                              <a:solidFill>
                                <a:schemeClr val="dk1"/>
                              </a:solidFill>
                              <a:latin typeface="Avenir"/>
                              <a:ea typeface="Avenir"/>
                              <a:cs typeface="Avenir"/>
                              <a:sym typeface="Avenir"/>
                            </a:rPr>
                            <a:t> </a:t>
                          </a:r>
                          <a:endParaRPr/>
                        </a:p>
                      </p:txBody>
                    </p:sp>
                  </p:grpSp>
                  <p:sp>
                    <p:nvSpPr>
                      <p:cNvPr id="194" name="Google Shape;194;p27"/>
                      <p:cNvSpPr/>
                      <p:nvPr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cap="flat" cmpd="sng" w="25400">
                        <a:solidFill>
                          <a:schemeClr val="accent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GT" sz="1800">
                            <a:solidFill>
                              <a:schemeClr val="dk1"/>
                            </a:solidFill>
                            <a:latin typeface="Avenir"/>
                            <a:ea typeface="Avenir"/>
                            <a:cs typeface="Avenir"/>
                            <a:sym typeface="Avenir"/>
                          </a:rPr>
                          <a:t> </a:t>
                        </a:r>
                        <a:endParaRPr/>
                      </a:p>
                    </p:txBody>
                  </p:sp>
                </p:grpSp>
                <p:sp>
                  <p:nvSpPr>
                    <p:cNvPr id="195" name="Google Shape;195;p27"/>
                    <p:cNvSpPr/>
                    <p:nvPr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cap="flat" cmpd="sng" w="25400">
                      <a:solidFill>
                        <a:schemeClr val="accen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GT" sz="180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 </a:t>
                      </a:r>
                      <a:endParaRPr/>
                    </a:p>
                  </p:txBody>
                </p:sp>
              </p:grpSp>
              <p:sp>
                <p:nvSpPr>
                  <p:cNvPr id="196" name="Google Shape;196;p27"/>
                  <p:cNvSpPr/>
                  <p:nvPr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cap="flat" cmpd="sng" w="25400">
                    <a:solidFill>
                      <a:schemeClr val="accen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GT" sz="180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rPr>
                      <a:t> </a:t>
                    </a:r>
                    <a:endParaRPr/>
                  </a:p>
                </p:txBody>
              </p:sp>
            </p:grpSp>
            <p:sp>
              <p:nvSpPr>
                <p:cNvPr id="197" name="Google Shape;197;p27"/>
                <p:cNvSpPr/>
                <p:nvPr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198" name="Google Shape;198;p27"/>
                <p:cNvSpPr/>
                <p:nvPr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199" name="Google Shape;199;p27"/>
                <p:cNvSpPr/>
                <p:nvPr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200" name="Google Shape;200;p27"/>
                <p:cNvSpPr/>
                <p:nvPr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201" name="Google Shape;201;p27"/>
                <p:cNvSpPr/>
                <p:nvPr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</p:grpSp>
          <p:sp>
            <p:nvSpPr>
              <p:cNvPr id="202" name="Google Shape;202;p27"/>
              <p:cNvSpPr/>
              <p:nvPr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GT" sz="1800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/>
              </a:p>
            </p:txBody>
          </p:sp>
        </p:grpSp>
        <p:sp>
          <p:nvSpPr>
            <p:cNvPr id="203" name="Google Shape;203;p27"/>
            <p:cNvSpPr/>
            <p:nvPr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4" name="Google Shape;204;p27"/>
            <p:cNvSpPr/>
            <p:nvPr/>
          </p:nvSpPr>
          <p:spPr>
            <a:xfrm>
              <a:off x="8138160" y="2029968"/>
              <a:ext cx="1014984" cy="2011680"/>
            </a:xfrm>
            <a:custGeom>
              <a:rect b="b" l="l" r="r" t="t"/>
              <a:pathLst>
                <a:path extrusionOk="0" h="1828800" w="915648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D4D0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cxnSp>
          <p:nvCxnSpPr>
            <p:cNvPr id="205" name="Google Shape;205;p27"/>
            <p:cNvCxnSpPr/>
            <p:nvPr/>
          </p:nvCxnSpPr>
          <p:spPr>
            <a:xfrm flipH="1" rot="10800000">
              <a:off x="8138160" y="2012062"/>
              <a:ext cx="3044952" cy="7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06" name="Google Shape;206;p27"/>
            <p:cNvSpPr/>
            <p:nvPr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207" name="Google Shape;207;p27"/>
          <p:cNvSpPr txBox="1"/>
          <p:nvPr>
            <p:ph idx="10" type="dt"/>
          </p:nvPr>
        </p:nvSpPr>
        <p:spPr>
          <a:xfrm>
            <a:off x="761295" y="6355080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27"/>
          <p:cNvSpPr txBox="1"/>
          <p:nvPr>
            <p:ph idx="11" type="ftr"/>
          </p:nvPr>
        </p:nvSpPr>
        <p:spPr>
          <a:xfrm>
            <a:off x="5499886" y="635508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7"/>
          <p:cNvSpPr txBox="1"/>
          <p:nvPr>
            <p:ph idx="12" type="sldNum"/>
          </p:nvPr>
        </p:nvSpPr>
        <p:spPr>
          <a:xfrm>
            <a:off x="11274091" y="635508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  <p:sp>
        <p:nvSpPr>
          <p:cNvPr id="210" name="Google Shape;210;p27"/>
          <p:cNvSpPr txBox="1"/>
          <p:nvPr>
            <p:ph idx="1" type="body"/>
          </p:nvPr>
        </p:nvSpPr>
        <p:spPr>
          <a:xfrm>
            <a:off x="762001" y="3058886"/>
            <a:ext cx="6597372" cy="3296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52">
          <p15:clr>
            <a:srgbClr val="FBAE40"/>
          </p15:clr>
        </p15:guide>
        <p15:guide id="2" pos="7104">
          <p15:clr>
            <a:srgbClr val="FBAE40"/>
          </p15:clr>
        </p15:guide>
        <p15:guide id="3" pos="7392">
          <p15:clr>
            <a:srgbClr val="FBAE40"/>
          </p15:clr>
        </p15:guide>
        <p15:guide id="4" pos="57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+ Subtítulo">
  <p:cSld name="Título + Subtítulo">
    <p:bg>
      <p:bgPr>
        <a:solidFill>
          <a:schemeClr val="accent3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p28"/>
          <p:cNvGrpSpPr/>
          <p:nvPr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213" name="Google Shape;213;p28"/>
            <p:cNvSpPr/>
            <p:nvPr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214" name="Google Shape;214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5" name="Google Shape;215;p28"/>
            <p:cNvSpPr/>
            <p:nvPr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6" name="Google Shape;216;p28"/>
            <p:cNvSpPr/>
            <p:nvPr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7" name="Google Shape;217;p28"/>
            <p:cNvSpPr/>
            <p:nvPr/>
          </p:nvSpPr>
          <p:spPr>
            <a:xfrm>
              <a:off x="4071442" y="4058828"/>
              <a:ext cx="3178103" cy="2799549"/>
            </a:xfrm>
            <a:custGeom>
              <a:rect b="b" l="l" r="r" t="t"/>
              <a:pathLst>
                <a:path extrusionOk="0" h="2029968" w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218" name="Google Shape;218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" name="Google Shape;219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0" name="Google Shape;220;p28"/>
            <p:cNvSpPr/>
            <p:nvPr/>
          </p:nvSpPr>
          <p:spPr>
            <a:xfrm>
              <a:off x="2028568" y="4060579"/>
              <a:ext cx="2029968" cy="2029968"/>
            </a:xfrm>
            <a:custGeom>
              <a:rect b="b" l="l" r="r" t="t"/>
              <a:pathLst>
                <a:path extrusionOk="0" h="1828800" w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221" name="Google Shape;221;p2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Un patrón seleccionado blanco y negro&#10;&#10;Descripción generada automáticamente con confianza baja" id="222" name="Google Shape;222;p2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406" y="3062893"/>
              <a:ext cx="2019299" cy="9994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3" name="Google Shape;223;p28"/>
            <p:cNvGrpSpPr/>
            <p:nvPr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224" name="Google Shape;224;p28"/>
              <p:cNvGrpSpPr/>
              <p:nvPr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5" name="Google Shape;225;p28"/>
                <p:cNvGrpSpPr/>
                <p:nvPr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26" name="Google Shape;226;p28"/>
                  <p:cNvGrpSpPr/>
                  <p:nvPr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227" name="Google Shape;227;p28"/>
                    <p:cNvGrpSpPr/>
                    <p:nvPr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228" name="Google Shape;228;p28"/>
                      <p:cNvGrpSpPr/>
                      <p:nvPr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229" name="Google Shape;229;p28"/>
                        <p:cNvGrpSpPr/>
                        <p:nvPr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230" name="Google Shape;230;p28"/>
                          <p:cNvGrpSpPr/>
                          <p:nvPr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231" name="Google Shape;231;p28"/>
                            <p:cNvSpPr/>
                            <p:nvPr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6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lang="es-GT" sz="1800">
                                  <a:solidFill>
                                    <a:schemeClr val="dk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232" name="Google Shape;232;p28"/>
                            <p:cNvSpPr/>
                            <p:nvPr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6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lang="es-GT" sz="1800">
                                  <a:solidFill>
                                    <a:schemeClr val="dk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</p:grpSp>
                      <p:sp>
                        <p:nvSpPr>
                          <p:cNvPr id="233" name="Google Shape;233;p28"/>
                          <p:cNvSpPr/>
                          <p:nvPr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cap="flat" cmpd="sng" w="25400">
                            <a:solidFill>
                              <a:schemeClr val="accent6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rPr lang="es-GT" sz="1800">
                                <a:solidFill>
                                  <a:schemeClr val="dk1"/>
                                </a:solidFill>
                                <a:latin typeface="Avenir"/>
                                <a:ea typeface="Avenir"/>
                                <a:cs typeface="Avenir"/>
                                <a:sym typeface="Avenir"/>
                              </a:rPr>
                              <a:t> </a:t>
                            </a:r>
                            <a:endParaRPr/>
                          </a:p>
                        </p:txBody>
                      </p:sp>
                    </p:grpSp>
                    <p:sp>
                      <p:nvSpPr>
                        <p:cNvPr id="234" name="Google Shape;234;p28"/>
                        <p:cNvSpPr/>
                        <p:nvPr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cap="flat" cmpd="sng" w="25400">
                          <a:solidFill>
                            <a:schemeClr val="accent6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GT" sz="1800">
                              <a:solidFill>
                                <a:schemeClr val="dk1"/>
                              </a:solidFill>
                              <a:latin typeface="Avenir"/>
                              <a:ea typeface="Avenir"/>
                              <a:cs typeface="Avenir"/>
                              <a:sym typeface="Avenir"/>
                            </a:rPr>
                            <a:t> </a:t>
                          </a:r>
                          <a:endParaRPr/>
                        </a:p>
                      </p:txBody>
                    </p:sp>
                  </p:grpSp>
                  <p:sp>
                    <p:nvSpPr>
                      <p:cNvPr id="235" name="Google Shape;235;p28"/>
                      <p:cNvSpPr/>
                      <p:nvPr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cap="flat" cmpd="sng" w="25400">
                        <a:solidFill>
                          <a:schemeClr val="accent6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GT" sz="1800">
                            <a:solidFill>
                              <a:schemeClr val="dk1"/>
                            </a:solidFill>
                            <a:latin typeface="Avenir"/>
                            <a:ea typeface="Avenir"/>
                            <a:cs typeface="Avenir"/>
                            <a:sym typeface="Avenir"/>
                          </a:rPr>
                          <a:t> </a:t>
                        </a:r>
                        <a:endParaRPr/>
                      </a:p>
                    </p:txBody>
                  </p:sp>
                </p:grpSp>
                <p:sp>
                  <p:nvSpPr>
                    <p:cNvPr id="236" name="Google Shape;236;p28"/>
                    <p:cNvSpPr/>
                    <p:nvPr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cap="flat" cmpd="sng" w="25400">
                      <a:solidFill>
                        <a:schemeClr val="accent6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GT" sz="180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 </a:t>
                      </a:r>
                      <a:endParaRPr/>
                    </a:p>
                  </p:txBody>
                </p:sp>
              </p:grpSp>
              <p:sp>
                <p:nvSpPr>
                  <p:cNvPr id="237" name="Google Shape;237;p28"/>
                  <p:cNvSpPr/>
                  <p:nvPr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cap="flat" cmpd="sng" w="25400">
                    <a:solidFill>
                      <a:schemeClr val="accent6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GT" sz="180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rPr>
                      <a:t> </a:t>
                    </a:r>
                    <a:endParaRPr/>
                  </a:p>
                </p:txBody>
              </p:sp>
            </p:grpSp>
            <p:sp>
              <p:nvSpPr>
                <p:cNvPr id="238" name="Google Shape;238;p28"/>
                <p:cNvSpPr/>
                <p:nvPr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239" name="Google Shape;239;p28"/>
                <p:cNvSpPr/>
                <p:nvPr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240" name="Google Shape;240;p28"/>
                <p:cNvSpPr/>
                <p:nvPr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241" name="Google Shape;241;p28"/>
                <p:cNvSpPr/>
                <p:nvPr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242" name="Google Shape;242;p28"/>
                <p:cNvSpPr/>
                <p:nvPr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</p:grpSp>
          <p:sp>
            <p:nvSpPr>
              <p:cNvPr id="243" name="Google Shape;243;p28"/>
              <p:cNvSpPr/>
              <p:nvPr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cap="flat" cmpd="sng" w="25400">
                <a:solidFill>
                  <a:schemeClr val="accent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GT" sz="1800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/>
              </a:p>
            </p:txBody>
          </p:sp>
        </p:grpSp>
        <p:sp>
          <p:nvSpPr>
            <p:cNvPr id="244" name="Google Shape;244;p28"/>
            <p:cNvSpPr/>
            <p:nvPr/>
          </p:nvSpPr>
          <p:spPr>
            <a:xfrm rot="-5400000">
              <a:off x="506891" y="5335524"/>
              <a:ext cx="1014984" cy="2029968"/>
            </a:xfrm>
            <a:custGeom>
              <a:rect b="b" l="l" r="r" t="t"/>
              <a:pathLst>
                <a:path extrusionOk="0" h="1828800" w="915648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5" name="Google Shape;245;p28"/>
            <p:cNvSpPr/>
            <p:nvPr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6" name="Google Shape;246;p28"/>
            <p:cNvSpPr/>
            <p:nvPr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cxnSp>
          <p:nvCxnSpPr>
            <p:cNvPr id="247" name="Google Shape;247;p28"/>
            <p:cNvCxnSpPr/>
            <p:nvPr/>
          </p:nvCxnSpPr>
          <p:spPr>
            <a:xfrm flipH="1" rot="10800000">
              <a:off x="0" y="1990665"/>
              <a:ext cx="4023360" cy="33894"/>
            </a:xfrm>
            <a:prstGeom prst="straightConnector1">
              <a:avLst/>
            </a:prstGeom>
            <a:noFill/>
            <a:ln cap="flat" cmpd="sng" w="50800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48" name="Google Shape;248;p28"/>
          <p:cNvSpPr txBox="1"/>
          <p:nvPr>
            <p:ph type="ctrTitle"/>
          </p:nvPr>
        </p:nvSpPr>
        <p:spPr>
          <a:xfrm>
            <a:off x="4974771" y="576943"/>
            <a:ext cx="6449786" cy="27855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venir"/>
              <a:buNone/>
              <a:defRPr sz="4800"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28"/>
          <p:cNvSpPr txBox="1"/>
          <p:nvPr>
            <p:ph idx="1" type="subTitle"/>
          </p:nvPr>
        </p:nvSpPr>
        <p:spPr>
          <a:xfrm>
            <a:off x="4974772" y="3373686"/>
            <a:ext cx="6449785" cy="10295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0" name="Google Shape;250;p28"/>
          <p:cNvSpPr txBox="1"/>
          <p:nvPr>
            <p:ph idx="10" type="dt"/>
          </p:nvPr>
        </p:nvSpPr>
        <p:spPr>
          <a:xfrm>
            <a:off x="7519821" y="6353175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28"/>
          <p:cNvSpPr txBox="1"/>
          <p:nvPr>
            <p:ph idx="11" type="ftr"/>
          </p:nvPr>
        </p:nvSpPr>
        <p:spPr>
          <a:xfrm>
            <a:off x="8727198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28"/>
          <p:cNvSpPr txBox="1"/>
          <p:nvPr>
            <p:ph idx="12" type="sldNum"/>
          </p:nvPr>
        </p:nvSpPr>
        <p:spPr>
          <a:xfrm>
            <a:off x="11123295" y="6352847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08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240">
          <p15:clr>
            <a:srgbClr val="FBAE40"/>
          </p15:clr>
        </p15:guide>
        <p15:guide id="4" orient="horz" pos="225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contenidos 1">
  <p:cSld name="Dos contenidos 1">
    <p:bg>
      <p:bgPr>
        <a:solidFill>
          <a:schemeClr val="dk2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9"/>
          <p:cNvSpPr txBox="1"/>
          <p:nvPr>
            <p:ph type="title"/>
          </p:nvPr>
        </p:nvSpPr>
        <p:spPr>
          <a:xfrm>
            <a:off x="771736" y="896112"/>
            <a:ext cx="9389288" cy="1362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  <a:defRPr cap="none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5" name="Google Shape;255;p29"/>
          <p:cNvGrpSpPr/>
          <p:nvPr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256" name="Google Shape;256;p29"/>
            <p:cNvSpPr/>
            <p:nvPr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7" name="Google Shape;257;p29"/>
            <p:cNvSpPr/>
            <p:nvPr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8" name="Google Shape;258;p29"/>
            <p:cNvSpPr/>
            <p:nvPr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descr="Un patrón seleccionado blanco y negro&#10;&#10;Descripción generada automáticamente con confianza baja" id="259" name="Google Shape;259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0" name="Google Shape;260;p29"/>
            <p:cNvSpPr/>
            <p:nvPr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261" name="Google Shape;261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0880040" y="5394960"/>
              <a:ext cx="1828800" cy="91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2" name="Google Shape;262;p29"/>
            <p:cNvSpPr/>
            <p:nvPr/>
          </p:nvSpPr>
          <p:spPr>
            <a:xfrm>
              <a:off x="11250235" y="4949368"/>
              <a:ext cx="914400" cy="1828800"/>
            </a:xfrm>
            <a:custGeom>
              <a:rect b="b" l="l" r="r" t="t"/>
              <a:pathLst>
                <a:path extrusionOk="0" h="1828800" w="915648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263" name="Google Shape;263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4" name="Google Shape;264;p29"/>
          <p:cNvSpPr txBox="1"/>
          <p:nvPr>
            <p:ph idx="10" type="dt"/>
          </p:nvPr>
        </p:nvSpPr>
        <p:spPr>
          <a:xfrm>
            <a:off x="771735" y="6353175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29"/>
          <p:cNvSpPr txBox="1"/>
          <p:nvPr>
            <p:ph idx="11" type="ftr"/>
          </p:nvPr>
        </p:nvSpPr>
        <p:spPr>
          <a:xfrm>
            <a:off x="5424487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29"/>
          <p:cNvSpPr txBox="1"/>
          <p:nvPr>
            <p:ph idx="12" type="sldNum"/>
          </p:nvPr>
        </p:nvSpPr>
        <p:spPr>
          <a:xfrm>
            <a:off x="1112329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  <p:sp>
        <p:nvSpPr>
          <p:cNvPr id="267" name="Google Shape;267;p29"/>
          <p:cNvSpPr txBox="1"/>
          <p:nvPr>
            <p:ph idx="1" type="body"/>
          </p:nvPr>
        </p:nvSpPr>
        <p:spPr>
          <a:xfrm>
            <a:off x="771734" y="2590800"/>
            <a:ext cx="4515035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1pPr>
            <a:lvl2pPr indent="-342900" lvl="1" marL="9144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8" name="Google Shape;268;p29"/>
          <p:cNvSpPr txBox="1"/>
          <p:nvPr>
            <p:ph idx="2" type="body"/>
          </p:nvPr>
        </p:nvSpPr>
        <p:spPr>
          <a:xfrm>
            <a:off x="5645989" y="2590800"/>
            <a:ext cx="4515035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1pPr>
            <a:lvl2pPr indent="-342900" lvl="1" marL="9144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contenidos 2">
  <p:cSld name="Dos contenidos 2">
    <p:bg>
      <p:bgPr>
        <a:solidFill>
          <a:srgbClr val="BEBAC7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8097646">
            <a:off x="403102" y="-983359"/>
            <a:ext cx="2029968" cy="2029968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0"/>
          <p:cNvSpPr/>
          <p:nvPr/>
        </p:nvSpPr>
        <p:spPr>
          <a:xfrm rot="-8091810">
            <a:off x="-1025089" y="458228"/>
            <a:ext cx="2029968" cy="2029968"/>
          </a:xfrm>
          <a:custGeom>
            <a:rect b="b" l="l" r="r" t="t"/>
            <a:pathLst>
              <a:path extrusionOk="0" h="2029968" w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272" name="Google Shape;27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2697467">
            <a:off x="407892" y="1900474"/>
            <a:ext cx="2029968" cy="2029968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0"/>
          <p:cNvSpPr/>
          <p:nvPr/>
        </p:nvSpPr>
        <p:spPr>
          <a:xfrm rot="-2700000">
            <a:off x="413443" y="1923515"/>
            <a:ext cx="2029968" cy="2029968"/>
          </a:xfrm>
          <a:custGeom>
            <a:rect b="b" l="l" r="r" t="t"/>
            <a:pathLst>
              <a:path extrusionOk="0" h="2029968" w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274" name="Google Shape;274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2708786">
            <a:off x="-1021285" y="3355869"/>
            <a:ext cx="2029968" cy="2029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8110773">
            <a:off x="1859807" y="3357927"/>
            <a:ext cx="2029968" cy="20299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6" name="Google Shape;276;p30"/>
          <p:cNvGrpSpPr/>
          <p:nvPr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277" name="Google Shape;277;p30"/>
            <p:cNvSpPr/>
            <p:nvPr/>
          </p:nvSpPr>
          <p:spPr>
            <a:xfrm>
              <a:off x="-13699" y="5839164"/>
              <a:ext cx="2862790" cy="28868"/>
            </a:xfrm>
            <a:custGeom>
              <a:rect b="b" l="l" r="r" t="t"/>
              <a:pathLst>
                <a:path extrusionOk="0" h="28868" w="2862790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8" name="Google Shape;278;p30"/>
            <p:cNvSpPr/>
            <p:nvPr/>
          </p:nvSpPr>
          <p:spPr>
            <a:xfrm>
              <a:off x="47246" y="5900109"/>
              <a:ext cx="2740900" cy="28868"/>
            </a:xfrm>
            <a:custGeom>
              <a:rect b="b" l="l" r="r" t="t"/>
              <a:pathLst>
                <a:path extrusionOk="0" h="28868" w="2740900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9" name="Google Shape;279;p30"/>
            <p:cNvSpPr/>
            <p:nvPr/>
          </p:nvSpPr>
          <p:spPr>
            <a:xfrm>
              <a:off x="108992" y="5960251"/>
              <a:ext cx="2619012" cy="29671"/>
            </a:xfrm>
            <a:custGeom>
              <a:rect b="b" l="l" r="r" t="t"/>
              <a:pathLst>
                <a:path extrusionOk="0" h="29671" w="2619012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0" name="Google Shape;280;p30"/>
            <p:cNvSpPr/>
            <p:nvPr/>
          </p:nvSpPr>
          <p:spPr>
            <a:xfrm>
              <a:off x="169937" y="6021196"/>
              <a:ext cx="2497122" cy="29670"/>
            </a:xfrm>
            <a:custGeom>
              <a:rect b="b" l="l" r="r" t="t"/>
              <a:pathLst>
                <a:path extrusionOk="0" h="29670" w="2497122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1" name="Google Shape;281;p30"/>
            <p:cNvSpPr/>
            <p:nvPr/>
          </p:nvSpPr>
          <p:spPr>
            <a:xfrm>
              <a:off x="229279" y="6082140"/>
              <a:ext cx="2376837" cy="28869"/>
            </a:xfrm>
            <a:custGeom>
              <a:rect b="b" l="l" r="r" t="t"/>
              <a:pathLst>
                <a:path extrusionOk="0" h="28869" w="2376837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2" name="Google Shape;282;p30"/>
            <p:cNvSpPr/>
            <p:nvPr/>
          </p:nvSpPr>
          <p:spPr>
            <a:xfrm>
              <a:off x="290222" y="6143085"/>
              <a:ext cx="2254948" cy="28868"/>
            </a:xfrm>
            <a:custGeom>
              <a:rect b="b" l="l" r="r" t="t"/>
              <a:pathLst>
                <a:path extrusionOk="0" h="28868" w="225494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3" name="Google Shape;283;p30"/>
            <p:cNvSpPr/>
            <p:nvPr/>
          </p:nvSpPr>
          <p:spPr>
            <a:xfrm>
              <a:off x="351970" y="6203227"/>
              <a:ext cx="2133059" cy="29671"/>
            </a:xfrm>
            <a:custGeom>
              <a:rect b="b" l="l" r="r" t="t"/>
              <a:pathLst>
                <a:path extrusionOk="0" h="29671" w="2133059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4" name="Google Shape;284;p30"/>
            <p:cNvSpPr/>
            <p:nvPr/>
          </p:nvSpPr>
          <p:spPr>
            <a:xfrm>
              <a:off x="411310" y="6264172"/>
              <a:ext cx="2012774" cy="28868"/>
            </a:xfrm>
            <a:custGeom>
              <a:rect b="b" l="l" r="r" t="t"/>
              <a:pathLst>
                <a:path extrusionOk="0" h="28868" w="2012774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5" name="Google Shape;285;p30"/>
            <p:cNvSpPr/>
            <p:nvPr/>
          </p:nvSpPr>
          <p:spPr>
            <a:xfrm>
              <a:off x="472255" y="6325117"/>
              <a:ext cx="1890884" cy="28868"/>
            </a:xfrm>
            <a:custGeom>
              <a:rect b="b" l="l" r="r" t="t"/>
              <a:pathLst>
                <a:path extrusionOk="0" h="28868" w="1890884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6" name="Google Shape;286;p30"/>
            <p:cNvSpPr/>
            <p:nvPr/>
          </p:nvSpPr>
          <p:spPr>
            <a:xfrm>
              <a:off x="533199" y="6386061"/>
              <a:ext cx="1768996" cy="28869"/>
            </a:xfrm>
            <a:custGeom>
              <a:rect b="b" l="l" r="r" t="t"/>
              <a:pathLst>
                <a:path extrusionOk="0" h="28869" w="1768996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7" name="Google Shape;287;p30"/>
            <p:cNvSpPr/>
            <p:nvPr/>
          </p:nvSpPr>
          <p:spPr>
            <a:xfrm>
              <a:off x="594946" y="6446204"/>
              <a:ext cx="1647106" cy="29670"/>
            </a:xfrm>
            <a:custGeom>
              <a:rect b="b" l="l" r="r" t="t"/>
              <a:pathLst>
                <a:path extrusionOk="0" h="29670" w="1647106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8" name="Google Shape;288;p30"/>
            <p:cNvSpPr/>
            <p:nvPr/>
          </p:nvSpPr>
          <p:spPr>
            <a:xfrm>
              <a:off x="654287" y="6507148"/>
              <a:ext cx="1526821" cy="28869"/>
            </a:xfrm>
            <a:custGeom>
              <a:rect b="b" l="l" r="r" t="t"/>
              <a:pathLst>
                <a:path extrusionOk="0" h="28869" w="1526821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9" name="Google Shape;289;p30"/>
            <p:cNvSpPr/>
            <p:nvPr/>
          </p:nvSpPr>
          <p:spPr>
            <a:xfrm>
              <a:off x="715231" y="6568093"/>
              <a:ext cx="1404932" cy="28868"/>
            </a:xfrm>
            <a:custGeom>
              <a:rect b="b" l="l" r="r" t="t"/>
              <a:pathLst>
                <a:path extrusionOk="0" h="28868" w="1404932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0" name="Google Shape;290;p30"/>
            <p:cNvSpPr/>
            <p:nvPr/>
          </p:nvSpPr>
          <p:spPr>
            <a:xfrm>
              <a:off x="776977" y="6628235"/>
              <a:ext cx="1283044" cy="29671"/>
            </a:xfrm>
            <a:custGeom>
              <a:rect b="b" l="l" r="r" t="t"/>
              <a:pathLst>
                <a:path extrusionOk="0" h="29671" w="1283044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1" name="Google Shape;291;p30"/>
            <p:cNvSpPr/>
            <p:nvPr/>
          </p:nvSpPr>
          <p:spPr>
            <a:xfrm>
              <a:off x="837922" y="6689180"/>
              <a:ext cx="1161154" cy="29670"/>
            </a:xfrm>
            <a:custGeom>
              <a:rect b="b" l="l" r="r" t="t"/>
              <a:pathLst>
                <a:path extrusionOk="0" h="29670" w="1161154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2" name="Google Shape;292;p30"/>
            <p:cNvSpPr/>
            <p:nvPr/>
          </p:nvSpPr>
          <p:spPr>
            <a:xfrm>
              <a:off x="897263" y="6750124"/>
              <a:ext cx="1040868" cy="28869"/>
            </a:xfrm>
            <a:custGeom>
              <a:rect b="b" l="l" r="r" t="t"/>
              <a:pathLst>
                <a:path extrusionOk="0" h="28869" w="1040868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3" name="Google Shape;293;p30"/>
            <p:cNvSpPr/>
            <p:nvPr/>
          </p:nvSpPr>
          <p:spPr>
            <a:xfrm>
              <a:off x="958207" y="6811069"/>
              <a:ext cx="918980" cy="28869"/>
            </a:xfrm>
            <a:custGeom>
              <a:rect b="b" l="l" r="r" t="t"/>
              <a:pathLst>
                <a:path extrusionOk="0" h="28869" w="918980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294" name="Google Shape;294;p30"/>
          <p:cNvSpPr/>
          <p:nvPr/>
        </p:nvSpPr>
        <p:spPr>
          <a:xfrm>
            <a:off x="1793659" y="5801762"/>
            <a:ext cx="1075475" cy="1058335"/>
          </a:xfrm>
          <a:custGeom>
            <a:rect b="b" l="l" r="r" t="t"/>
            <a:pathLst>
              <a:path extrusionOk="0" h="1062720" w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95" name="Google Shape;295;p30"/>
          <p:cNvSpPr/>
          <p:nvPr/>
        </p:nvSpPr>
        <p:spPr>
          <a:xfrm>
            <a:off x="1035546" y="6829131"/>
            <a:ext cx="918980" cy="28869"/>
          </a:xfrm>
          <a:custGeom>
            <a:rect b="b" l="l" r="r" t="t"/>
            <a:pathLst>
              <a:path extrusionOk="0" h="28869" w="918980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96" name="Google Shape;296;p30"/>
          <p:cNvSpPr txBox="1"/>
          <p:nvPr>
            <p:ph type="title"/>
          </p:nvPr>
        </p:nvSpPr>
        <p:spPr>
          <a:xfrm>
            <a:off x="3520440" y="896111"/>
            <a:ext cx="7889768" cy="20393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  <a:defRPr cap="none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1" type="body"/>
          </p:nvPr>
        </p:nvSpPr>
        <p:spPr>
          <a:xfrm>
            <a:off x="3520440" y="3259056"/>
            <a:ext cx="2994660" cy="3006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1pPr>
            <a:lvl2pPr indent="-342900" lvl="1" marL="9144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8" name="Google Shape;298;p30"/>
          <p:cNvSpPr txBox="1"/>
          <p:nvPr>
            <p:ph idx="2" type="body"/>
          </p:nvPr>
        </p:nvSpPr>
        <p:spPr>
          <a:xfrm>
            <a:off x="6826432" y="3253740"/>
            <a:ext cx="4580088" cy="3006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9" name="Google Shape;299;p30"/>
          <p:cNvSpPr txBox="1"/>
          <p:nvPr>
            <p:ph idx="10" type="dt"/>
          </p:nvPr>
        </p:nvSpPr>
        <p:spPr>
          <a:xfrm>
            <a:off x="3523723" y="6353175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>
            <p:ph idx="11" type="ftr"/>
          </p:nvPr>
        </p:nvSpPr>
        <p:spPr>
          <a:xfrm>
            <a:off x="6642161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30"/>
          <p:cNvSpPr txBox="1"/>
          <p:nvPr>
            <p:ph idx="12" type="sldNum"/>
          </p:nvPr>
        </p:nvSpPr>
        <p:spPr>
          <a:xfrm>
            <a:off x="10949320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552">
          <p15:clr>
            <a:srgbClr val="FBAE40"/>
          </p15:clr>
        </p15:guide>
        <p15:guide id="2" pos="7104">
          <p15:clr>
            <a:srgbClr val="FBAE40"/>
          </p15:clr>
        </p15:guide>
        <p15:guide id="3" pos="739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contenidos 3">
  <p:cSld name="Dos contenidos 3">
    <p:bg>
      <p:bgPr>
        <a:solidFill>
          <a:schemeClr val="accent2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1"/>
          <p:cNvSpPr txBox="1"/>
          <p:nvPr>
            <p:ph type="title"/>
          </p:nvPr>
        </p:nvSpPr>
        <p:spPr>
          <a:xfrm>
            <a:off x="1552574" y="896111"/>
            <a:ext cx="9866540" cy="1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venir"/>
              <a:buNone/>
              <a:defRPr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4" name="Google Shape;304;p31"/>
          <p:cNvGrpSpPr/>
          <p:nvPr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05" name="Google Shape;305;p31"/>
            <p:cNvSpPr/>
            <p:nvPr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6" name="Google Shape;306;p31"/>
            <p:cNvSpPr/>
            <p:nvPr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7" name="Google Shape;307;p31"/>
            <p:cNvSpPr/>
            <p:nvPr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8" name="Google Shape;308;p31"/>
            <p:cNvSpPr/>
            <p:nvPr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9" name="Google Shape;309;p31"/>
            <p:cNvSpPr/>
            <p:nvPr/>
          </p:nvSpPr>
          <p:spPr>
            <a:xfrm rot="10800000">
              <a:off x="100582" y="2936725"/>
              <a:ext cx="914400" cy="1828800"/>
            </a:xfrm>
            <a:custGeom>
              <a:rect b="b" l="l" r="r" t="t"/>
              <a:pathLst>
                <a:path extrusionOk="0" h="1828800" w="915648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D4D0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310" name="Google Shape;310;p3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1" name="Google Shape;311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1"/>
          <p:cNvSpPr txBox="1"/>
          <p:nvPr>
            <p:ph idx="1" type="body"/>
          </p:nvPr>
        </p:nvSpPr>
        <p:spPr>
          <a:xfrm>
            <a:off x="1552575" y="2481940"/>
            <a:ext cx="6477952" cy="3635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3" name="Google Shape;313;p31"/>
          <p:cNvSpPr txBox="1"/>
          <p:nvPr>
            <p:ph idx="2" type="body"/>
          </p:nvPr>
        </p:nvSpPr>
        <p:spPr>
          <a:xfrm>
            <a:off x="8372723" y="2481940"/>
            <a:ext cx="3046391" cy="3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AutoNum type="arabicPeriod"/>
              <a:defRPr sz="1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AutoNum type="alphaLcPeriod"/>
              <a:defRPr sz="1800"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AutoNum type="arabicParenR"/>
              <a:defRPr sz="1800"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AutoNum type="alphaLcParenR"/>
              <a:defRPr sz="1800"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AutoNum type="romanLcPeriod"/>
              <a:defRPr sz="18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4" name="Google Shape;314;p31"/>
          <p:cNvSpPr txBox="1"/>
          <p:nvPr>
            <p:ph idx="10" type="dt"/>
          </p:nvPr>
        </p:nvSpPr>
        <p:spPr>
          <a:xfrm>
            <a:off x="1554480" y="6353175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p31"/>
          <p:cNvSpPr txBox="1"/>
          <p:nvPr>
            <p:ph idx="11" type="ftr"/>
          </p:nvPr>
        </p:nvSpPr>
        <p:spPr>
          <a:xfrm>
            <a:off x="5744527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31"/>
          <p:cNvSpPr txBox="1"/>
          <p:nvPr>
            <p:ph idx="12" type="sldNum"/>
          </p:nvPr>
        </p:nvSpPr>
        <p:spPr>
          <a:xfrm>
            <a:off x="1112329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739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2" type="title">
  <p:cSld name="TITLE">
    <p:bg>
      <p:bgPr>
        <a:solidFill>
          <a:schemeClr val="accent2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Google Shape;318;p32"/>
          <p:cNvGrpSpPr/>
          <p:nvPr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19" name="Google Shape;319;p32"/>
            <p:cNvSpPr/>
            <p:nvPr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0" name="Google Shape;320;p32"/>
            <p:cNvSpPr/>
            <p:nvPr/>
          </p:nvSpPr>
          <p:spPr>
            <a:xfrm>
              <a:off x="0" y="0"/>
              <a:ext cx="2029968" cy="2029968"/>
            </a:xfrm>
            <a:custGeom>
              <a:rect b="b" l="l" r="r" t="t"/>
              <a:pathLst>
                <a:path extrusionOk="0" h="1828800" w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1" name="Google Shape;321;p32"/>
            <p:cNvSpPr/>
            <p:nvPr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2" name="Google Shape;322;p32"/>
            <p:cNvSpPr/>
            <p:nvPr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3" name="Google Shape;323;p32"/>
            <p:cNvSpPr/>
            <p:nvPr/>
          </p:nvSpPr>
          <p:spPr>
            <a:xfrm>
              <a:off x="4054172" y="4069080"/>
              <a:ext cx="2788920" cy="2788920"/>
            </a:xfrm>
            <a:custGeom>
              <a:rect b="b" l="l" r="r" t="t"/>
              <a:pathLst>
                <a:path extrusionOk="0" h="1828800" w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grpSp>
          <p:nvGrpSpPr>
            <p:cNvPr id="324" name="Google Shape;324;p32"/>
            <p:cNvGrpSpPr/>
            <p:nvPr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325" name="Google Shape;325;p32"/>
              <p:cNvGrpSpPr/>
              <p:nvPr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326" name="Google Shape;326;p32"/>
                <p:cNvGrpSpPr/>
                <p:nvPr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327" name="Google Shape;327;p32"/>
                  <p:cNvGrpSpPr/>
                  <p:nvPr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28" name="Google Shape;328;p32"/>
                    <p:cNvGrpSpPr/>
                    <p:nvPr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29" name="Google Shape;329;p32"/>
                      <p:cNvGrpSpPr/>
                      <p:nvPr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30" name="Google Shape;330;p32"/>
                        <p:cNvGrpSpPr/>
                        <p:nvPr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31" name="Google Shape;331;p32"/>
                          <p:cNvGrpSpPr/>
                          <p:nvPr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32" name="Google Shape;332;p32"/>
                            <p:cNvSpPr/>
                            <p:nvPr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lang="es-GT" sz="1800">
                                  <a:solidFill>
                                    <a:schemeClr val="dk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333" name="Google Shape;333;p32"/>
                            <p:cNvSpPr/>
                            <p:nvPr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lang="es-GT" sz="1800">
                                  <a:solidFill>
                                    <a:schemeClr val="dk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</p:grpSp>
                      <p:sp>
                        <p:nvSpPr>
                          <p:cNvPr id="334" name="Google Shape;334;p32"/>
                          <p:cNvSpPr/>
                          <p:nvPr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cap="flat" cmpd="sng" w="25400">
                            <a:solidFill>
                              <a:schemeClr val="accent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rPr lang="es-GT" sz="1800">
                                <a:solidFill>
                                  <a:schemeClr val="dk1"/>
                                </a:solidFill>
                                <a:latin typeface="Avenir"/>
                                <a:ea typeface="Avenir"/>
                                <a:cs typeface="Avenir"/>
                                <a:sym typeface="Avenir"/>
                              </a:rPr>
                              <a:t> </a:t>
                            </a:r>
                            <a:endParaRPr/>
                          </a:p>
                        </p:txBody>
                      </p:sp>
                    </p:grpSp>
                    <p:sp>
                      <p:nvSpPr>
                        <p:cNvPr id="335" name="Google Shape;335;p32"/>
                        <p:cNvSpPr/>
                        <p:nvPr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cap="flat" cmpd="sng" w="25400">
                          <a:solidFill>
                            <a:schemeClr val="accent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GT" sz="1800">
                              <a:solidFill>
                                <a:schemeClr val="dk1"/>
                              </a:solidFill>
                              <a:latin typeface="Avenir"/>
                              <a:ea typeface="Avenir"/>
                              <a:cs typeface="Avenir"/>
                              <a:sym typeface="Avenir"/>
                            </a:rPr>
                            <a:t> </a:t>
                          </a:r>
                          <a:endParaRPr/>
                        </a:p>
                      </p:txBody>
                    </p:sp>
                  </p:grpSp>
                  <p:sp>
                    <p:nvSpPr>
                      <p:cNvPr id="336" name="Google Shape;336;p32"/>
                      <p:cNvSpPr/>
                      <p:nvPr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cap="flat" cmpd="sng" w="25400">
                        <a:solidFill>
                          <a:schemeClr val="accent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GT" sz="1800">
                            <a:solidFill>
                              <a:schemeClr val="dk1"/>
                            </a:solidFill>
                            <a:latin typeface="Avenir"/>
                            <a:ea typeface="Avenir"/>
                            <a:cs typeface="Avenir"/>
                            <a:sym typeface="Avenir"/>
                          </a:rPr>
                          <a:t> </a:t>
                        </a:r>
                        <a:endParaRPr/>
                      </a:p>
                    </p:txBody>
                  </p:sp>
                </p:grpSp>
                <p:sp>
                  <p:nvSpPr>
                    <p:cNvPr id="337" name="Google Shape;337;p32"/>
                    <p:cNvSpPr/>
                    <p:nvPr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cap="flat" cmpd="sng" w="25400">
                      <a:solidFill>
                        <a:schemeClr val="accen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GT" sz="180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 </a:t>
                      </a:r>
                      <a:endParaRPr/>
                    </a:p>
                  </p:txBody>
                </p:sp>
              </p:grpSp>
              <p:sp>
                <p:nvSpPr>
                  <p:cNvPr id="338" name="Google Shape;338;p32"/>
                  <p:cNvSpPr/>
                  <p:nvPr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cap="flat" cmpd="sng" w="25400">
                    <a:solidFill>
                      <a:schemeClr val="accen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GT" sz="180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rPr>
                      <a:t> </a:t>
                    </a:r>
                    <a:endParaRPr/>
                  </a:p>
                </p:txBody>
              </p:sp>
            </p:grpSp>
            <p:sp>
              <p:nvSpPr>
                <p:cNvPr id="339" name="Google Shape;339;p32"/>
                <p:cNvSpPr/>
                <p:nvPr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340" name="Google Shape;340;p32"/>
                <p:cNvSpPr/>
                <p:nvPr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341" name="Google Shape;341;p32"/>
                <p:cNvSpPr/>
                <p:nvPr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342" name="Google Shape;342;p32"/>
                <p:cNvSpPr/>
                <p:nvPr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343" name="Google Shape;343;p32"/>
                <p:cNvSpPr/>
                <p:nvPr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GT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</p:grpSp>
          <p:sp>
            <p:nvSpPr>
              <p:cNvPr id="344" name="Google Shape;344;p32"/>
              <p:cNvSpPr/>
              <p:nvPr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GT" sz="1800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/>
              </a:p>
            </p:txBody>
          </p:sp>
        </p:grpSp>
        <p:sp>
          <p:nvSpPr>
            <p:cNvPr id="345" name="Google Shape;345;p32"/>
            <p:cNvSpPr/>
            <p:nvPr/>
          </p:nvSpPr>
          <p:spPr>
            <a:xfrm rot="10800000">
              <a:off x="1013527" y="2043171"/>
              <a:ext cx="1014984" cy="2029968"/>
            </a:xfrm>
            <a:custGeom>
              <a:rect b="b" l="l" r="r" t="t"/>
              <a:pathLst>
                <a:path extrusionOk="0" h="1828800" w="915648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D4D0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6" name="Google Shape;346;p32"/>
            <p:cNvSpPr/>
            <p:nvPr/>
          </p:nvSpPr>
          <p:spPr>
            <a:xfrm rot="5400000">
              <a:off x="2028432" y="4821048"/>
              <a:ext cx="2029968" cy="2029968"/>
            </a:xfrm>
            <a:custGeom>
              <a:rect b="b" l="l" r="r" t="t"/>
              <a:pathLst>
                <a:path extrusionOk="0" h="1828800" w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7" name="Google Shape;347;p32"/>
            <p:cNvSpPr/>
            <p:nvPr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8" name="Google Shape;348;p32"/>
            <p:cNvSpPr/>
            <p:nvPr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349" name="Google Shape;349;p3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0" name="Google Shape;35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4078224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51" name="Google Shape;351;p32"/>
            <p:cNvCxnSpPr/>
            <p:nvPr/>
          </p:nvCxnSpPr>
          <p:spPr>
            <a:xfrm>
              <a:off x="974376" y="989441"/>
              <a:ext cx="5867327" cy="5867206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52" name="Google Shape;352;p32"/>
          <p:cNvSpPr txBox="1"/>
          <p:nvPr>
            <p:ph type="ctrTitle"/>
          </p:nvPr>
        </p:nvSpPr>
        <p:spPr>
          <a:xfrm>
            <a:off x="5900245" y="544285"/>
            <a:ext cx="5528217" cy="268538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venir"/>
              <a:buNone/>
              <a:defRPr sz="4400"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p32"/>
          <p:cNvSpPr txBox="1"/>
          <p:nvPr>
            <p:ph idx="1" type="subTitle"/>
          </p:nvPr>
        </p:nvSpPr>
        <p:spPr>
          <a:xfrm>
            <a:off x="5896340" y="3423773"/>
            <a:ext cx="5528217" cy="2029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8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240">
          <p15:clr>
            <a:srgbClr val="FBAE40"/>
          </p15:clr>
        </p15:guide>
        <p15:guide id="4" orient="horz" pos="2260">
          <p15:clr>
            <a:srgbClr val="FBAE40"/>
          </p15:clr>
        </p15:guide>
        <p15:guide id="5" pos="729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3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0" name="Google Shape;360;p23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1" name="Google Shape;361;p23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3"/>
          <p:cNvSpPr txBox="1"/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/>
        </p:txBody>
      </p:sp>
      <p:sp>
        <p:nvSpPr>
          <p:cNvPr id="364" name="Google Shape;364;p33"/>
          <p:cNvSpPr txBox="1"/>
          <p:nvPr>
            <p:ph idx="1" type="subTitle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/>
        </p:txBody>
      </p:sp>
      <p:sp>
        <p:nvSpPr>
          <p:cNvPr id="365" name="Google Shape;365;p33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4"/>
          <p:cNvSpPr txBox="1"/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/>
        </p:txBody>
      </p:sp>
      <p:sp>
        <p:nvSpPr>
          <p:cNvPr id="368" name="Google Shape;368;p34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5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1" name="Google Shape;371;p35"/>
          <p:cNvSpPr txBox="1"/>
          <p:nvPr>
            <p:ph idx="1" type="body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372" name="Google Shape;372;p35"/>
          <p:cNvSpPr txBox="1"/>
          <p:nvPr>
            <p:ph idx="2" type="body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373" name="Google Shape;373;p35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6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6" name="Google Shape;376;p36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7"/>
          <p:cNvSpPr txBox="1"/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379" name="Google Shape;379;p37"/>
          <p:cNvSpPr txBox="1"/>
          <p:nvPr>
            <p:ph idx="1" type="body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380" name="Google Shape;380;p37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8"/>
          <p:cNvSpPr txBox="1"/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/>
        </p:txBody>
      </p:sp>
      <p:sp>
        <p:nvSpPr>
          <p:cNvPr id="383" name="Google Shape;383;p38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9"/>
          <p:cNvSpPr txBox="1"/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/>
        </p:txBody>
      </p:sp>
      <p:sp>
        <p:nvSpPr>
          <p:cNvPr id="387" name="Google Shape;387;p39"/>
          <p:cNvSpPr txBox="1"/>
          <p:nvPr>
            <p:ph idx="1" type="subTitle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388" name="Google Shape;388;p39"/>
          <p:cNvSpPr txBox="1"/>
          <p:nvPr>
            <p:ph idx="2" type="body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9" name="Google Shape;389;p39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0"/>
          <p:cNvSpPr txBox="1"/>
          <p:nvPr>
            <p:ph idx="1" type="body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2" name="Google Shape;392;p40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1"/>
          <p:cNvSpPr txBox="1"/>
          <p:nvPr>
            <p:ph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/>
        </p:txBody>
      </p:sp>
      <p:sp>
        <p:nvSpPr>
          <p:cNvPr id="395" name="Google Shape;395;p41"/>
          <p:cNvSpPr txBox="1"/>
          <p:nvPr>
            <p:ph idx="1" type="body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6" name="Google Shape;396;p41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2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  <a:defRPr b="1" i="0" sz="4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0" type="dt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76">
          <p15:clr>
            <a:srgbClr val="5ACBF0"/>
          </p15:clr>
        </p15:guide>
        <p15:guide id="2" pos="1920">
          <p15:clr>
            <a:srgbClr val="F26B43"/>
          </p15:clr>
        </p15:guide>
        <p15:guide id="3" pos="5760">
          <p15:clr>
            <a:srgbClr val="F26B43"/>
          </p15:clr>
        </p15:guide>
        <p15:guide id="4" orient="horz" pos="2160">
          <p15:clr>
            <a:srgbClr val="F26B43"/>
          </p15:clr>
        </p15:guide>
        <p15:guide id="5" pos="1272">
          <p15:clr>
            <a:srgbClr val="9FCC3B"/>
          </p15:clr>
        </p15:guide>
        <p15:guide id="6" pos="2544">
          <p15:clr>
            <a:srgbClr val="9FCC3B"/>
          </p15:clr>
        </p15:guide>
        <p15:guide id="7" pos="5112">
          <p15:clr>
            <a:srgbClr val="9FCC3B"/>
          </p15:clr>
        </p15:guide>
        <p15:guide id="8" pos="6408">
          <p15:clr>
            <a:srgbClr val="9FCC3B"/>
          </p15:clr>
        </p15:guide>
        <p15:guide id="9" pos="3940">
          <p15:clr>
            <a:srgbClr val="F26B43"/>
          </p15:clr>
        </p15:guide>
        <p15:guide id="10" pos="7104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2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6" name="Google Shape;356;p22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7" name="Google Shape;357;p22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p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1269" y="1"/>
            <a:ext cx="12169465" cy="6858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04" name="Google Shape;404;p1"/>
          <p:cNvGraphicFramePr/>
          <p:nvPr/>
        </p:nvGraphicFramePr>
        <p:xfrm>
          <a:off x="7104267" y="12933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{198E961A-BE21-4E4A-8DEF-EA32CD22AB5B}</a:tableStyleId>
              </a:tblPr>
              <a:tblGrid>
                <a:gridCol w="2024275"/>
                <a:gridCol w="2896500"/>
              </a:tblGrid>
              <a:tr h="60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venir"/>
                        <a:buNone/>
                      </a:pPr>
                      <a:r>
                        <a:rPr b="1" lang="es-GT" sz="19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venir"/>
                        <a:buNone/>
                      </a:pPr>
                      <a:r>
                        <a:rPr lang="es-GT" sz="2400" u="none" cap="none" strike="noStrike"/>
                        <a:t>Miercoles </a:t>
                      </a:r>
                      <a:r>
                        <a:rPr lang="es-GT" sz="2400"/>
                        <a:t>29</a:t>
                      </a:r>
                      <a:r>
                        <a:rPr lang="es-GT" sz="2400" u="none" cap="none" strike="noStrike"/>
                        <a:t> /</a:t>
                      </a:r>
                      <a:r>
                        <a:rPr lang="es-GT" sz="2400"/>
                        <a:t> 04</a:t>
                      </a:r>
                      <a:endParaRPr/>
                    </a:p>
                  </a:txBody>
                  <a:tcPr marT="121900" marB="121900" marR="121900" marL="121900"/>
                </a:tc>
              </a:tr>
              <a:tr h="60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venir"/>
                        <a:buNone/>
                      </a:pPr>
                      <a:r>
                        <a:rPr b="1" lang="es-GT" sz="19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venir"/>
                        <a:buNone/>
                      </a:pPr>
                      <a:r>
                        <a:rPr lang="es-GT" sz="2400" u="none" cap="none" strike="noStrike"/>
                        <a:t>17:20</a:t>
                      </a:r>
                      <a:endParaRPr/>
                    </a:p>
                  </a:txBody>
                  <a:tcPr marT="121900" marB="121900" marR="121900" marL="121900"/>
                </a:tc>
              </a:tr>
            </a:tbl>
          </a:graphicData>
        </a:graphic>
      </p:graphicFrame>
      <p:sp>
        <p:nvSpPr>
          <p:cNvPr id="405" name="Google Shape;405;p1"/>
          <p:cNvSpPr txBox="1"/>
          <p:nvPr/>
        </p:nvSpPr>
        <p:spPr>
          <a:xfrm>
            <a:off x="1920233" y="3011068"/>
            <a:ext cx="9056000" cy="759078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GT" sz="3333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Seminario de Sistemas 2 [N]</a:t>
            </a:r>
            <a:endParaRPr b="1" sz="33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06" name="Google Shape;406;p1"/>
          <p:cNvSpPr txBox="1"/>
          <p:nvPr/>
        </p:nvSpPr>
        <p:spPr>
          <a:xfrm>
            <a:off x="2371600" y="3867667"/>
            <a:ext cx="7448800" cy="65661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GT" sz="2667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Gerhard Benjamin Ardon Valdez</a:t>
            </a:r>
            <a:endParaRPr sz="2667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"/>
          <p:cNvSpPr txBox="1"/>
          <p:nvPr>
            <p:ph type="title"/>
          </p:nvPr>
        </p:nvSpPr>
        <p:spPr>
          <a:xfrm>
            <a:off x="4933950" y="429461"/>
            <a:ext cx="6343650" cy="21976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</a:pPr>
            <a:r>
              <a:rPr b="1" i="0" lang="es-GT" sz="44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AGENDA</a:t>
            </a:r>
            <a:endParaRPr/>
          </a:p>
        </p:txBody>
      </p:sp>
      <p:sp>
        <p:nvSpPr>
          <p:cNvPr id="413" name="Google Shape;413;p2"/>
          <p:cNvSpPr txBox="1"/>
          <p:nvPr>
            <p:ph idx="1" type="body"/>
          </p:nvPr>
        </p:nvSpPr>
        <p:spPr>
          <a:xfrm>
            <a:off x="4936326" y="2627087"/>
            <a:ext cx="6339000" cy="3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s-GT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Presentación y ejemplo</a:t>
            </a:r>
            <a:endParaRPr b="0" i="0" sz="24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s-GT"/>
              <a:t>Horarios de calificacion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s-GT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Actividad </a:t>
            </a:r>
            <a:r>
              <a:rPr lang="es-GT"/>
              <a:t>5 y 6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14" name="Google Shape;414;p2"/>
          <p:cNvSpPr txBox="1"/>
          <p:nvPr>
            <p:ph idx="12" type="sldNum"/>
          </p:nvPr>
        </p:nvSpPr>
        <p:spPr>
          <a:xfrm>
            <a:off x="10967357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‹#›</a:t>
            </a:fld>
            <a:endParaRPr sz="1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daf2eed240_1_0"/>
          <p:cNvSpPr txBox="1"/>
          <p:nvPr>
            <p:ph idx="1" type="body"/>
          </p:nvPr>
        </p:nvSpPr>
        <p:spPr>
          <a:xfrm>
            <a:off x="4938712" y="3299953"/>
            <a:ext cx="6339000" cy="2668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g3daf2eed240_1_0"/>
          <p:cNvSpPr txBox="1"/>
          <p:nvPr>
            <p:ph idx="12" type="sldNum"/>
          </p:nvPr>
        </p:nvSpPr>
        <p:spPr>
          <a:xfrm>
            <a:off x="10967357" y="6356350"/>
            <a:ext cx="457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  <p:pic>
        <p:nvPicPr>
          <p:cNvPr id="422" name="Google Shape;422;g3daf2eed240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175" y="621396"/>
            <a:ext cx="11272151" cy="5615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daf2eed240_1_8"/>
          <p:cNvSpPr txBox="1"/>
          <p:nvPr>
            <p:ph idx="12" type="sldNum"/>
          </p:nvPr>
        </p:nvSpPr>
        <p:spPr>
          <a:xfrm>
            <a:off x="10967357" y="6356350"/>
            <a:ext cx="457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  <p:pic>
        <p:nvPicPr>
          <p:cNvPr id="429" name="Google Shape;429;g3daf2eed240_1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975" y="382193"/>
            <a:ext cx="11472775" cy="60936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daf2eed240_1_16"/>
          <p:cNvSpPr txBox="1"/>
          <p:nvPr>
            <p:ph type="title"/>
          </p:nvPr>
        </p:nvSpPr>
        <p:spPr>
          <a:xfrm>
            <a:off x="4933950" y="429461"/>
            <a:ext cx="6343800" cy="2668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g3daf2eed240_1_16"/>
          <p:cNvSpPr txBox="1"/>
          <p:nvPr>
            <p:ph idx="1" type="body"/>
          </p:nvPr>
        </p:nvSpPr>
        <p:spPr>
          <a:xfrm>
            <a:off x="4938712" y="3299953"/>
            <a:ext cx="6339000" cy="2668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g3daf2eed240_1_16"/>
          <p:cNvSpPr txBox="1"/>
          <p:nvPr>
            <p:ph idx="12" type="sldNum"/>
          </p:nvPr>
        </p:nvSpPr>
        <p:spPr>
          <a:xfrm>
            <a:off x="10967357" y="6356350"/>
            <a:ext cx="457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  <p:pic>
        <p:nvPicPr>
          <p:cNvPr id="438" name="Google Shape;438;g3daf2eed240_1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750" y="290375"/>
            <a:ext cx="11124000" cy="584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daf2eed240_1_24"/>
          <p:cNvSpPr txBox="1"/>
          <p:nvPr>
            <p:ph type="title"/>
          </p:nvPr>
        </p:nvSpPr>
        <p:spPr>
          <a:xfrm>
            <a:off x="4933950" y="429461"/>
            <a:ext cx="6343800" cy="2668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g3daf2eed240_1_24"/>
          <p:cNvSpPr txBox="1"/>
          <p:nvPr>
            <p:ph idx="1" type="body"/>
          </p:nvPr>
        </p:nvSpPr>
        <p:spPr>
          <a:xfrm>
            <a:off x="4938712" y="3299953"/>
            <a:ext cx="6339000" cy="2668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g3daf2eed240_1_24"/>
          <p:cNvSpPr txBox="1"/>
          <p:nvPr>
            <p:ph idx="12" type="sldNum"/>
          </p:nvPr>
        </p:nvSpPr>
        <p:spPr>
          <a:xfrm>
            <a:off x="10967357" y="6356350"/>
            <a:ext cx="457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  <p:pic>
        <p:nvPicPr>
          <p:cNvPr id="447" name="Google Shape;447;g3daf2eed240_1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700" y="259049"/>
            <a:ext cx="11594600" cy="602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daf2eed240_1_32"/>
          <p:cNvSpPr txBox="1"/>
          <p:nvPr>
            <p:ph type="title"/>
          </p:nvPr>
        </p:nvSpPr>
        <p:spPr>
          <a:xfrm>
            <a:off x="4933950" y="429461"/>
            <a:ext cx="6343800" cy="2668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g3daf2eed240_1_32"/>
          <p:cNvSpPr txBox="1"/>
          <p:nvPr>
            <p:ph idx="1" type="body"/>
          </p:nvPr>
        </p:nvSpPr>
        <p:spPr>
          <a:xfrm>
            <a:off x="4938712" y="3299953"/>
            <a:ext cx="6339000" cy="2668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g3daf2eed240_1_32"/>
          <p:cNvSpPr txBox="1"/>
          <p:nvPr>
            <p:ph idx="12" type="sldNum"/>
          </p:nvPr>
        </p:nvSpPr>
        <p:spPr>
          <a:xfrm>
            <a:off x="10967357" y="6356350"/>
            <a:ext cx="457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  <p:pic>
        <p:nvPicPr>
          <p:cNvPr id="456" name="Google Shape;456;g3daf2eed240_1_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813" y="316338"/>
            <a:ext cx="11109875" cy="5930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Google Shape;461;p15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1269" y="1"/>
            <a:ext cx="12169464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62" name="Google Shape;462;p15"/>
          <p:cNvGraphicFramePr/>
          <p:nvPr/>
        </p:nvGraphicFramePr>
        <p:xfrm>
          <a:off x="11267" y="10048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{198E961A-BE21-4E4A-8DEF-EA32CD22AB5B}</a:tableStyleId>
              </a:tblPr>
              <a:tblGrid>
                <a:gridCol w="3688725"/>
                <a:gridCol w="3284425"/>
              </a:tblGrid>
              <a:tr h="62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s-GT" sz="1900" u="none" cap="none" strike="noStrike">
                          <a:solidFill>
                            <a:schemeClr val="dk1"/>
                          </a:solidFill>
                        </a:rPr>
                        <a:t>Nombre de la actividad:</a:t>
                      </a:r>
                      <a:endParaRPr b="1"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s-GT" sz="2500" u="none" cap="none" strike="noStrike"/>
                        <a:t>Actividad </a:t>
                      </a:r>
                      <a:r>
                        <a:rPr lang="es-GT" sz="2500"/>
                        <a:t>5</a:t>
                      </a:r>
                      <a:endParaRPr sz="2500" u="none" cap="none" strike="noStrike"/>
                    </a:p>
                  </a:txBody>
                  <a:tcPr marT="121900" marB="121900" marR="121900" marL="121900"/>
                </a:tc>
              </a:tr>
              <a:tr h="62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s-GT" sz="1900" u="none" cap="none" strike="noStrike">
                          <a:solidFill>
                            <a:schemeClr val="dk1"/>
                          </a:solidFill>
                        </a:rPr>
                        <a:t>Cantidad de participantes:</a:t>
                      </a:r>
                      <a:endParaRPr b="1"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s-GT" sz="2500"/>
                        <a:t>43</a:t>
                      </a:r>
                      <a:endParaRPr sz="2500" u="none" cap="none" strike="noStrike"/>
                    </a:p>
                  </a:txBody>
                  <a:tcPr marT="121900" marB="121900" marR="121900" marL="121900"/>
                </a:tc>
              </a:tr>
              <a:tr h="82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s-GT" sz="1900" u="none" cap="none" strike="noStrike">
                          <a:solidFill>
                            <a:schemeClr val="dk1"/>
                          </a:solidFill>
                        </a:rPr>
                        <a:t>Doy fe que esta actividad está planificada en dtt (Sí/No):</a:t>
                      </a:r>
                      <a:endParaRPr b="1"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s-GT" sz="2500" u="none" cap="none" strike="noStrike"/>
                        <a:t>Si</a:t>
                      </a:r>
                      <a:endParaRPr sz="2500" u="none" cap="none" strike="noStrike"/>
                    </a:p>
                  </a:txBody>
                  <a:tcPr marT="121900" marB="121900" marR="121900" marL="121900"/>
                </a:tc>
              </a:tr>
            </a:tbl>
          </a:graphicData>
        </a:graphic>
      </p:graphicFrame>
      <p:sp>
        <p:nvSpPr>
          <p:cNvPr id="463" name="Google Shape;463;p15"/>
          <p:cNvSpPr txBox="1"/>
          <p:nvPr/>
        </p:nvSpPr>
        <p:spPr>
          <a:xfrm>
            <a:off x="11267" y="3303868"/>
            <a:ext cx="4111500" cy="3478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GT" sz="120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José David Góngora Olmedo - 202201444</a:t>
            </a:r>
            <a:r>
              <a:rPr lang="es-GT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GT" sz="120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Isai Dardon Mayen - 202200033</a:t>
            </a:r>
            <a:r>
              <a:rPr lang="es-GT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GT" sz="120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Brayan Hamllelo Estevem Prado Marroquin - 201801369</a:t>
            </a:r>
            <a:r>
              <a:rPr lang="es-GT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GT" sz="120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Ivan Alessandro Hilario Chacon - 201902888</a:t>
            </a:r>
            <a:r>
              <a:rPr lang="es-GT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GT" sz="120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Angel Eduardo Tubac Simón - 202200309</a:t>
            </a:r>
            <a:r>
              <a:rPr lang="es-GT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200">
                <a:solidFill>
                  <a:srgbClr val="E3E3E3"/>
                </a:solidFill>
                <a:highlight>
                  <a:srgbClr val="1E1F20"/>
                </a:highlight>
              </a:rPr>
              <a:t>CHRISTIAN JOSUÉ HERNÁNDEZ JUÁREZ</a:t>
            </a:r>
            <a:endParaRPr sz="1200">
              <a:solidFill>
                <a:srgbClr val="E3E3E3"/>
              </a:solidFill>
              <a:highlight>
                <a:srgbClr val="1E1F2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200">
                <a:solidFill>
                  <a:srgbClr val="C4C7C5"/>
                </a:solidFill>
                <a:highlight>
                  <a:srgbClr val="1E1F20"/>
                </a:highlight>
              </a:rPr>
              <a:t>6:45 p.m.</a:t>
            </a:r>
            <a:endParaRPr sz="1200">
              <a:solidFill>
                <a:srgbClr val="C4C7C5"/>
              </a:solidFill>
              <a:highlight>
                <a:srgbClr val="1E1F2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20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Christian Josué Hernández Juárez - 201902125</a:t>
            </a:r>
            <a:endParaRPr sz="12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200">
                <a:solidFill>
                  <a:srgbClr val="E3E3E3"/>
                </a:solidFill>
                <a:highlight>
                  <a:srgbClr val="1E1F20"/>
                </a:highlight>
              </a:rPr>
              <a:t>BISMARCK ESTUARDO ROMERO LEMUS</a:t>
            </a:r>
            <a:endParaRPr sz="1200">
              <a:solidFill>
                <a:srgbClr val="E3E3E3"/>
              </a:solidFill>
              <a:highlight>
                <a:srgbClr val="1E1F2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200">
                <a:solidFill>
                  <a:srgbClr val="C4C7C5"/>
                </a:solidFill>
                <a:highlight>
                  <a:srgbClr val="1E1F20"/>
                </a:highlight>
              </a:rPr>
              <a:t>6:45 p.m.</a:t>
            </a:r>
            <a:endParaRPr sz="1200">
              <a:solidFill>
                <a:srgbClr val="C4C7C5"/>
              </a:solidFill>
              <a:highlight>
                <a:srgbClr val="1E1F2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20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Bismarck Estuardo Romero Lemus - 201708880</a:t>
            </a:r>
            <a:endParaRPr sz="12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200">
                <a:solidFill>
                  <a:srgbClr val="E3E3E3"/>
                </a:solidFill>
                <a:highlight>
                  <a:srgbClr val="1E1F20"/>
                </a:highlight>
              </a:rPr>
              <a:t>LOPEZ LEMUS JOSE MANUEL</a:t>
            </a:r>
            <a:endParaRPr sz="1200">
              <a:solidFill>
                <a:srgbClr val="E3E3E3"/>
              </a:solidFill>
              <a:highlight>
                <a:srgbClr val="1E1F2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200">
                <a:solidFill>
                  <a:srgbClr val="C4C7C5"/>
                </a:solidFill>
                <a:highlight>
                  <a:srgbClr val="1E1F20"/>
                </a:highlight>
              </a:rPr>
              <a:t>6:45 p.m.</a:t>
            </a:r>
            <a:endParaRPr sz="1200">
              <a:solidFill>
                <a:srgbClr val="C4C7C5"/>
              </a:solidFill>
              <a:highlight>
                <a:srgbClr val="1E1F2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20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José Manuel López Lemus - 202100308</a:t>
            </a:r>
            <a:endParaRPr sz="12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200">
                <a:solidFill>
                  <a:srgbClr val="E3E3E3"/>
                </a:solidFill>
                <a:highlight>
                  <a:srgbClr val="1E1F20"/>
                </a:highlight>
              </a:rPr>
              <a:t>PEDRO ALEJANDRO ZETINO PÁEZ</a:t>
            </a:r>
            <a:endParaRPr sz="1200">
              <a:solidFill>
                <a:srgbClr val="E3E3E3"/>
              </a:solidFill>
              <a:highlight>
                <a:srgbClr val="1E1F2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200">
                <a:solidFill>
                  <a:srgbClr val="C4C7C5"/>
                </a:solidFill>
                <a:highlight>
                  <a:srgbClr val="1E1F20"/>
                </a:highlight>
              </a:rPr>
              <a:t>6:45 p.m.</a:t>
            </a:r>
            <a:endParaRPr sz="1100">
              <a:solidFill>
                <a:schemeClr val="dk1"/>
              </a:solidFill>
            </a:endParaRPr>
          </a:p>
        </p:txBody>
      </p:sp>
      <p:graphicFrame>
        <p:nvGraphicFramePr>
          <p:cNvPr id="464" name="Google Shape;464;p15"/>
          <p:cNvGraphicFramePr/>
          <p:nvPr/>
        </p:nvGraphicFramePr>
        <p:xfrm>
          <a:off x="7104267" y="12933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{198E961A-BE21-4E4A-8DEF-EA32CD22AB5B}</a:tableStyleId>
              </a:tblPr>
              <a:tblGrid>
                <a:gridCol w="2024275"/>
                <a:gridCol w="2896500"/>
              </a:tblGrid>
              <a:tr h="62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s-GT" sz="19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s-GT" sz="2500" u="none" cap="none" strike="noStrike"/>
                        <a:t>18:30</a:t>
                      </a:r>
                      <a:endParaRPr sz="2500" u="none" cap="none" strike="noStrike"/>
                    </a:p>
                  </a:txBody>
                  <a:tcPr marT="121900" marB="121900" marR="121900" marL="121900"/>
                </a:tc>
              </a:tr>
              <a:tr h="62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s-GT" sz="1900" u="none" cap="none" strike="noStrike">
                          <a:solidFill>
                            <a:schemeClr val="dk1"/>
                          </a:solidFill>
                        </a:rPr>
                        <a:t>Hora de fin:</a:t>
                      </a:r>
                      <a:endParaRPr b="1"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s-GT" sz="2500" u="none" cap="none" strike="noStrike"/>
                        <a:t>19:00</a:t>
                      </a:r>
                      <a:endParaRPr sz="2500" u="none" cap="none" strike="noStrike"/>
                    </a:p>
                  </a:txBody>
                  <a:tcPr marT="121900" marB="121900" marR="121900" marL="121900"/>
                </a:tc>
              </a:tr>
              <a:tr h="62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0"/>
                        <a:buFont typeface="Arial"/>
                        <a:buNone/>
                      </a:pPr>
                      <a:r>
                        <a:rPr b="1" lang="es-GT" sz="1900" u="none" cap="none" strike="noStrike">
                          <a:solidFill>
                            <a:schemeClr val="dk1"/>
                          </a:solidFill>
                        </a:rPr>
                        <a:t>Duración (min):</a:t>
                      </a:r>
                      <a:endParaRPr b="1" sz="700" u="none" cap="none" strike="noStrike"/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s-GT" sz="2500" u="none" cap="none" strike="noStrike"/>
                        <a:t>30</a:t>
                      </a:r>
                      <a:endParaRPr sz="2500" u="none" cap="none" strike="noStrike"/>
                    </a:p>
                  </a:txBody>
                  <a:tcPr marT="121900" marB="121900" marR="121900" marL="121900"/>
                </a:tc>
              </a:tr>
            </a:tbl>
          </a:graphicData>
        </a:graphic>
      </p:graphicFrame>
      <p:sp>
        <p:nvSpPr>
          <p:cNvPr id="465" name="Google Shape;465;p15"/>
          <p:cNvSpPr txBox="1"/>
          <p:nvPr/>
        </p:nvSpPr>
        <p:spPr>
          <a:xfrm>
            <a:off x="4174400" y="3303868"/>
            <a:ext cx="4111500" cy="3943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C4C7C5"/>
              </a:solidFill>
              <a:highlight>
                <a:srgbClr val="1E1F2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20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Pedro Alejandro Zetino Páez - 202004750</a:t>
            </a:r>
            <a:endParaRPr sz="12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200">
                <a:solidFill>
                  <a:srgbClr val="E3E3E3"/>
                </a:solidFill>
                <a:highlight>
                  <a:srgbClr val="1E1F20"/>
                </a:highlight>
              </a:rPr>
              <a:t>ANGEL GEOVANNY ORDÓN COLCHAJ</a:t>
            </a:r>
            <a:endParaRPr sz="1200">
              <a:solidFill>
                <a:srgbClr val="E3E3E3"/>
              </a:solidFill>
              <a:highlight>
                <a:srgbClr val="1E1F2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200">
                <a:solidFill>
                  <a:srgbClr val="C4C7C5"/>
                </a:solidFill>
                <a:highlight>
                  <a:srgbClr val="1E1F20"/>
                </a:highlight>
              </a:rPr>
              <a:t>6:45 p.m.</a:t>
            </a:r>
            <a:endParaRPr sz="1200">
              <a:solidFill>
                <a:srgbClr val="C4C7C5"/>
              </a:solidFill>
              <a:highlight>
                <a:srgbClr val="1E1F2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20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Angel Geovanny Ordón Colchaj - 201905741</a:t>
            </a:r>
            <a:endParaRPr sz="12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200">
                <a:solidFill>
                  <a:srgbClr val="E3E3E3"/>
                </a:solidFill>
                <a:highlight>
                  <a:srgbClr val="1E1F20"/>
                </a:highlight>
              </a:rPr>
              <a:t>JAVIER ALEJANDRO AVILA FLORES</a:t>
            </a:r>
            <a:endParaRPr sz="1200">
              <a:solidFill>
                <a:srgbClr val="E3E3E3"/>
              </a:solidFill>
              <a:highlight>
                <a:srgbClr val="1E1F2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200">
                <a:solidFill>
                  <a:srgbClr val="C4C7C5"/>
                </a:solidFill>
                <a:highlight>
                  <a:srgbClr val="1E1F20"/>
                </a:highlight>
              </a:rPr>
              <a:t>6:45 p.m.</a:t>
            </a:r>
            <a:endParaRPr sz="1200">
              <a:solidFill>
                <a:srgbClr val="C4C7C5"/>
              </a:solidFill>
              <a:highlight>
                <a:srgbClr val="1E1F2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20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Javier Alejandro Avila Flores - 202200392</a:t>
            </a:r>
            <a:endParaRPr sz="12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200">
                <a:solidFill>
                  <a:srgbClr val="E3E3E3"/>
                </a:solidFill>
                <a:highlight>
                  <a:srgbClr val="1E1F20"/>
                </a:highlight>
              </a:rPr>
              <a:t>JOSE ANDRES HINESTROZA GARCIA</a:t>
            </a:r>
            <a:endParaRPr sz="1200">
              <a:solidFill>
                <a:srgbClr val="E3E3E3"/>
              </a:solidFill>
              <a:highlight>
                <a:srgbClr val="1E1F2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639">
                <a:solidFill>
                  <a:srgbClr val="C4C7C5"/>
                </a:solidFill>
                <a:highlight>
                  <a:srgbClr val="1E1F20"/>
                </a:highlight>
              </a:rPr>
              <a:t>6:45 p.m.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GT" sz="1100"/>
              <a:t>J</a:t>
            </a:r>
            <a:r>
              <a:rPr lang="es-GT" sz="1239">
                <a:solidFill>
                  <a:srgbClr val="E3E3E3"/>
                </a:solidFill>
                <a:highlight>
                  <a:srgbClr val="1E1F20"/>
                </a:highlight>
              </a:rPr>
              <a:t>OSÉ LEONEL LÓPEZ AJVIX</a:t>
            </a:r>
            <a:endParaRPr sz="1239">
              <a:solidFill>
                <a:srgbClr val="E3E3E3"/>
              </a:solidFill>
              <a:highlight>
                <a:srgbClr val="1E1F2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239">
                <a:solidFill>
                  <a:srgbClr val="C4C7C5"/>
                </a:solidFill>
                <a:highlight>
                  <a:srgbClr val="1E1F20"/>
                </a:highlight>
              </a:rPr>
              <a:t>6:45 p.m.</a:t>
            </a:r>
            <a:endParaRPr sz="1239">
              <a:solidFill>
                <a:srgbClr val="C4C7C5"/>
              </a:solidFill>
              <a:highlight>
                <a:srgbClr val="1E1F2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239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José Leonel López Ajvix - 202201211</a:t>
            </a:r>
            <a:endParaRPr sz="1239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239">
                <a:solidFill>
                  <a:srgbClr val="E3E3E3"/>
                </a:solidFill>
                <a:highlight>
                  <a:srgbClr val="1E1F20"/>
                </a:highlight>
              </a:rPr>
              <a:t>DIANA ESTEFANIA BERDUCIDO DOMINGO</a:t>
            </a:r>
            <a:endParaRPr sz="1239">
              <a:solidFill>
                <a:srgbClr val="E3E3E3"/>
              </a:solidFill>
              <a:highlight>
                <a:srgbClr val="1E1F2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239">
                <a:solidFill>
                  <a:srgbClr val="C4C7C5"/>
                </a:solidFill>
                <a:highlight>
                  <a:srgbClr val="1E1F20"/>
                </a:highlight>
              </a:rPr>
              <a:t>6:45 p.m.</a:t>
            </a:r>
            <a:endParaRPr sz="1239">
              <a:solidFill>
                <a:srgbClr val="C4C7C5"/>
              </a:solidFill>
              <a:highlight>
                <a:srgbClr val="1E1F2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239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Diana Estefania Berducido Domingo - 202000277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5"/>
          <p:cNvSpPr txBox="1"/>
          <p:nvPr/>
        </p:nvSpPr>
        <p:spPr>
          <a:xfrm>
            <a:off x="8337533" y="3303868"/>
            <a:ext cx="3843300" cy="3706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39">
              <a:solidFill>
                <a:srgbClr val="C4C7C5"/>
              </a:solidFill>
              <a:highlight>
                <a:srgbClr val="1E1F2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239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Jose Andres Hinestroza Garcia - 202100316</a:t>
            </a:r>
            <a:endParaRPr sz="1239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239">
                <a:solidFill>
                  <a:srgbClr val="E3E3E3"/>
                </a:solidFill>
                <a:highlight>
                  <a:srgbClr val="1E1F20"/>
                </a:highlight>
              </a:rPr>
              <a:t>DIEGO RENÉ CHEN TEYUL</a:t>
            </a:r>
            <a:endParaRPr sz="1239">
              <a:solidFill>
                <a:srgbClr val="E3E3E3"/>
              </a:solidFill>
              <a:highlight>
                <a:srgbClr val="1E1F2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239">
                <a:solidFill>
                  <a:srgbClr val="C4C7C5"/>
                </a:solidFill>
                <a:highlight>
                  <a:srgbClr val="1E1F20"/>
                </a:highlight>
              </a:rPr>
              <a:t>6:45 p.m.</a:t>
            </a:r>
            <a:endParaRPr sz="1239">
              <a:solidFill>
                <a:srgbClr val="C4C7C5"/>
              </a:solidFill>
              <a:highlight>
                <a:srgbClr val="1E1F2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239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Diego René Chen Teyul - 202202882</a:t>
            </a:r>
            <a:endParaRPr sz="1239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239">
                <a:solidFill>
                  <a:srgbClr val="E3E3E3"/>
                </a:solidFill>
                <a:highlight>
                  <a:srgbClr val="1E1F20"/>
                </a:highlight>
              </a:rPr>
              <a:t>JOSUÉ NABÍ HURTARTE PINTO</a:t>
            </a:r>
            <a:endParaRPr sz="1239">
              <a:solidFill>
                <a:srgbClr val="E3E3E3"/>
              </a:solidFill>
              <a:highlight>
                <a:srgbClr val="1E1F2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239">
                <a:solidFill>
                  <a:srgbClr val="C4C7C5"/>
                </a:solidFill>
                <a:highlight>
                  <a:srgbClr val="1E1F20"/>
                </a:highlight>
              </a:rPr>
              <a:t>6:45 p.m.</a:t>
            </a:r>
            <a:endParaRPr sz="1239">
              <a:solidFill>
                <a:srgbClr val="C4C7C5"/>
              </a:solidFill>
              <a:highlight>
                <a:srgbClr val="1E1F2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239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Josué Nabí Hurtarte Pinto - 202202481</a:t>
            </a:r>
            <a:endParaRPr sz="1239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239">
                <a:solidFill>
                  <a:srgbClr val="E3E3E3"/>
                </a:solidFill>
                <a:highlight>
                  <a:srgbClr val="1E1F20"/>
                </a:highlight>
              </a:rPr>
              <a:t>MAR��A PATRICIA SERRANO RAM��REZ</a:t>
            </a:r>
            <a:endParaRPr sz="1239">
              <a:solidFill>
                <a:srgbClr val="E3E3E3"/>
              </a:solidFill>
              <a:highlight>
                <a:srgbClr val="1E1F2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239">
                <a:solidFill>
                  <a:srgbClr val="C4C7C5"/>
                </a:solidFill>
                <a:highlight>
                  <a:srgbClr val="1E1F20"/>
                </a:highlight>
              </a:rPr>
              <a:t>6:45 p.m.</a:t>
            </a:r>
            <a:endParaRPr sz="1239">
              <a:solidFill>
                <a:srgbClr val="C4C7C5"/>
              </a:solidFill>
              <a:highlight>
                <a:srgbClr val="1E1F2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239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María Patricia Serrano Ramírez - 202201989</a:t>
            </a:r>
            <a:endParaRPr sz="1239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239">
                <a:solidFill>
                  <a:srgbClr val="E3E3E3"/>
                </a:solidFill>
                <a:highlight>
                  <a:srgbClr val="1E1F20"/>
                </a:highlight>
              </a:rPr>
              <a:t>DOUGLAS JOSUE MARTINEZ HUIT</a:t>
            </a:r>
            <a:endParaRPr sz="1239">
              <a:solidFill>
                <a:srgbClr val="E3E3E3"/>
              </a:solidFill>
              <a:highlight>
                <a:srgbClr val="1E1F2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239">
                <a:solidFill>
                  <a:srgbClr val="C4C7C5"/>
                </a:solidFill>
                <a:highlight>
                  <a:srgbClr val="1E1F20"/>
                </a:highlight>
              </a:rPr>
              <a:t>6:45 p.m.</a:t>
            </a:r>
            <a:endParaRPr sz="1239">
              <a:solidFill>
                <a:srgbClr val="C4C7C5"/>
              </a:solidFill>
              <a:highlight>
                <a:srgbClr val="1E1F2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239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Douglas Josué Martínez Huit - 201708975</a:t>
            </a:r>
            <a:endParaRPr sz="1239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39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67" name="Google Shape;467;p15"/>
          <p:cNvSpPr/>
          <p:nvPr/>
        </p:nvSpPr>
        <p:spPr>
          <a:xfrm>
            <a:off x="0" y="0"/>
            <a:ext cx="3195638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None/>
            </a:pPr>
            <a:r>
              <a:rPr b="0" i="0" lang="es-GT" sz="18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Diego Robles - 201901429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br>
              <a:rPr b="0" i="0" lang="es-GT" sz="9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ersonalizar">
  <a:themeElements>
    <a:clrScheme name="Custom 74">
      <a:dk1>
        <a:srgbClr val="000000"/>
      </a:dk1>
      <a:lt1>
        <a:srgbClr val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2025-07-23T04:06:01Z</dcterms:created>
  <dc:creator>Gerhard Benjamin Ardon Valdez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0x010100136620AD586DB74D9B634F89107014C5</vt:lpwstr>
  </property>
</Properties>
</file>