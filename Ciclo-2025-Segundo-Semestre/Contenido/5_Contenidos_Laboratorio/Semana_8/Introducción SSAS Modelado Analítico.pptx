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18288000" cy="10287000"/>
  <p:embeddedFontLst>
    <p:embeddedFont>
      <p:font typeface="Geo"/>
      <p:regular r:id="rId31"/>
      <p:italic r:id="rId32"/>
    </p:embeddedFont>
    <p:embeddedFont>
      <p:font typeface="Montserrat SemiBold"/>
      <p:regular r:id="rId33"/>
      <p:bold r:id="rId34"/>
      <p:italic r:id="rId35"/>
      <p:boldItalic r:id="rId36"/>
    </p:embeddedFont>
    <p:embeddedFont>
      <p:font typeface="Noto Sans Arabic"/>
      <p:regular r:id="rId37"/>
      <p:bold r:id="rId38"/>
    </p:embeddedFont>
    <p:embeddedFont>
      <p:font typeface="Arial Narrow"/>
      <p:regular r:id="rId39"/>
      <p:bold r:id="rId40"/>
      <p:italic r:id="rId41"/>
      <p:boldItalic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Montserrat Medium"/>
      <p:regular r:id="rId47"/>
      <p:bold r:id="rId48"/>
      <p:italic r:id="rId49"/>
      <p:boldItalic r:id="rId50"/>
    </p:embeddedFont>
    <p:embeddedFont>
      <p:font typeface="Lora"/>
      <p:regular r:id="rId51"/>
      <p:bold r:id="rId52"/>
      <p:italic r:id="rId53"/>
      <p:boldItalic r:id="rId54"/>
    </p:embeddedFont>
    <p:embeddedFont>
      <p:font typeface="Montserrat Light"/>
      <p:regular r:id="rId55"/>
      <p:bold r:id="rId56"/>
      <p:italic r:id="rId57"/>
      <p:boldItalic r:id="rId58"/>
    </p:embeddedFont>
    <p:embeddedFont>
      <p:font typeface="DM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63" roundtripDataSignature="AMtx7mj38l5CBmV8zyW3J1BjKm5fMHBo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Narrow-bold.fntdata"/><Relationship Id="rId42" Type="http://schemas.openxmlformats.org/officeDocument/2006/relationships/font" Target="fonts/ArialNarrow-boldItalic.fntdata"/><Relationship Id="rId41" Type="http://schemas.openxmlformats.org/officeDocument/2006/relationships/font" Target="fonts/ArialNarrow-italic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Medium-bold.fntdata"/><Relationship Id="rId47" Type="http://schemas.openxmlformats.org/officeDocument/2006/relationships/font" Target="fonts/MontserratMedium-regular.fntdata"/><Relationship Id="rId49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eo-regular.fntdata"/><Relationship Id="rId30" Type="http://schemas.openxmlformats.org/officeDocument/2006/relationships/slide" Target="slides/slide25.xml"/><Relationship Id="rId33" Type="http://schemas.openxmlformats.org/officeDocument/2006/relationships/font" Target="fonts/MontserratSemiBold-regular.fntdata"/><Relationship Id="rId32" Type="http://schemas.openxmlformats.org/officeDocument/2006/relationships/font" Target="fonts/Geo-italic.fntdata"/><Relationship Id="rId35" Type="http://schemas.openxmlformats.org/officeDocument/2006/relationships/font" Target="fonts/MontserratSemiBold-italic.fntdata"/><Relationship Id="rId34" Type="http://schemas.openxmlformats.org/officeDocument/2006/relationships/font" Target="fonts/MontserratSemiBold-bold.fntdata"/><Relationship Id="rId37" Type="http://schemas.openxmlformats.org/officeDocument/2006/relationships/font" Target="fonts/NotoSansArabic-regular.fntdata"/><Relationship Id="rId36" Type="http://schemas.openxmlformats.org/officeDocument/2006/relationships/font" Target="fonts/MontserratSemiBold-boldItalic.fntdata"/><Relationship Id="rId39" Type="http://schemas.openxmlformats.org/officeDocument/2006/relationships/font" Target="fonts/ArialNarrow-regular.fntdata"/><Relationship Id="rId38" Type="http://schemas.openxmlformats.org/officeDocument/2006/relationships/font" Target="fonts/NotoSansArabic-bold.fntdata"/><Relationship Id="rId62" Type="http://schemas.openxmlformats.org/officeDocument/2006/relationships/font" Target="fonts/DMSans-boldItalic.fntdata"/><Relationship Id="rId61" Type="http://schemas.openxmlformats.org/officeDocument/2006/relationships/font" Target="fonts/DMSans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DM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ora-regular.fntdata"/><Relationship Id="rId50" Type="http://schemas.openxmlformats.org/officeDocument/2006/relationships/font" Target="fonts/MontserratMedium-boldItalic.fntdata"/><Relationship Id="rId53" Type="http://schemas.openxmlformats.org/officeDocument/2006/relationships/font" Target="fonts/Lora-italic.fntdata"/><Relationship Id="rId52" Type="http://schemas.openxmlformats.org/officeDocument/2006/relationships/font" Target="fonts/Lora-bold.fntdata"/><Relationship Id="rId11" Type="http://schemas.openxmlformats.org/officeDocument/2006/relationships/slide" Target="slides/slide6.xml"/><Relationship Id="rId55" Type="http://schemas.openxmlformats.org/officeDocument/2006/relationships/font" Target="fonts/MontserratLight-regular.fntdata"/><Relationship Id="rId10" Type="http://schemas.openxmlformats.org/officeDocument/2006/relationships/slide" Target="slides/slide5.xml"/><Relationship Id="rId54" Type="http://schemas.openxmlformats.org/officeDocument/2006/relationships/font" Target="fonts/Lora-boldItalic.fntdata"/><Relationship Id="rId13" Type="http://schemas.openxmlformats.org/officeDocument/2006/relationships/slide" Target="slides/slide8.xml"/><Relationship Id="rId57" Type="http://schemas.openxmlformats.org/officeDocument/2006/relationships/font" Target="fonts/MontserratLight-italic.fntdata"/><Relationship Id="rId12" Type="http://schemas.openxmlformats.org/officeDocument/2006/relationships/slide" Target="slides/slide7.xml"/><Relationship Id="rId56" Type="http://schemas.openxmlformats.org/officeDocument/2006/relationships/font" Target="fonts/MontserratLight-bold.fntdata"/><Relationship Id="rId15" Type="http://schemas.openxmlformats.org/officeDocument/2006/relationships/slide" Target="slides/slide10.xml"/><Relationship Id="rId59" Type="http://schemas.openxmlformats.org/officeDocument/2006/relationships/font" Target="fonts/DMSans-regular.fntdata"/><Relationship Id="rId14" Type="http://schemas.openxmlformats.org/officeDocument/2006/relationships/slide" Target="slides/slide9.xml"/><Relationship Id="rId58" Type="http://schemas.openxmlformats.org/officeDocument/2006/relationships/font" Target="fonts/MontserratLigh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29050ca9b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0" name="Google Shape;60;g3d29050ca9b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29050ca9b_0_7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8" name="Google Shape;78;g3d29050ca9b_0_72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29050ca9b_0_13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32" name="Google Shape;432;g3d29050ca9b_0_134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5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905513" y="1761127"/>
            <a:ext cx="7788275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29050ca9b_0_68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8" name="Google Shape;48;g3d29050ca9b_0_68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9" name="Google Shape;49;g3d29050ca9b_0_68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9050ca9b_0_129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2" name="Google Shape;52;g3d29050ca9b_0_129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3" name="Google Shape;53;g3d29050ca9b_0_129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29050ca9b_0_237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6" name="Google Shape;56;g3d29050ca9b_0_237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7" name="Google Shape;57;g3d29050ca9b_0_237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3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3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23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3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3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3"/>
          <p:cNvSpPr txBox="1"/>
          <p:nvPr>
            <p:ph idx="1" type="body"/>
          </p:nvPr>
        </p:nvSpPr>
        <p:spPr>
          <a:xfrm>
            <a:off x="905513" y="1761127"/>
            <a:ext cx="7788275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29050ca9b_0_0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" name="Google Shape;63;g3d29050ca9b_0_0"/>
          <p:cNvGrpSpPr/>
          <p:nvPr/>
        </p:nvGrpSpPr>
        <p:grpSpPr>
          <a:xfrm>
            <a:off x="10813168" y="2130150"/>
            <a:ext cx="7106845" cy="1052528"/>
            <a:chOff x="0" y="-47625"/>
            <a:chExt cx="1871700" cy="277200"/>
          </a:xfrm>
        </p:grpSpPr>
        <p:sp>
          <p:nvSpPr>
            <p:cNvPr id="64" name="Google Shape;64;g3d29050ca9b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5" name="Google Shape;65;g3d29050ca9b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g3d29050ca9b_0_0"/>
          <p:cNvSpPr txBox="1"/>
          <p:nvPr/>
        </p:nvSpPr>
        <p:spPr>
          <a:xfrm>
            <a:off x="1355851" y="4405750"/>
            <a:ext cx="155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d29050ca9b_0_0"/>
          <p:cNvSpPr txBox="1"/>
          <p:nvPr/>
        </p:nvSpPr>
        <p:spPr>
          <a:xfrm>
            <a:off x="1616001" y="5740550"/>
            <a:ext cx="1420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d29050ca9b_0_0"/>
          <p:cNvSpPr txBox="1"/>
          <p:nvPr/>
        </p:nvSpPr>
        <p:spPr>
          <a:xfrm>
            <a:off x="10955017" y="2452078"/>
            <a:ext cx="19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g3d29050ca9b_0_0"/>
          <p:cNvGrpSpPr/>
          <p:nvPr/>
        </p:nvGrpSpPr>
        <p:grpSpPr>
          <a:xfrm>
            <a:off x="10813168" y="2966571"/>
            <a:ext cx="7106845" cy="976209"/>
            <a:chOff x="0" y="-47625"/>
            <a:chExt cx="1871700" cy="257100"/>
          </a:xfrm>
        </p:grpSpPr>
        <p:sp>
          <p:nvSpPr>
            <p:cNvPr id="70" name="Google Shape;70;g3d29050ca9b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71" name="Google Shape;71;g3d29050ca9b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g3d29050ca9b_0_0"/>
          <p:cNvSpPr txBox="1"/>
          <p:nvPr/>
        </p:nvSpPr>
        <p:spPr>
          <a:xfrm>
            <a:off x="10955017" y="3249736"/>
            <a:ext cx="25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d29050ca9b_0_0"/>
          <p:cNvCxnSpPr/>
          <p:nvPr/>
        </p:nvCxnSpPr>
        <p:spPr>
          <a:xfrm>
            <a:off x="13705893" y="2326478"/>
            <a:ext cx="0" cy="15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g3d29050ca9b_0_0"/>
          <p:cNvSpPr txBox="1"/>
          <p:nvPr/>
        </p:nvSpPr>
        <p:spPr>
          <a:xfrm>
            <a:off x="13705893" y="245128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25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d29050ca9b_0_0"/>
          <p:cNvSpPr txBox="1"/>
          <p:nvPr/>
        </p:nvSpPr>
        <p:spPr>
          <a:xfrm>
            <a:off x="13705893" y="3249736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29050ca9b_0_72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15000">
                <a:solidFill>
                  <a:schemeClr val="dk1"/>
                </a:solidFill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81" name="Google Shape;81;g3d29050ca9b_0_72"/>
          <p:cNvSpPr txBox="1"/>
          <p:nvPr/>
        </p:nvSpPr>
        <p:spPr>
          <a:xfrm>
            <a:off x="8136743" y="4184800"/>
            <a:ext cx="9618600" cy="4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Hoja de calificación</a:t>
            </a:r>
            <a:endParaRPr sz="7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Practica 2</a:t>
            </a:r>
            <a:endParaRPr sz="7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Hoja de trabajo 4</a:t>
            </a:r>
            <a:endParaRPr sz="7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2" name="Google Shape;82;g3d29050ca9b_0_72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9617075" y="3479205"/>
            <a:ext cx="7167880" cy="487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00">
            <a:spAutoFit/>
          </a:bodyPr>
          <a:lstStyle/>
          <a:p>
            <a:pPr indent="0" lvl="0" marL="12700" marR="5080" rtl="0" algn="l">
              <a:lnSpc>
                <a:spcPct val="109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SSAS y Modelado Analítico</a:t>
            </a:r>
            <a:endParaRPr sz="8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617075" y="333678"/>
            <a:ext cx="21672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JAVIER ANDRÉS V.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5965220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905513" y="3460155"/>
            <a:ext cx="7359015" cy="2505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00">
            <a:spAutoFit/>
          </a:bodyPr>
          <a:lstStyle/>
          <a:p>
            <a:pPr indent="0" lvl="0" marL="12700" marR="5080" rtl="0" algn="l">
              <a:lnSpc>
                <a:spcPct val="109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latin typeface="Montserrat SemiBold"/>
                <a:ea typeface="Montserrat SemiBold"/>
                <a:cs typeface="Montserrat SemiBold"/>
                <a:sym typeface="Montserrat SemiBold"/>
              </a:rPr>
              <a:t>Agenda de la Presentación</a:t>
            </a:r>
            <a:endParaRPr sz="8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05513" y="295405"/>
            <a:ext cx="75374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Montserrat Light"/>
                <a:ea typeface="Montserrat Light"/>
                <a:cs typeface="Montserrat Light"/>
                <a:sym typeface="Montserrat Light"/>
              </a:rPr>
              <a:t>02.</a:t>
            </a:r>
            <a:endParaRPr sz="4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623425" y="1987547"/>
            <a:ext cx="6324600" cy="132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54990" lvl="0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ora"/>
              <a:buAutoNum type="arabicPeriod"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Introducción a SSAS y su contexto en BI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2500"/>
              <a:buFont typeface="Lora"/>
              <a:buNone/>
            </a:pPr>
            <a:r>
              <a:t/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408305" lvl="0" marL="421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ora"/>
              <a:buAutoNum type="arabicPeriod"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Fundamentos y arquitectura de SSAS</a:t>
            </a:r>
            <a:endParaRPr sz="2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9617075" y="3829047"/>
            <a:ext cx="610044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3. Modelos, diseño y navegación en SSAS</a:t>
            </a:r>
            <a:endParaRPr sz="2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9621837" y="4749797"/>
            <a:ext cx="651065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4. Procesamiento, consultas y herramientas</a:t>
            </a:r>
            <a:endParaRPr sz="2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621202" y="5670547"/>
            <a:ext cx="6941184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5. Seguridad, mejores prácticas y conclusiones</a:t>
            </a:r>
            <a:endParaRPr sz="2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5" name="Google Shape;115;p3"/>
          <p:cNvSpPr txBox="1"/>
          <p:nvPr>
            <p:ph type="title"/>
          </p:nvPr>
        </p:nvSpPr>
        <p:spPr>
          <a:xfrm>
            <a:off x="9617075" y="5050306"/>
            <a:ext cx="611949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latin typeface="Montserrat Medium"/>
                <a:ea typeface="Montserrat Medium"/>
                <a:cs typeface="Montserrat Medium"/>
                <a:sym typeface="Montserrat Medium"/>
              </a:rPr>
              <a:t>Introducción a SSAS y su contexto en BI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05513" y="6778543"/>
            <a:ext cx="181102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Montserrat Light"/>
                <a:ea typeface="Montserrat Light"/>
                <a:cs typeface="Montserrat Light"/>
                <a:sym typeface="Montserrat Light"/>
              </a:rPr>
              <a:t>03.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9617075" y="333678"/>
            <a:ext cx="47390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Introducción a SSAS y su contexto en BI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130" name="Google Shape;130;p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04.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2789272" y="5547190"/>
            <a:ext cx="4290695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7302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Interpretación para usuarios de negocio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Facilita el acceso a métricas, jerarquías y entidades comprensibles.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6849726" y="5578817"/>
            <a:ext cx="4485005" cy="12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Consultas y análisis avanzados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41783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Permite realizar consultas complejas y rápidas sobre datos integrados.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10183" y="5578817"/>
            <a:ext cx="4341495" cy="12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Motor analítico especializado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329565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SSAS organiza datos empresariales en modelos semánticos.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2802007" y="4221460"/>
            <a:ext cx="944880" cy="944880"/>
          </a:xfrm>
          <a:custGeom>
            <a:rect b="b" l="l" r="r" t="t"/>
            <a:pathLst>
              <a:path extrusionOk="0" h="944879" w="944880">
                <a:moveTo>
                  <a:pt x="152316" y="304"/>
                </a:moveTo>
                <a:lnTo>
                  <a:pt x="104234" y="8091"/>
                </a:lnTo>
                <a:lnTo>
                  <a:pt x="62419" y="29759"/>
                </a:lnTo>
                <a:lnTo>
                  <a:pt x="29408" y="62770"/>
                </a:lnTo>
                <a:lnTo>
                  <a:pt x="7740" y="104585"/>
                </a:lnTo>
                <a:lnTo>
                  <a:pt x="64" y="151987"/>
                </a:lnTo>
                <a:lnTo>
                  <a:pt x="0" y="152971"/>
                </a:lnTo>
                <a:lnTo>
                  <a:pt x="6685" y="197459"/>
                </a:lnTo>
                <a:lnTo>
                  <a:pt x="6752" y="197901"/>
                </a:lnTo>
                <a:lnTo>
                  <a:pt x="25720" y="237513"/>
                </a:lnTo>
                <a:lnTo>
                  <a:pt x="25814" y="237710"/>
                </a:lnTo>
                <a:lnTo>
                  <a:pt x="53998" y="268770"/>
                </a:lnTo>
                <a:lnTo>
                  <a:pt x="55324" y="270141"/>
                </a:lnTo>
                <a:lnTo>
                  <a:pt x="92745" y="292803"/>
                </a:lnTo>
                <a:lnTo>
                  <a:pt x="136618" y="303961"/>
                </a:lnTo>
                <a:lnTo>
                  <a:pt x="345203" y="707720"/>
                </a:lnTo>
                <a:lnTo>
                  <a:pt x="334478" y="726760"/>
                </a:lnTo>
                <a:lnTo>
                  <a:pt x="326483" y="747388"/>
                </a:lnTo>
                <a:lnTo>
                  <a:pt x="321490" y="769360"/>
                </a:lnTo>
                <a:lnTo>
                  <a:pt x="319765" y="792429"/>
                </a:lnTo>
                <a:lnTo>
                  <a:pt x="327439" y="839821"/>
                </a:lnTo>
                <a:lnTo>
                  <a:pt x="327551" y="840510"/>
                </a:lnTo>
                <a:lnTo>
                  <a:pt x="349216" y="882325"/>
                </a:lnTo>
                <a:lnTo>
                  <a:pt x="382225" y="915336"/>
                </a:lnTo>
                <a:lnTo>
                  <a:pt x="424041" y="937004"/>
                </a:lnTo>
                <a:lnTo>
                  <a:pt x="472127" y="944791"/>
                </a:lnTo>
                <a:lnTo>
                  <a:pt x="520207" y="937004"/>
                </a:lnTo>
                <a:lnTo>
                  <a:pt x="562019" y="915336"/>
                </a:lnTo>
                <a:lnTo>
                  <a:pt x="562879" y="914476"/>
                </a:lnTo>
                <a:lnTo>
                  <a:pt x="472279" y="914476"/>
                </a:lnTo>
                <a:lnTo>
                  <a:pt x="424885" y="904879"/>
                </a:lnTo>
                <a:lnTo>
                  <a:pt x="386134" y="878727"/>
                </a:lnTo>
                <a:lnTo>
                  <a:pt x="359981" y="839975"/>
                </a:lnTo>
                <a:lnTo>
                  <a:pt x="350385" y="792581"/>
                </a:lnTo>
                <a:lnTo>
                  <a:pt x="357167" y="752963"/>
                </a:lnTo>
                <a:lnTo>
                  <a:pt x="357217" y="752671"/>
                </a:lnTo>
                <a:lnTo>
                  <a:pt x="376132" y="718189"/>
                </a:lnTo>
                <a:lnTo>
                  <a:pt x="404761" y="691535"/>
                </a:lnTo>
                <a:lnTo>
                  <a:pt x="424382" y="682574"/>
                </a:lnTo>
                <a:lnTo>
                  <a:pt x="366692" y="682574"/>
                </a:lnTo>
                <a:lnTo>
                  <a:pt x="153568" y="270141"/>
                </a:lnTo>
                <a:lnTo>
                  <a:pt x="118953" y="270141"/>
                </a:lnTo>
                <a:lnTo>
                  <a:pt x="83458" y="253568"/>
                </a:lnTo>
                <a:lnTo>
                  <a:pt x="55432" y="227039"/>
                </a:lnTo>
                <a:lnTo>
                  <a:pt x="37034" y="192769"/>
                </a:lnTo>
                <a:lnTo>
                  <a:pt x="30421" y="152971"/>
                </a:lnTo>
                <a:lnTo>
                  <a:pt x="30483" y="152361"/>
                </a:lnTo>
                <a:lnTo>
                  <a:pt x="40018" y="105272"/>
                </a:lnTo>
                <a:lnTo>
                  <a:pt x="66170" y="66521"/>
                </a:lnTo>
                <a:lnTo>
                  <a:pt x="104921" y="40368"/>
                </a:lnTo>
                <a:lnTo>
                  <a:pt x="152316" y="30772"/>
                </a:lnTo>
                <a:lnTo>
                  <a:pt x="241488" y="30772"/>
                </a:lnTo>
                <a:lnTo>
                  <a:pt x="229411" y="21366"/>
                </a:lnTo>
                <a:lnTo>
                  <a:pt x="192921" y="5822"/>
                </a:lnTo>
                <a:lnTo>
                  <a:pt x="152316" y="304"/>
                </a:lnTo>
                <a:close/>
              </a:path>
              <a:path extrusionOk="0" h="944879" w="944880">
                <a:moveTo>
                  <a:pt x="614901" y="740625"/>
                </a:moveTo>
                <a:lnTo>
                  <a:pt x="582274" y="740625"/>
                </a:lnTo>
                <a:lnTo>
                  <a:pt x="587226" y="752671"/>
                </a:lnTo>
                <a:lnTo>
                  <a:pt x="587346" y="752963"/>
                </a:lnTo>
                <a:lnTo>
                  <a:pt x="591075" y="765727"/>
                </a:lnTo>
                <a:lnTo>
                  <a:pt x="593375" y="778891"/>
                </a:lnTo>
                <a:lnTo>
                  <a:pt x="594161" y="792429"/>
                </a:lnTo>
                <a:lnTo>
                  <a:pt x="584565" y="839821"/>
                </a:lnTo>
                <a:lnTo>
                  <a:pt x="558414" y="878568"/>
                </a:lnTo>
                <a:lnTo>
                  <a:pt x="519666" y="904716"/>
                </a:lnTo>
                <a:lnTo>
                  <a:pt x="472279" y="914311"/>
                </a:lnTo>
                <a:lnTo>
                  <a:pt x="472279" y="914476"/>
                </a:lnTo>
                <a:lnTo>
                  <a:pt x="562879" y="914476"/>
                </a:lnTo>
                <a:lnTo>
                  <a:pt x="595026" y="882325"/>
                </a:lnTo>
                <a:lnTo>
                  <a:pt x="616691" y="840510"/>
                </a:lnTo>
                <a:lnTo>
                  <a:pt x="624452" y="792581"/>
                </a:lnTo>
                <a:lnTo>
                  <a:pt x="624476" y="792429"/>
                </a:lnTo>
                <a:lnTo>
                  <a:pt x="622792" y="770072"/>
                </a:lnTo>
                <a:lnTo>
                  <a:pt x="617853" y="748283"/>
                </a:lnTo>
                <a:lnTo>
                  <a:pt x="614901" y="740625"/>
                </a:lnTo>
                <a:close/>
              </a:path>
              <a:path extrusionOk="0" h="944879" w="944880">
                <a:moveTo>
                  <a:pt x="475248" y="675106"/>
                </a:moveTo>
                <a:lnTo>
                  <a:pt x="440733" y="675106"/>
                </a:lnTo>
                <a:lnTo>
                  <a:pt x="427321" y="699947"/>
                </a:lnTo>
                <a:lnTo>
                  <a:pt x="418408" y="729425"/>
                </a:lnTo>
                <a:lnTo>
                  <a:pt x="421253" y="758150"/>
                </a:lnTo>
                <a:lnTo>
                  <a:pt x="458660" y="805428"/>
                </a:lnTo>
                <a:lnTo>
                  <a:pt x="496041" y="814984"/>
                </a:lnTo>
                <a:lnTo>
                  <a:pt x="503661" y="814984"/>
                </a:lnTo>
                <a:lnTo>
                  <a:pt x="546303" y="796791"/>
                </a:lnTo>
                <a:lnTo>
                  <a:pt x="558014" y="784413"/>
                </a:lnTo>
                <a:lnTo>
                  <a:pt x="491395" y="784413"/>
                </a:lnTo>
                <a:lnTo>
                  <a:pt x="482243" y="782523"/>
                </a:lnTo>
                <a:lnTo>
                  <a:pt x="473612" y="778891"/>
                </a:lnTo>
                <a:lnTo>
                  <a:pt x="473405" y="778891"/>
                </a:lnTo>
                <a:lnTo>
                  <a:pt x="458837" y="766614"/>
                </a:lnTo>
                <a:lnTo>
                  <a:pt x="450467" y="750455"/>
                </a:lnTo>
                <a:lnTo>
                  <a:pt x="448698" y="732353"/>
                </a:lnTo>
                <a:lnTo>
                  <a:pt x="454144" y="714425"/>
                </a:lnTo>
                <a:lnTo>
                  <a:pt x="475248" y="675106"/>
                </a:lnTo>
                <a:close/>
              </a:path>
              <a:path extrusionOk="0" h="944879" w="944880">
                <a:moveTo>
                  <a:pt x="757310" y="268770"/>
                </a:moveTo>
                <a:lnTo>
                  <a:pt x="693348" y="268770"/>
                </a:lnTo>
                <a:lnTo>
                  <a:pt x="711103" y="281847"/>
                </a:lnTo>
                <a:lnTo>
                  <a:pt x="730583" y="292171"/>
                </a:lnTo>
                <a:lnTo>
                  <a:pt x="751518" y="299554"/>
                </a:lnTo>
                <a:lnTo>
                  <a:pt x="773638" y="303809"/>
                </a:lnTo>
                <a:lnTo>
                  <a:pt x="538942" y="758150"/>
                </a:lnTo>
                <a:lnTo>
                  <a:pt x="500699" y="784413"/>
                </a:lnTo>
                <a:lnTo>
                  <a:pt x="558014" y="784413"/>
                </a:lnTo>
                <a:lnTo>
                  <a:pt x="565675" y="772617"/>
                </a:lnTo>
                <a:lnTo>
                  <a:pt x="582274" y="740625"/>
                </a:lnTo>
                <a:lnTo>
                  <a:pt x="614901" y="740625"/>
                </a:lnTo>
                <a:lnTo>
                  <a:pt x="609828" y="727467"/>
                </a:lnTo>
                <a:lnTo>
                  <a:pt x="598886" y="708025"/>
                </a:lnTo>
                <a:lnTo>
                  <a:pt x="807623" y="303961"/>
                </a:lnTo>
                <a:lnTo>
                  <a:pt x="851213" y="292803"/>
                </a:lnTo>
                <a:lnTo>
                  <a:pt x="852326" y="292171"/>
                </a:lnTo>
                <a:lnTo>
                  <a:pt x="881341" y="274548"/>
                </a:lnTo>
                <a:lnTo>
                  <a:pt x="792230" y="274548"/>
                </a:lnTo>
                <a:lnTo>
                  <a:pt x="764763" y="271414"/>
                </a:lnTo>
                <a:lnTo>
                  <a:pt x="757310" y="268770"/>
                </a:lnTo>
                <a:close/>
              </a:path>
              <a:path extrusionOk="0" h="944879" w="944880">
                <a:moveTo>
                  <a:pt x="229968" y="168958"/>
                </a:moveTo>
                <a:lnTo>
                  <a:pt x="170873" y="168958"/>
                </a:lnTo>
                <a:lnTo>
                  <a:pt x="186256" y="171332"/>
                </a:lnTo>
                <a:lnTo>
                  <a:pt x="199754" y="179073"/>
                </a:lnTo>
                <a:lnTo>
                  <a:pt x="209910" y="191668"/>
                </a:lnTo>
                <a:lnTo>
                  <a:pt x="451401" y="641743"/>
                </a:lnTo>
                <a:lnTo>
                  <a:pt x="427453" y="646946"/>
                </a:lnTo>
                <a:lnTo>
                  <a:pt x="405160" y="655705"/>
                </a:lnTo>
                <a:lnTo>
                  <a:pt x="384810" y="667691"/>
                </a:lnTo>
                <a:lnTo>
                  <a:pt x="366692" y="682574"/>
                </a:lnTo>
                <a:lnTo>
                  <a:pt x="424382" y="682574"/>
                </a:lnTo>
                <a:lnTo>
                  <a:pt x="440733" y="675106"/>
                </a:lnTo>
                <a:lnTo>
                  <a:pt x="475248" y="675106"/>
                </a:lnTo>
                <a:lnTo>
                  <a:pt x="506728" y="616458"/>
                </a:lnTo>
                <a:lnTo>
                  <a:pt x="472279" y="616458"/>
                </a:lnTo>
                <a:lnTo>
                  <a:pt x="273143" y="245300"/>
                </a:lnTo>
                <a:lnTo>
                  <a:pt x="277093" y="240118"/>
                </a:lnTo>
                <a:lnTo>
                  <a:pt x="280751" y="234632"/>
                </a:lnTo>
                <a:lnTo>
                  <a:pt x="284103" y="228841"/>
                </a:lnTo>
                <a:lnTo>
                  <a:pt x="731283" y="228841"/>
                </a:lnTo>
                <a:lnTo>
                  <a:pt x="760927" y="222852"/>
                </a:lnTo>
                <a:lnTo>
                  <a:pt x="772368" y="215138"/>
                </a:lnTo>
                <a:lnTo>
                  <a:pt x="256989" y="215138"/>
                </a:lnTo>
                <a:lnTo>
                  <a:pt x="236720" y="177342"/>
                </a:lnTo>
                <a:lnTo>
                  <a:pt x="230089" y="169109"/>
                </a:lnTo>
                <a:lnTo>
                  <a:pt x="229968" y="168958"/>
                </a:lnTo>
                <a:close/>
              </a:path>
              <a:path extrusionOk="0" h="944879" w="944880">
                <a:moveTo>
                  <a:pt x="697463" y="228841"/>
                </a:moveTo>
                <a:lnTo>
                  <a:pt x="660747" y="228841"/>
                </a:lnTo>
                <a:lnTo>
                  <a:pt x="664100" y="234480"/>
                </a:lnTo>
                <a:lnTo>
                  <a:pt x="667605" y="239966"/>
                </a:lnTo>
                <a:lnTo>
                  <a:pt x="671568" y="245148"/>
                </a:lnTo>
                <a:lnTo>
                  <a:pt x="472279" y="616458"/>
                </a:lnTo>
                <a:lnTo>
                  <a:pt x="506728" y="616458"/>
                </a:lnTo>
                <a:lnTo>
                  <a:pt x="693348" y="268770"/>
                </a:lnTo>
                <a:lnTo>
                  <a:pt x="757310" y="268770"/>
                </a:lnTo>
                <a:lnTo>
                  <a:pt x="739308" y="262382"/>
                </a:lnTo>
                <a:lnTo>
                  <a:pt x="716623" y="248005"/>
                </a:lnTo>
                <a:lnTo>
                  <a:pt x="697463" y="228841"/>
                </a:lnTo>
                <a:close/>
              </a:path>
              <a:path extrusionOk="0" h="944879" w="944880">
                <a:moveTo>
                  <a:pt x="883292" y="30772"/>
                </a:moveTo>
                <a:lnTo>
                  <a:pt x="792230" y="30772"/>
                </a:lnTo>
                <a:lnTo>
                  <a:pt x="839625" y="40368"/>
                </a:lnTo>
                <a:lnTo>
                  <a:pt x="878376" y="66521"/>
                </a:lnTo>
                <a:lnTo>
                  <a:pt x="904528" y="105272"/>
                </a:lnTo>
                <a:lnTo>
                  <a:pt x="913988" y="151987"/>
                </a:lnTo>
                <a:lnTo>
                  <a:pt x="914063" y="152971"/>
                </a:lnTo>
                <a:lnTo>
                  <a:pt x="904528" y="200058"/>
                </a:lnTo>
                <a:lnTo>
                  <a:pt x="878376" y="238806"/>
                </a:lnTo>
                <a:lnTo>
                  <a:pt x="839625" y="264953"/>
                </a:lnTo>
                <a:lnTo>
                  <a:pt x="792230" y="274548"/>
                </a:lnTo>
                <a:lnTo>
                  <a:pt x="881341" y="274548"/>
                </a:lnTo>
                <a:lnTo>
                  <a:pt x="888597" y="270141"/>
                </a:lnTo>
                <a:lnTo>
                  <a:pt x="888757" y="270141"/>
                </a:lnTo>
                <a:lnTo>
                  <a:pt x="918394" y="237513"/>
                </a:lnTo>
                <a:lnTo>
                  <a:pt x="937582" y="197628"/>
                </a:lnTo>
                <a:lnTo>
                  <a:pt x="944348" y="152971"/>
                </a:lnTo>
                <a:lnTo>
                  <a:pt x="944379" y="151987"/>
                </a:lnTo>
                <a:lnTo>
                  <a:pt x="936814" y="105272"/>
                </a:lnTo>
                <a:lnTo>
                  <a:pt x="936703" y="104585"/>
                </a:lnTo>
                <a:lnTo>
                  <a:pt x="936653" y="104280"/>
                </a:lnTo>
                <a:lnTo>
                  <a:pt x="914985" y="62465"/>
                </a:lnTo>
                <a:lnTo>
                  <a:pt x="883292" y="30772"/>
                </a:lnTo>
                <a:close/>
              </a:path>
              <a:path extrusionOk="0" h="944879" w="944880">
                <a:moveTo>
                  <a:pt x="169958" y="138521"/>
                </a:moveTo>
                <a:lnTo>
                  <a:pt x="129796" y="151987"/>
                </a:lnTo>
                <a:lnTo>
                  <a:pt x="102862" y="187267"/>
                </a:lnTo>
                <a:lnTo>
                  <a:pt x="102798" y="187401"/>
                </a:lnTo>
                <a:lnTo>
                  <a:pt x="99193" y="202117"/>
                </a:lnTo>
                <a:lnTo>
                  <a:pt x="98729" y="214831"/>
                </a:lnTo>
                <a:lnTo>
                  <a:pt x="98645" y="217131"/>
                </a:lnTo>
                <a:lnTo>
                  <a:pt x="101092" y="231736"/>
                </a:lnTo>
                <a:lnTo>
                  <a:pt x="101127" y="231946"/>
                </a:lnTo>
                <a:lnTo>
                  <a:pt x="106608" y="246062"/>
                </a:lnTo>
                <a:lnTo>
                  <a:pt x="118953" y="270141"/>
                </a:lnTo>
                <a:lnTo>
                  <a:pt x="153568" y="270141"/>
                </a:lnTo>
                <a:lnTo>
                  <a:pt x="133831" y="231946"/>
                </a:lnTo>
                <a:lnTo>
                  <a:pt x="133723" y="231736"/>
                </a:lnTo>
                <a:lnTo>
                  <a:pt x="130474" y="223428"/>
                </a:lnTo>
                <a:lnTo>
                  <a:pt x="129037" y="215138"/>
                </a:lnTo>
                <a:lnTo>
                  <a:pt x="128984" y="214831"/>
                </a:lnTo>
                <a:lnTo>
                  <a:pt x="129278" y="206522"/>
                </a:lnTo>
                <a:lnTo>
                  <a:pt x="129292" y="206117"/>
                </a:lnTo>
                <a:lnTo>
                  <a:pt x="131210" y="198374"/>
                </a:lnTo>
                <a:lnTo>
                  <a:pt x="170873" y="168958"/>
                </a:lnTo>
                <a:lnTo>
                  <a:pt x="229968" y="168958"/>
                </a:lnTo>
                <a:lnTo>
                  <a:pt x="219382" y="155814"/>
                </a:lnTo>
                <a:lnTo>
                  <a:pt x="196270" y="142568"/>
                </a:lnTo>
                <a:lnTo>
                  <a:pt x="169958" y="138521"/>
                </a:lnTo>
                <a:close/>
              </a:path>
              <a:path extrusionOk="0" h="944879" w="944880">
                <a:moveTo>
                  <a:pt x="241488" y="30772"/>
                </a:moveTo>
                <a:lnTo>
                  <a:pt x="152316" y="30772"/>
                </a:lnTo>
                <a:lnTo>
                  <a:pt x="199710" y="40368"/>
                </a:lnTo>
                <a:lnTo>
                  <a:pt x="238461" y="66521"/>
                </a:lnTo>
                <a:lnTo>
                  <a:pt x="264614" y="105272"/>
                </a:lnTo>
                <a:lnTo>
                  <a:pt x="274073" y="151987"/>
                </a:lnTo>
                <a:lnTo>
                  <a:pt x="274189" y="152971"/>
                </a:lnTo>
                <a:lnTo>
                  <a:pt x="273094" y="168958"/>
                </a:lnTo>
                <a:lnTo>
                  <a:pt x="256989" y="215138"/>
                </a:lnTo>
                <a:lnTo>
                  <a:pt x="772368" y="215138"/>
                </a:lnTo>
                <a:lnTo>
                  <a:pt x="785145" y="206522"/>
                </a:lnTo>
                <a:lnTo>
                  <a:pt x="790642" y="198374"/>
                </a:lnTo>
                <a:lnTo>
                  <a:pt x="297515" y="198374"/>
                </a:lnTo>
                <a:lnTo>
                  <a:pt x="300526" y="187401"/>
                </a:lnTo>
                <a:lnTo>
                  <a:pt x="302811" y="175920"/>
                </a:lnTo>
                <a:lnTo>
                  <a:pt x="304201" y="164373"/>
                </a:lnTo>
                <a:lnTo>
                  <a:pt x="304549" y="155814"/>
                </a:lnTo>
                <a:lnTo>
                  <a:pt x="304651" y="151987"/>
                </a:lnTo>
                <a:lnTo>
                  <a:pt x="304366" y="144589"/>
                </a:lnTo>
                <a:lnTo>
                  <a:pt x="304288" y="142568"/>
                </a:lnTo>
                <a:lnTo>
                  <a:pt x="304225" y="140938"/>
                </a:lnTo>
                <a:lnTo>
                  <a:pt x="302887" y="129355"/>
                </a:lnTo>
                <a:lnTo>
                  <a:pt x="300691" y="118001"/>
                </a:lnTo>
                <a:lnTo>
                  <a:pt x="297667" y="106959"/>
                </a:lnTo>
                <a:lnTo>
                  <a:pt x="790646" y="106959"/>
                </a:lnTo>
                <a:lnTo>
                  <a:pt x="785145" y="98804"/>
                </a:lnTo>
                <a:lnTo>
                  <a:pt x="760927" y="82470"/>
                </a:lnTo>
                <a:lnTo>
                  <a:pt x="731283" y="76479"/>
                </a:lnTo>
                <a:lnTo>
                  <a:pt x="284103" y="76479"/>
                </a:lnTo>
                <a:lnTo>
                  <a:pt x="260301" y="45422"/>
                </a:lnTo>
                <a:lnTo>
                  <a:pt x="241488" y="30772"/>
                </a:lnTo>
                <a:close/>
              </a:path>
              <a:path extrusionOk="0" h="944879" w="944880">
                <a:moveTo>
                  <a:pt x="790646" y="106959"/>
                </a:moveTo>
                <a:lnTo>
                  <a:pt x="731283" y="106959"/>
                </a:lnTo>
                <a:lnTo>
                  <a:pt x="749033" y="110565"/>
                </a:lnTo>
                <a:lnTo>
                  <a:pt x="763567" y="120383"/>
                </a:lnTo>
                <a:lnTo>
                  <a:pt x="773385" y="134916"/>
                </a:lnTo>
                <a:lnTo>
                  <a:pt x="776853" y="151987"/>
                </a:lnTo>
                <a:lnTo>
                  <a:pt x="776929" y="152971"/>
                </a:lnTo>
                <a:lnTo>
                  <a:pt x="773385" y="170411"/>
                </a:lnTo>
                <a:lnTo>
                  <a:pt x="763567" y="184945"/>
                </a:lnTo>
                <a:lnTo>
                  <a:pt x="749033" y="194766"/>
                </a:lnTo>
                <a:lnTo>
                  <a:pt x="731283" y="198374"/>
                </a:lnTo>
                <a:lnTo>
                  <a:pt x="790642" y="198374"/>
                </a:lnTo>
                <a:lnTo>
                  <a:pt x="801385" y="182448"/>
                </a:lnTo>
                <a:lnTo>
                  <a:pt x="801479" y="182308"/>
                </a:lnTo>
                <a:lnTo>
                  <a:pt x="807409" y="152971"/>
                </a:lnTo>
                <a:lnTo>
                  <a:pt x="807333" y="151987"/>
                </a:lnTo>
                <a:lnTo>
                  <a:pt x="801479" y="123022"/>
                </a:lnTo>
                <a:lnTo>
                  <a:pt x="790646" y="106959"/>
                </a:lnTo>
                <a:close/>
              </a:path>
              <a:path extrusionOk="0" h="944879" w="944880">
                <a:moveTo>
                  <a:pt x="792078" y="0"/>
                </a:moveTo>
                <a:lnTo>
                  <a:pt x="792230" y="304"/>
                </a:lnTo>
                <a:lnTo>
                  <a:pt x="752316" y="5586"/>
                </a:lnTo>
                <a:lnTo>
                  <a:pt x="716088" y="20737"/>
                </a:lnTo>
                <a:lnTo>
                  <a:pt x="685060" y="44715"/>
                </a:lnTo>
                <a:lnTo>
                  <a:pt x="660747" y="76479"/>
                </a:lnTo>
                <a:lnTo>
                  <a:pt x="697463" y="76479"/>
                </a:lnTo>
                <a:lnTo>
                  <a:pt x="716623" y="57320"/>
                </a:lnTo>
                <a:lnTo>
                  <a:pt x="739308" y="42943"/>
                </a:lnTo>
                <a:lnTo>
                  <a:pt x="764763" y="33908"/>
                </a:lnTo>
                <a:lnTo>
                  <a:pt x="792230" y="30772"/>
                </a:lnTo>
                <a:lnTo>
                  <a:pt x="883292" y="30772"/>
                </a:lnTo>
                <a:lnTo>
                  <a:pt x="881975" y="29454"/>
                </a:lnTo>
                <a:lnTo>
                  <a:pt x="840159" y="7786"/>
                </a:lnTo>
                <a:lnTo>
                  <a:pt x="792078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" name="Google Shape;135;p4"/>
          <p:cNvGrpSpPr/>
          <p:nvPr/>
        </p:nvGrpSpPr>
        <p:grpSpPr>
          <a:xfrm>
            <a:off x="6862407" y="4221454"/>
            <a:ext cx="944892" cy="944880"/>
            <a:chOff x="6862407" y="4221454"/>
            <a:chExt cx="944892" cy="944880"/>
          </a:xfrm>
        </p:grpSpPr>
        <p:sp>
          <p:nvSpPr>
            <p:cNvPr id="136" name="Google Shape;136;p4"/>
            <p:cNvSpPr/>
            <p:nvPr/>
          </p:nvSpPr>
          <p:spPr>
            <a:xfrm>
              <a:off x="6862419" y="4222643"/>
              <a:ext cx="944880" cy="943610"/>
            </a:xfrm>
            <a:custGeom>
              <a:rect b="b" l="l" r="r" t="t"/>
              <a:pathLst>
                <a:path extrusionOk="0" h="943610" w="944879">
                  <a:moveTo>
                    <a:pt x="733044" y="629919"/>
                  </a:moveTo>
                  <a:lnTo>
                    <a:pt x="589661" y="629919"/>
                  </a:lnTo>
                  <a:lnTo>
                    <a:pt x="582625" y="636269"/>
                  </a:lnTo>
                  <a:lnTo>
                    <a:pt x="582625" y="866139"/>
                  </a:lnTo>
                  <a:lnTo>
                    <a:pt x="588822" y="896619"/>
                  </a:lnTo>
                  <a:lnTo>
                    <a:pt x="605710" y="920749"/>
                  </a:lnTo>
                  <a:lnTo>
                    <a:pt x="630738" y="938529"/>
                  </a:lnTo>
                  <a:lnTo>
                    <a:pt x="661352" y="943609"/>
                  </a:lnTo>
                  <a:lnTo>
                    <a:pt x="691966" y="938529"/>
                  </a:lnTo>
                  <a:lnTo>
                    <a:pt x="716994" y="920749"/>
                  </a:lnTo>
                  <a:lnTo>
                    <a:pt x="722327" y="913129"/>
                  </a:lnTo>
                  <a:lnTo>
                    <a:pt x="661352" y="913129"/>
                  </a:lnTo>
                  <a:lnTo>
                    <a:pt x="642981" y="909319"/>
                  </a:lnTo>
                  <a:lnTo>
                    <a:pt x="627962" y="899159"/>
                  </a:lnTo>
                  <a:lnTo>
                    <a:pt x="617827" y="883919"/>
                  </a:lnTo>
                  <a:lnTo>
                    <a:pt x="614108" y="866139"/>
                  </a:lnTo>
                  <a:lnTo>
                    <a:pt x="614108" y="660399"/>
                  </a:lnTo>
                  <a:lnTo>
                    <a:pt x="740079" y="660399"/>
                  </a:lnTo>
                  <a:lnTo>
                    <a:pt x="740079" y="636269"/>
                  </a:lnTo>
                  <a:lnTo>
                    <a:pt x="733044" y="629919"/>
                  </a:lnTo>
                  <a:close/>
                </a:path>
                <a:path extrusionOk="0" h="943610" w="944879">
                  <a:moveTo>
                    <a:pt x="740079" y="660399"/>
                  </a:moveTo>
                  <a:lnTo>
                    <a:pt x="708596" y="660399"/>
                  </a:lnTo>
                  <a:lnTo>
                    <a:pt x="708596" y="866139"/>
                  </a:lnTo>
                  <a:lnTo>
                    <a:pt x="704877" y="883919"/>
                  </a:lnTo>
                  <a:lnTo>
                    <a:pt x="694742" y="899159"/>
                  </a:lnTo>
                  <a:lnTo>
                    <a:pt x="679723" y="909319"/>
                  </a:lnTo>
                  <a:lnTo>
                    <a:pt x="661352" y="913129"/>
                  </a:lnTo>
                  <a:lnTo>
                    <a:pt x="722327" y="913129"/>
                  </a:lnTo>
                  <a:lnTo>
                    <a:pt x="733882" y="896619"/>
                  </a:lnTo>
                  <a:lnTo>
                    <a:pt x="740079" y="866139"/>
                  </a:lnTo>
                  <a:lnTo>
                    <a:pt x="740079" y="660399"/>
                  </a:lnTo>
                  <a:close/>
                </a:path>
                <a:path extrusionOk="0" h="943610" w="944879">
                  <a:moveTo>
                    <a:pt x="431680" y="383539"/>
                  </a:moveTo>
                  <a:lnTo>
                    <a:pt x="396773" y="383539"/>
                  </a:lnTo>
                  <a:lnTo>
                    <a:pt x="418208" y="427989"/>
                  </a:lnTo>
                  <a:lnTo>
                    <a:pt x="446634" y="467359"/>
                  </a:lnTo>
                  <a:lnTo>
                    <a:pt x="481242" y="501649"/>
                  </a:lnTo>
                  <a:lnTo>
                    <a:pt x="521228" y="528319"/>
                  </a:lnTo>
                  <a:lnTo>
                    <a:pt x="565785" y="549909"/>
                  </a:lnTo>
                  <a:lnTo>
                    <a:pt x="614108" y="562609"/>
                  </a:lnTo>
                  <a:lnTo>
                    <a:pt x="614108" y="629919"/>
                  </a:lnTo>
                  <a:lnTo>
                    <a:pt x="645604" y="629919"/>
                  </a:lnTo>
                  <a:lnTo>
                    <a:pt x="645604" y="565149"/>
                  </a:lnTo>
                  <a:lnTo>
                    <a:pt x="708596" y="565149"/>
                  </a:lnTo>
                  <a:lnTo>
                    <a:pt x="708596" y="562609"/>
                  </a:lnTo>
                  <a:lnTo>
                    <a:pt x="757166" y="549909"/>
                  </a:lnTo>
                  <a:lnTo>
                    <a:pt x="788783" y="534669"/>
                  </a:lnTo>
                  <a:lnTo>
                    <a:pt x="661352" y="534669"/>
                  </a:lnTo>
                  <a:lnTo>
                    <a:pt x="615398" y="530859"/>
                  </a:lnTo>
                  <a:lnTo>
                    <a:pt x="572204" y="518159"/>
                  </a:lnTo>
                  <a:lnTo>
                    <a:pt x="532515" y="499109"/>
                  </a:lnTo>
                  <a:lnTo>
                    <a:pt x="497076" y="473709"/>
                  </a:lnTo>
                  <a:lnTo>
                    <a:pt x="466632" y="441959"/>
                  </a:lnTo>
                  <a:lnTo>
                    <a:pt x="441929" y="406399"/>
                  </a:lnTo>
                  <a:lnTo>
                    <a:pt x="431680" y="383539"/>
                  </a:lnTo>
                  <a:close/>
                </a:path>
                <a:path extrusionOk="0" h="943610" w="944879">
                  <a:moveTo>
                    <a:pt x="708596" y="565149"/>
                  </a:moveTo>
                  <a:lnTo>
                    <a:pt x="677100" y="565149"/>
                  </a:lnTo>
                  <a:lnTo>
                    <a:pt x="677100" y="629919"/>
                  </a:lnTo>
                  <a:lnTo>
                    <a:pt x="708596" y="629919"/>
                  </a:lnTo>
                  <a:lnTo>
                    <a:pt x="708596" y="565149"/>
                  </a:lnTo>
                  <a:close/>
                </a:path>
                <a:path extrusionOk="0" h="943610" w="944879">
                  <a:moveTo>
                    <a:pt x="677100" y="565149"/>
                  </a:moveTo>
                  <a:lnTo>
                    <a:pt x="645604" y="565149"/>
                  </a:lnTo>
                  <a:lnTo>
                    <a:pt x="650849" y="566419"/>
                  </a:lnTo>
                  <a:lnTo>
                    <a:pt x="671855" y="566419"/>
                  </a:lnTo>
                  <a:lnTo>
                    <a:pt x="677100" y="565149"/>
                  </a:lnTo>
                  <a:close/>
                </a:path>
                <a:path extrusionOk="0" h="943610" w="944879">
                  <a:moveTo>
                    <a:pt x="788593" y="30479"/>
                  </a:moveTo>
                  <a:lnTo>
                    <a:pt x="661352" y="30479"/>
                  </a:lnTo>
                  <a:lnTo>
                    <a:pt x="706578" y="35559"/>
                  </a:lnTo>
                  <a:lnTo>
                    <a:pt x="749170" y="46989"/>
                  </a:lnTo>
                  <a:lnTo>
                    <a:pt x="788409" y="64769"/>
                  </a:lnTo>
                  <a:lnTo>
                    <a:pt x="823580" y="90169"/>
                  </a:lnTo>
                  <a:lnTo>
                    <a:pt x="853965" y="120649"/>
                  </a:lnTo>
                  <a:lnTo>
                    <a:pt x="878846" y="156209"/>
                  </a:lnTo>
                  <a:lnTo>
                    <a:pt x="897506" y="195579"/>
                  </a:lnTo>
                  <a:lnTo>
                    <a:pt x="909228" y="237489"/>
                  </a:lnTo>
                  <a:lnTo>
                    <a:pt x="913295" y="283209"/>
                  </a:lnTo>
                  <a:lnTo>
                    <a:pt x="909344" y="326389"/>
                  </a:lnTo>
                  <a:lnTo>
                    <a:pt x="897506" y="370839"/>
                  </a:lnTo>
                  <a:lnTo>
                    <a:pt x="878846" y="410209"/>
                  </a:lnTo>
                  <a:lnTo>
                    <a:pt x="853965" y="444499"/>
                  </a:lnTo>
                  <a:lnTo>
                    <a:pt x="823580" y="474979"/>
                  </a:lnTo>
                  <a:lnTo>
                    <a:pt x="788409" y="500379"/>
                  </a:lnTo>
                  <a:lnTo>
                    <a:pt x="749170" y="519429"/>
                  </a:lnTo>
                  <a:lnTo>
                    <a:pt x="706578" y="530859"/>
                  </a:lnTo>
                  <a:lnTo>
                    <a:pt x="661352" y="534669"/>
                  </a:lnTo>
                  <a:lnTo>
                    <a:pt x="788783" y="534669"/>
                  </a:lnTo>
                  <a:lnTo>
                    <a:pt x="842137" y="500379"/>
                  </a:lnTo>
                  <a:lnTo>
                    <a:pt x="876876" y="466089"/>
                  </a:lnTo>
                  <a:lnTo>
                    <a:pt x="905342" y="426719"/>
                  </a:lnTo>
                  <a:lnTo>
                    <a:pt x="926704" y="382269"/>
                  </a:lnTo>
                  <a:lnTo>
                    <a:pt x="940130" y="334009"/>
                  </a:lnTo>
                  <a:lnTo>
                    <a:pt x="944791" y="283209"/>
                  </a:lnTo>
                  <a:lnTo>
                    <a:pt x="941074" y="237489"/>
                  </a:lnTo>
                  <a:lnTo>
                    <a:pt x="930316" y="193039"/>
                  </a:lnTo>
                  <a:lnTo>
                    <a:pt x="913106" y="152399"/>
                  </a:lnTo>
                  <a:lnTo>
                    <a:pt x="890031" y="115569"/>
                  </a:lnTo>
                  <a:lnTo>
                    <a:pt x="861679" y="82549"/>
                  </a:lnTo>
                  <a:lnTo>
                    <a:pt x="828638" y="54609"/>
                  </a:lnTo>
                  <a:lnTo>
                    <a:pt x="791497" y="31749"/>
                  </a:lnTo>
                  <a:lnTo>
                    <a:pt x="788593" y="30479"/>
                  </a:lnTo>
                  <a:close/>
                </a:path>
                <a:path extrusionOk="0" h="943610" w="944879">
                  <a:moveTo>
                    <a:pt x="55006" y="361949"/>
                  </a:moveTo>
                  <a:lnTo>
                    <a:pt x="47244" y="361949"/>
                  </a:lnTo>
                  <a:lnTo>
                    <a:pt x="28873" y="365759"/>
                  </a:lnTo>
                  <a:lnTo>
                    <a:pt x="13854" y="375919"/>
                  </a:lnTo>
                  <a:lnTo>
                    <a:pt x="3718" y="389889"/>
                  </a:lnTo>
                  <a:lnTo>
                    <a:pt x="0" y="408939"/>
                  </a:lnTo>
                  <a:lnTo>
                    <a:pt x="3718" y="426719"/>
                  </a:lnTo>
                  <a:lnTo>
                    <a:pt x="13854" y="441959"/>
                  </a:lnTo>
                  <a:lnTo>
                    <a:pt x="28873" y="452119"/>
                  </a:lnTo>
                  <a:lnTo>
                    <a:pt x="47244" y="455929"/>
                  </a:lnTo>
                  <a:lnTo>
                    <a:pt x="65607" y="452119"/>
                  </a:lnTo>
                  <a:lnTo>
                    <a:pt x="80622" y="441959"/>
                  </a:lnTo>
                  <a:lnTo>
                    <a:pt x="90756" y="426719"/>
                  </a:lnTo>
                  <a:lnTo>
                    <a:pt x="91287" y="424179"/>
                  </a:lnTo>
                  <a:lnTo>
                    <a:pt x="38544" y="424179"/>
                  </a:lnTo>
                  <a:lnTo>
                    <a:pt x="31496" y="417829"/>
                  </a:lnTo>
                  <a:lnTo>
                    <a:pt x="31496" y="400049"/>
                  </a:lnTo>
                  <a:lnTo>
                    <a:pt x="38544" y="393699"/>
                  </a:lnTo>
                  <a:lnTo>
                    <a:pt x="98556" y="393699"/>
                  </a:lnTo>
                  <a:lnTo>
                    <a:pt x="132490" y="370839"/>
                  </a:lnTo>
                  <a:lnTo>
                    <a:pt x="75425" y="370839"/>
                  </a:lnTo>
                  <a:lnTo>
                    <a:pt x="69184" y="367029"/>
                  </a:lnTo>
                  <a:lnTo>
                    <a:pt x="62349" y="364489"/>
                  </a:lnTo>
                  <a:lnTo>
                    <a:pt x="55006" y="361949"/>
                  </a:lnTo>
                  <a:close/>
                </a:path>
                <a:path extrusionOk="0" h="943610" w="944879">
                  <a:moveTo>
                    <a:pt x="273401" y="351789"/>
                  </a:moveTo>
                  <a:lnTo>
                    <a:pt x="217144" y="351789"/>
                  </a:lnTo>
                  <a:lnTo>
                    <a:pt x="285013" y="397509"/>
                  </a:lnTo>
                  <a:lnTo>
                    <a:pt x="284086" y="401319"/>
                  </a:lnTo>
                  <a:lnTo>
                    <a:pt x="283438" y="405129"/>
                  </a:lnTo>
                  <a:lnTo>
                    <a:pt x="283438" y="408939"/>
                  </a:lnTo>
                  <a:lnTo>
                    <a:pt x="287157" y="426719"/>
                  </a:lnTo>
                  <a:lnTo>
                    <a:pt x="297291" y="441959"/>
                  </a:lnTo>
                  <a:lnTo>
                    <a:pt x="312306" y="452119"/>
                  </a:lnTo>
                  <a:lnTo>
                    <a:pt x="330669" y="455929"/>
                  </a:lnTo>
                  <a:lnTo>
                    <a:pt x="349040" y="452119"/>
                  </a:lnTo>
                  <a:lnTo>
                    <a:pt x="364059" y="441959"/>
                  </a:lnTo>
                  <a:lnTo>
                    <a:pt x="374194" y="426719"/>
                  </a:lnTo>
                  <a:lnTo>
                    <a:pt x="374726" y="424179"/>
                  </a:lnTo>
                  <a:lnTo>
                    <a:pt x="321983" y="424179"/>
                  </a:lnTo>
                  <a:lnTo>
                    <a:pt x="314934" y="417829"/>
                  </a:lnTo>
                  <a:lnTo>
                    <a:pt x="314934" y="400049"/>
                  </a:lnTo>
                  <a:lnTo>
                    <a:pt x="321983" y="393699"/>
                  </a:lnTo>
                  <a:lnTo>
                    <a:pt x="381912" y="393699"/>
                  </a:lnTo>
                  <a:lnTo>
                    <a:pt x="396773" y="383539"/>
                  </a:lnTo>
                  <a:lnTo>
                    <a:pt x="431680" y="383539"/>
                  </a:lnTo>
                  <a:lnTo>
                    <a:pt x="425987" y="370839"/>
                  </a:lnTo>
                  <a:lnTo>
                    <a:pt x="302488" y="370839"/>
                  </a:lnTo>
                  <a:lnTo>
                    <a:pt x="273401" y="351789"/>
                  </a:lnTo>
                  <a:close/>
                </a:path>
                <a:path extrusionOk="0" h="943610" w="944879">
                  <a:moveTo>
                    <a:pt x="556840" y="351789"/>
                  </a:moveTo>
                  <a:lnTo>
                    <a:pt x="500583" y="351789"/>
                  </a:lnTo>
                  <a:lnTo>
                    <a:pt x="568452" y="397509"/>
                  </a:lnTo>
                  <a:lnTo>
                    <a:pt x="567524" y="401319"/>
                  </a:lnTo>
                  <a:lnTo>
                    <a:pt x="566877" y="405129"/>
                  </a:lnTo>
                  <a:lnTo>
                    <a:pt x="566877" y="408939"/>
                  </a:lnTo>
                  <a:lnTo>
                    <a:pt x="570595" y="426719"/>
                  </a:lnTo>
                  <a:lnTo>
                    <a:pt x="580729" y="441959"/>
                  </a:lnTo>
                  <a:lnTo>
                    <a:pt x="595745" y="452119"/>
                  </a:lnTo>
                  <a:lnTo>
                    <a:pt x="614108" y="455929"/>
                  </a:lnTo>
                  <a:lnTo>
                    <a:pt x="632479" y="452119"/>
                  </a:lnTo>
                  <a:lnTo>
                    <a:pt x="647498" y="441959"/>
                  </a:lnTo>
                  <a:lnTo>
                    <a:pt x="657633" y="426719"/>
                  </a:lnTo>
                  <a:lnTo>
                    <a:pt x="658164" y="424179"/>
                  </a:lnTo>
                  <a:lnTo>
                    <a:pt x="605421" y="424179"/>
                  </a:lnTo>
                  <a:lnTo>
                    <a:pt x="598360" y="417829"/>
                  </a:lnTo>
                  <a:lnTo>
                    <a:pt x="598360" y="400049"/>
                  </a:lnTo>
                  <a:lnTo>
                    <a:pt x="605421" y="393699"/>
                  </a:lnTo>
                  <a:lnTo>
                    <a:pt x="658982" y="393699"/>
                  </a:lnTo>
                  <a:lnTo>
                    <a:pt x="656615" y="388619"/>
                  </a:lnTo>
                  <a:lnTo>
                    <a:pt x="674381" y="370839"/>
                  </a:lnTo>
                  <a:lnTo>
                    <a:pt x="585927" y="370839"/>
                  </a:lnTo>
                  <a:lnTo>
                    <a:pt x="556840" y="351789"/>
                  </a:lnTo>
                  <a:close/>
                </a:path>
                <a:path extrusionOk="0" h="943610" w="944879">
                  <a:moveTo>
                    <a:pt x="98556" y="393699"/>
                  </a:moveTo>
                  <a:lnTo>
                    <a:pt x="55930" y="393699"/>
                  </a:lnTo>
                  <a:lnTo>
                    <a:pt x="62979" y="400049"/>
                  </a:lnTo>
                  <a:lnTo>
                    <a:pt x="62979" y="417829"/>
                  </a:lnTo>
                  <a:lnTo>
                    <a:pt x="55930" y="424179"/>
                  </a:lnTo>
                  <a:lnTo>
                    <a:pt x="91287" y="424179"/>
                  </a:lnTo>
                  <a:lnTo>
                    <a:pt x="94475" y="408939"/>
                  </a:lnTo>
                  <a:lnTo>
                    <a:pt x="94475" y="405129"/>
                  </a:lnTo>
                  <a:lnTo>
                    <a:pt x="93827" y="401319"/>
                  </a:lnTo>
                  <a:lnTo>
                    <a:pt x="92900" y="397509"/>
                  </a:lnTo>
                  <a:lnTo>
                    <a:pt x="98556" y="393699"/>
                  </a:lnTo>
                  <a:close/>
                </a:path>
                <a:path extrusionOk="0" h="943610" w="944879">
                  <a:moveTo>
                    <a:pt x="381912" y="393699"/>
                  </a:moveTo>
                  <a:lnTo>
                    <a:pt x="339369" y="393699"/>
                  </a:lnTo>
                  <a:lnTo>
                    <a:pt x="346417" y="400049"/>
                  </a:lnTo>
                  <a:lnTo>
                    <a:pt x="346417" y="417829"/>
                  </a:lnTo>
                  <a:lnTo>
                    <a:pt x="339369" y="424179"/>
                  </a:lnTo>
                  <a:lnTo>
                    <a:pt x="374726" y="424179"/>
                  </a:lnTo>
                  <a:lnTo>
                    <a:pt x="377913" y="408939"/>
                  </a:lnTo>
                  <a:lnTo>
                    <a:pt x="377913" y="405129"/>
                  </a:lnTo>
                  <a:lnTo>
                    <a:pt x="377266" y="401319"/>
                  </a:lnTo>
                  <a:lnTo>
                    <a:pt x="376339" y="397509"/>
                  </a:lnTo>
                  <a:lnTo>
                    <a:pt x="381912" y="393699"/>
                  </a:lnTo>
                  <a:close/>
                </a:path>
                <a:path extrusionOk="0" h="943610" w="944879">
                  <a:moveTo>
                    <a:pt x="658982" y="393699"/>
                  </a:moveTo>
                  <a:lnTo>
                    <a:pt x="622808" y="393699"/>
                  </a:lnTo>
                  <a:lnTo>
                    <a:pt x="629856" y="400049"/>
                  </a:lnTo>
                  <a:lnTo>
                    <a:pt x="629856" y="417829"/>
                  </a:lnTo>
                  <a:lnTo>
                    <a:pt x="622808" y="424179"/>
                  </a:lnTo>
                  <a:lnTo>
                    <a:pt x="658164" y="424179"/>
                  </a:lnTo>
                  <a:lnTo>
                    <a:pt x="661352" y="408939"/>
                  </a:lnTo>
                  <a:lnTo>
                    <a:pt x="661352" y="401319"/>
                  </a:lnTo>
                  <a:lnTo>
                    <a:pt x="659574" y="394969"/>
                  </a:lnTo>
                  <a:lnTo>
                    <a:pt x="658982" y="393699"/>
                  </a:lnTo>
                  <a:close/>
                </a:path>
                <a:path extrusionOk="0" h="943610" w="944879">
                  <a:moveTo>
                    <a:pt x="188963" y="266699"/>
                  </a:moveTo>
                  <a:lnTo>
                    <a:pt x="170592" y="270509"/>
                  </a:lnTo>
                  <a:lnTo>
                    <a:pt x="155573" y="280669"/>
                  </a:lnTo>
                  <a:lnTo>
                    <a:pt x="145438" y="295909"/>
                  </a:lnTo>
                  <a:lnTo>
                    <a:pt x="141719" y="314959"/>
                  </a:lnTo>
                  <a:lnTo>
                    <a:pt x="141719" y="318769"/>
                  </a:lnTo>
                  <a:lnTo>
                    <a:pt x="142367" y="322579"/>
                  </a:lnTo>
                  <a:lnTo>
                    <a:pt x="143294" y="326389"/>
                  </a:lnTo>
                  <a:lnTo>
                    <a:pt x="75425" y="370839"/>
                  </a:lnTo>
                  <a:lnTo>
                    <a:pt x="132490" y="370839"/>
                  </a:lnTo>
                  <a:lnTo>
                    <a:pt x="160769" y="351789"/>
                  </a:lnTo>
                  <a:lnTo>
                    <a:pt x="273401" y="351789"/>
                  </a:lnTo>
                  <a:lnTo>
                    <a:pt x="240437" y="330199"/>
                  </a:lnTo>
                  <a:lnTo>
                    <a:pt x="180263" y="330199"/>
                  </a:lnTo>
                  <a:lnTo>
                    <a:pt x="173215" y="322579"/>
                  </a:lnTo>
                  <a:lnTo>
                    <a:pt x="173215" y="306069"/>
                  </a:lnTo>
                  <a:lnTo>
                    <a:pt x="180263" y="298449"/>
                  </a:lnTo>
                  <a:lnTo>
                    <a:pt x="232971" y="298449"/>
                  </a:lnTo>
                  <a:lnTo>
                    <a:pt x="232475" y="295909"/>
                  </a:lnTo>
                  <a:lnTo>
                    <a:pt x="222342" y="280669"/>
                  </a:lnTo>
                  <a:lnTo>
                    <a:pt x="207326" y="270509"/>
                  </a:lnTo>
                  <a:lnTo>
                    <a:pt x="188963" y="266699"/>
                  </a:lnTo>
                  <a:close/>
                </a:path>
                <a:path extrusionOk="0" h="943610" w="944879">
                  <a:moveTo>
                    <a:pt x="338439" y="361949"/>
                  </a:moveTo>
                  <a:lnTo>
                    <a:pt x="322907" y="361949"/>
                  </a:lnTo>
                  <a:lnTo>
                    <a:pt x="315564" y="364489"/>
                  </a:lnTo>
                  <a:lnTo>
                    <a:pt x="308729" y="367029"/>
                  </a:lnTo>
                  <a:lnTo>
                    <a:pt x="302488" y="370839"/>
                  </a:lnTo>
                  <a:lnTo>
                    <a:pt x="358863" y="370839"/>
                  </a:lnTo>
                  <a:lnTo>
                    <a:pt x="352622" y="367029"/>
                  </a:lnTo>
                  <a:lnTo>
                    <a:pt x="345786" y="364489"/>
                  </a:lnTo>
                  <a:lnTo>
                    <a:pt x="338439" y="361949"/>
                  </a:lnTo>
                  <a:close/>
                </a:path>
                <a:path extrusionOk="0" h="943610" w="944879">
                  <a:moveTo>
                    <a:pt x="661352" y="0"/>
                  </a:moveTo>
                  <a:lnTo>
                    <a:pt x="615438" y="2539"/>
                  </a:lnTo>
                  <a:lnTo>
                    <a:pt x="571860" y="13969"/>
                  </a:lnTo>
                  <a:lnTo>
                    <a:pt x="531207" y="31749"/>
                  </a:lnTo>
                  <a:lnTo>
                    <a:pt x="494066" y="54609"/>
                  </a:lnTo>
                  <a:lnTo>
                    <a:pt x="461025" y="82549"/>
                  </a:lnTo>
                  <a:lnTo>
                    <a:pt x="432673" y="115569"/>
                  </a:lnTo>
                  <a:lnTo>
                    <a:pt x="409598" y="152399"/>
                  </a:lnTo>
                  <a:lnTo>
                    <a:pt x="392388" y="193039"/>
                  </a:lnTo>
                  <a:lnTo>
                    <a:pt x="381630" y="237489"/>
                  </a:lnTo>
                  <a:lnTo>
                    <a:pt x="377913" y="283209"/>
                  </a:lnTo>
                  <a:lnTo>
                    <a:pt x="378349" y="295909"/>
                  </a:lnTo>
                  <a:lnTo>
                    <a:pt x="378436" y="298449"/>
                  </a:lnTo>
                  <a:lnTo>
                    <a:pt x="378524" y="300989"/>
                  </a:lnTo>
                  <a:lnTo>
                    <a:pt x="380290" y="318769"/>
                  </a:lnTo>
                  <a:lnTo>
                    <a:pt x="383116" y="335279"/>
                  </a:lnTo>
                  <a:lnTo>
                    <a:pt x="386905" y="353059"/>
                  </a:lnTo>
                  <a:lnTo>
                    <a:pt x="358863" y="370839"/>
                  </a:lnTo>
                  <a:lnTo>
                    <a:pt x="425987" y="370839"/>
                  </a:lnTo>
                  <a:lnTo>
                    <a:pt x="423710" y="365759"/>
                  </a:lnTo>
                  <a:lnTo>
                    <a:pt x="444207" y="351789"/>
                  </a:lnTo>
                  <a:lnTo>
                    <a:pt x="556840" y="351789"/>
                  </a:lnTo>
                  <a:lnTo>
                    <a:pt x="529693" y="334009"/>
                  </a:lnTo>
                  <a:lnTo>
                    <a:pt x="414616" y="334009"/>
                  </a:lnTo>
                  <a:lnTo>
                    <a:pt x="412367" y="321309"/>
                  </a:lnTo>
                  <a:lnTo>
                    <a:pt x="410737" y="308609"/>
                  </a:lnTo>
                  <a:lnTo>
                    <a:pt x="409744" y="295909"/>
                  </a:lnTo>
                  <a:lnTo>
                    <a:pt x="409409" y="283209"/>
                  </a:lnTo>
                  <a:lnTo>
                    <a:pt x="413476" y="237489"/>
                  </a:lnTo>
                  <a:lnTo>
                    <a:pt x="425198" y="195579"/>
                  </a:lnTo>
                  <a:lnTo>
                    <a:pt x="443858" y="156209"/>
                  </a:lnTo>
                  <a:lnTo>
                    <a:pt x="468739" y="120649"/>
                  </a:lnTo>
                  <a:lnTo>
                    <a:pt x="499124" y="90169"/>
                  </a:lnTo>
                  <a:lnTo>
                    <a:pt x="534295" y="64769"/>
                  </a:lnTo>
                  <a:lnTo>
                    <a:pt x="573534" y="46989"/>
                  </a:lnTo>
                  <a:lnTo>
                    <a:pt x="616126" y="35559"/>
                  </a:lnTo>
                  <a:lnTo>
                    <a:pt x="661352" y="30479"/>
                  </a:lnTo>
                  <a:lnTo>
                    <a:pt x="788593" y="30479"/>
                  </a:lnTo>
                  <a:lnTo>
                    <a:pt x="750844" y="13969"/>
                  </a:lnTo>
                  <a:lnTo>
                    <a:pt x="707266" y="2539"/>
                  </a:lnTo>
                  <a:lnTo>
                    <a:pt x="661352" y="0"/>
                  </a:lnTo>
                  <a:close/>
                </a:path>
                <a:path extrusionOk="0" h="943610" w="944879">
                  <a:moveTo>
                    <a:pt x="621385" y="361949"/>
                  </a:moveTo>
                  <a:lnTo>
                    <a:pt x="606345" y="361949"/>
                  </a:lnTo>
                  <a:lnTo>
                    <a:pt x="599003" y="364489"/>
                  </a:lnTo>
                  <a:lnTo>
                    <a:pt x="592168" y="367029"/>
                  </a:lnTo>
                  <a:lnTo>
                    <a:pt x="585927" y="370839"/>
                  </a:lnTo>
                  <a:lnTo>
                    <a:pt x="674381" y="370839"/>
                  </a:lnTo>
                  <a:lnTo>
                    <a:pt x="679457" y="365759"/>
                  </a:lnTo>
                  <a:lnTo>
                    <a:pt x="634352" y="365759"/>
                  </a:lnTo>
                  <a:lnTo>
                    <a:pt x="628192" y="363219"/>
                  </a:lnTo>
                  <a:lnTo>
                    <a:pt x="621385" y="361949"/>
                  </a:lnTo>
                  <a:close/>
                </a:path>
                <a:path extrusionOk="0" h="943610" w="944879">
                  <a:moveTo>
                    <a:pt x="811784" y="204469"/>
                  </a:moveTo>
                  <a:lnTo>
                    <a:pt x="692848" y="204469"/>
                  </a:lnTo>
                  <a:lnTo>
                    <a:pt x="692848" y="236219"/>
                  </a:lnTo>
                  <a:lnTo>
                    <a:pt x="765060" y="236219"/>
                  </a:lnTo>
                  <a:lnTo>
                    <a:pt x="634352" y="365759"/>
                  </a:lnTo>
                  <a:lnTo>
                    <a:pt x="679457" y="365759"/>
                  </a:lnTo>
                  <a:lnTo>
                    <a:pt x="787323" y="257809"/>
                  </a:lnTo>
                  <a:lnTo>
                    <a:pt x="818819" y="257809"/>
                  </a:lnTo>
                  <a:lnTo>
                    <a:pt x="818819" y="210819"/>
                  </a:lnTo>
                  <a:lnTo>
                    <a:pt x="811784" y="204469"/>
                  </a:lnTo>
                  <a:close/>
                </a:path>
                <a:path extrusionOk="0" h="943610" w="944879">
                  <a:moveTo>
                    <a:pt x="217144" y="351789"/>
                  </a:moveTo>
                  <a:lnTo>
                    <a:pt x="160769" y="351789"/>
                  </a:lnTo>
                  <a:lnTo>
                    <a:pt x="167010" y="355599"/>
                  </a:lnTo>
                  <a:lnTo>
                    <a:pt x="173847" y="359409"/>
                  </a:lnTo>
                  <a:lnTo>
                    <a:pt x="188963" y="361949"/>
                  </a:lnTo>
                  <a:lnTo>
                    <a:pt x="204068" y="359409"/>
                  </a:lnTo>
                  <a:lnTo>
                    <a:pt x="210903" y="355599"/>
                  </a:lnTo>
                  <a:lnTo>
                    <a:pt x="217144" y="351789"/>
                  </a:lnTo>
                  <a:close/>
                </a:path>
                <a:path extrusionOk="0" h="943610" w="944879">
                  <a:moveTo>
                    <a:pt x="500583" y="351789"/>
                  </a:moveTo>
                  <a:lnTo>
                    <a:pt x="444207" y="351789"/>
                  </a:lnTo>
                  <a:lnTo>
                    <a:pt x="450448" y="355599"/>
                  </a:lnTo>
                  <a:lnTo>
                    <a:pt x="457284" y="359409"/>
                  </a:lnTo>
                  <a:lnTo>
                    <a:pt x="472389" y="361949"/>
                  </a:lnTo>
                  <a:lnTo>
                    <a:pt x="487505" y="359409"/>
                  </a:lnTo>
                  <a:lnTo>
                    <a:pt x="494341" y="355599"/>
                  </a:lnTo>
                  <a:lnTo>
                    <a:pt x="500583" y="351789"/>
                  </a:lnTo>
                  <a:close/>
                </a:path>
                <a:path extrusionOk="0" h="943610" w="944879">
                  <a:moveTo>
                    <a:pt x="472389" y="266699"/>
                  </a:moveTo>
                  <a:lnTo>
                    <a:pt x="454025" y="270509"/>
                  </a:lnTo>
                  <a:lnTo>
                    <a:pt x="439010" y="280669"/>
                  </a:lnTo>
                  <a:lnTo>
                    <a:pt x="428876" y="295909"/>
                  </a:lnTo>
                  <a:lnTo>
                    <a:pt x="425157" y="314959"/>
                  </a:lnTo>
                  <a:lnTo>
                    <a:pt x="425157" y="318769"/>
                  </a:lnTo>
                  <a:lnTo>
                    <a:pt x="425805" y="322579"/>
                  </a:lnTo>
                  <a:lnTo>
                    <a:pt x="426732" y="326389"/>
                  </a:lnTo>
                  <a:lnTo>
                    <a:pt x="414616" y="334009"/>
                  </a:lnTo>
                  <a:lnTo>
                    <a:pt x="529693" y="334009"/>
                  </a:lnTo>
                  <a:lnTo>
                    <a:pt x="523875" y="330199"/>
                  </a:lnTo>
                  <a:lnTo>
                    <a:pt x="463702" y="330199"/>
                  </a:lnTo>
                  <a:lnTo>
                    <a:pt x="456653" y="322579"/>
                  </a:lnTo>
                  <a:lnTo>
                    <a:pt x="456653" y="306069"/>
                  </a:lnTo>
                  <a:lnTo>
                    <a:pt x="463702" y="298449"/>
                  </a:lnTo>
                  <a:lnTo>
                    <a:pt x="516410" y="298449"/>
                  </a:lnTo>
                  <a:lnTo>
                    <a:pt x="515914" y="295909"/>
                  </a:lnTo>
                  <a:lnTo>
                    <a:pt x="505779" y="280669"/>
                  </a:lnTo>
                  <a:lnTo>
                    <a:pt x="490759" y="270509"/>
                  </a:lnTo>
                  <a:lnTo>
                    <a:pt x="472389" y="266699"/>
                  </a:lnTo>
                  <a:close/>
                </a:path>
                <a:path extrusionOk="0" h="943610" w="944879">
                  <a:moveTo>
                    <a:pt x="232971" y="298449"/>
                  </a:moveTo>
                  <a:lnTo>
                    <a:pt x="197650" y="298449"/>
                  </a:lnTo>
                  <a:lnTo>
                    <a:pt x="204698" y="306069"/>
                  </a:lnTo>
                  <a:lnTo>
                    <a:pt x="204698" y="322579"/>
                  </a:lnTo>
                  <a:lnTo>
                    <a:pt x="197650" y="330199"/>
                  </a:lnTo>
                  <a:lnTo>
                    <a:pt x="240437" y="330199"/>
                  </a:lnTo>
                  <a:lnTo>
                    <a:pt x="234619" y="326389"/>
                  </a:lnTo>
                  <a:lnTo>
                    <a:pt x="235546" y="322579"/>
                  </a:lnTo>
                  <a:lnTo>
                    <a:pt x="236194" y="318769"/>
                  </a:lnTo>
                  <a:lnTo>
                    <a:pt x="236194" y="314959"/>
                  </a:lnTo>
                  <a:lnTo>
                    <a:pt x="232971" y="298449"/>
                  </a:lnTo>
                  <a:close/>
                </a:path>
                <a:path extrusionOk="0" h="943610" w="944879">
                  <a:moveTo>
                    <a:pt x="516410" y="298449"/>
                  </a:moveTo>
                  <a:lnTo>
                    <a:pt x="481088" y="298449"/>
                  </a:lnTo>
                  <a:lnTo>
                    <a:pt x="488137" y="306069"/>
                  </a:lnTo>
                  <a:lnTo>
                    <a:pt x="488137" y="322579"/>
                  </a:lnTo>
                  <a:lnTo>
                    <a:pt x="481088" y="330199"/>
                  </a:lnTo>
                  <a:lnTo>
                    <a:pt x="523875" y="330199"/>
                  </a:lnTo>
                  <a:lnTo>
                    <a:pt x="518058" y="326389"/>
                  </a:lnTo>
                  <a:lnTo>
                    <a:pt x="518985" y="322579"/>
                  </a:lnTo>
                  <a:lnTo>
                    <a:pt x="519633" y="318769"/>
                  </a:lnTo>
                  <a:lnTo>
                    <a:pt x="519633" y="314959"/>
                  </a:lnTo>
                  <a:lnTo>
                    <a:pt x="516410" y="298449"/>
                  </a:lnTo>
                  <a:close/>
                </a:path>
                <a:path extrusionOk="0" h="943610" w="944879">
                  <a:moveTo>
                    <a:pt x="818819" y="257809"/>
                  </a:moveTo>
                  <a:lnTo>
                    <a:pt x="787323" y="257809"/>
                  </a:lnTo>
                  <a:lnTo>
                    <a:pt x="787323" y="330199"/>
                  </a:lnTo>
                  <a:lnTo>
                    <a:pt x="818819" y="330199"/>
                  </a:lnTo>
                  <a:lnTo>
                    <a:pt x="818819" y="257809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" name="Google Shape;13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28189" y="4592102"/>
              <a:ext cx="94869" cy="993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4"/>
            <p:cNvSpPr/>
            <p:nvPr/>
          </p:nvSpPr>
          <p:spPr>
            <a:xfrm>
              <a:off x="6862407" y="4221454"/>
              <a:ext cx="882015" cy="944880"/>
            </a:xfrm>
            <a:custGeom>
              <a:rect b="b" l="l" r="r" t="t"/>
              <a:pathLst>
                <a:path extrusionOk="0" h="944879" w="882015">
                  <a:moveTo>
                    <a:pt x="31508" y="125971"/>
                  </a:moveTo>
                  <a:lnTo>
                    <a:pt x="12" y="125971"/>
                  </a:lnTo>
                  <a:lnTo>
                    <a:pt x="12" y="157467"/>
                  </a:lnTo>
                  <a:lnTo>
                    <a:pt x="31508" y="157467"/>
                  </a:lnTo>
                  <a:lnTo>
                    <a:pt x="31508" y="125971"/>
                  </a:lnTo>
                  <a:close/>
                </a:path>
                <a:path extrusionOk="0" h="944879" w="882015">
                  <a:moveTo>
                    <a:pt x="94475" y="0"/>
                  </a:moveTo>
                  <a:lnTo>
                    <a:pt x="12" y="0"/>
                  </a:lnTo>
                  <a:lnTo>
                    <a:pt x="12" y="31496"/>
                  </a:lnTo>
                  <a:lnTo>
                    <a:pt x="94475" y="31496"/>
                  </a:lnTo>
                  <a:lnTo>
                    <a:pt x="94475" y="0"/>
                  </a:lnTo>
                  <a:close/>
                </a:path>
                <a:path extrusionOk="0" h="944879" w="882015">
                  <a:moveTo>
                    <a:pt x="110223" y="188963"/>
                  </a:moveTo>
                  <a:lnTo>
                    <a:pt x="12" y="188963"/>
                  </a:lnTo>
                  <a:lnTo>
                    <a:pt x="12" y="220459"/>
                  </a:lnTo>
                  <a:lnTo>
                    <a:pt x="110223" y="220459"/>
                  </a:lnTo>
                  <a:lnTo>
                    <a:pt x="110223" y="188963"/>
                  </a:lnTo>
                  <a:close/>
                </a:path>
                <a:path extrusionOk="0" h="944879" w="882015">
                  <a:moveTo>
                    <a:pt x="157467" y="125971"/>
                  </a:moveTo>
                  <a:lnTo>
                    <a:pt x="62992" y="125971"/>
                  </a:lnTo>
                  <a:lnTo>
                    <a:pt x="62992" y="157467"/>
                  </a:lnTo>
                  <a:lnTo>
                    <a:pt x="157467" y="157467"/>
                  </a:lnTo>
                  <a:lnTo>
                    <a:pt x="157467" y="125971"/>
                  </a:lnTo>
                  <a:close/>
                </a:path>
                <a:path extrusionOk="0" h="944879" w="882015">
                  <a:moveTo>
                    <a:pt x="204711" y="62992"/>
                  </a:moveTo>
                  <a:lnTo>
                    <a:pt x="12" y="62992"/>
                  </a:lnTo>
                  <a:lnTo>
                    <a:pt x="12" y="94488"/>
                  </a:lnTo>
                  <a:lnTo>
                    <a:pt x="204711" y="94488"/>
                  </a:lnTo>
                  <a:lnTo>
                    <a:pt x="204711" y="62992"/>
                  </a:lnTo>
                  <a:close/>
                </a:path>
                <a:path extrusionOk="0" h="944879" w="882015">
                  <a:moveTo>
                    <a:pt x="346430" y="188963"/>
                  </a:moveTo>
                  <a:lnTo>
                    <a:pt x="141732" y="188963"/>
                  </a:lnTo>
                  <a:lnTo>
                    <a:pt x="141732" y="220459"/>
                  </a:lnTo>
                  <a:lnTo>
                    <a:pt x="346430" y="220459"/>
                  </a:lnTo>
                  <a:lnTo>
                    <a:pt x="346430" y="188963"/>
                  </a:lnTo>
                  <a:close/>
                </a:path>
                <a:path extrusionOk="0" h="944879" w="882015">
                  <a:moveTo>
                    <a:pt x="346430" y="62992"/>
                  </a:moveTo>
                  <a:lnTo>
                    <a:pt x="236207" y="62992"/>
                  </a:lnTo>
                  <a:lnTo>
                    <a:pt x="236207" y="94488"/>
                  </a:lnTo>
                  <a:lnTo>
                    <a:pt x="346430" y="94488"/>
                  </a:lnTo>
                  <a:lnTo>
                    <a:pt x="346430" y="62992"/>
                  </a:lnTo>
                  <a:close/>
                </a:path>
                <a:path extrusionOk="0" h="944879" w="882015">
                  <a:moveTo>
                    <a:pt x="346430" y="0"/>
                  </a:moveTo>
                  <a:lnTo>
                    <a:pt x="125984" y="0"/>
                  </a:lnTo>
                  <a:lnTo>
                    <a:pt x="125984" y="31496"/>
                  </a:lnTo>
                  <a:lnTo>
                    <a:pt x="346430" y="31496"/>
                  </a:lnTo>
                  <a:lnTo>
                    <a:pt x="346430" y="0"/>
                  </a:lnTo>
                  <a:close/>
                </a:path>
                <a:path extrusionOk="0" h="944879" w="882015">
                  <a:moveTo>
                    <a:pt x="346443" y="125971"/>
                  </a:moveTo>
                  <a:lnTo>
                    <a:pt x="188976" y="125971"/>
                  </a:lnTo>
                  <a:lnTo>
                    <a:pt x="188976" y="157467"/>
                  </a:lnTo>
                  <a:lnTo>
                    <a:pt x="346443" y="157467"/>
                  </a:lnTo>
                  <a:lnTo>
                    <a:pt x="346443" y="125971"/>
                  </a:lnTo>
                  <a:close/>
                </a:path>
                <a:path extrusionOk="0" h="944879" w="882015">
                  <a:moveTo>
                    <a:pt x="566877" y="913307"/>
                  </a:moveTo>
                  <a:lnTo>
                    <a:pt x="535381" y="913307"/>
                  </a:lnTo>
                  <a:lnTo>
                    <a:pt x="535381" y="771588"/>
                  </a:lnTo>
                  <a:lnTo>
                    <a:pt x="535381" y="747153"/>
                  </a:lnTo>
                  <a:lnTo>
                    <a:pt x="528345" y="740105"/>
                  </a:lnTo>
                  <a:lnTo>
                    <a:pt x="503885" y="740105"/>
                  </a:lnTo>
                  <a:lnTo>
                    <a:pt x="503885" y="771588"/>
                  </a:lnTo>
                  <a:lnTo>
                    <a:pt x="503885" y="913307"/>
                  </a:lnTo>
                  <a:lnTo>
                    <a:pt x="440905" y="913307"/>
                  </a:lnTo>
                  <a:lnTo>
                    <a:pt x="440905" y="771588"/>
                  </a:lnTo>
                  <a:lnTo>
                    <a:pt x="503885" y="771588"/>
                  </a:lnTo>
                  <a:lnTo>
                    <a:pt x="503885" y="740105"/>
                  </a:lnTo>
                  <a:lnTo>
                    <a:pt x="440905" y="740105"/>
                  </a:lnTo>
                  <a:lnTo>
                    <a:pt x="440905" y="692861"/>
                  </a:lnTo>
                  <a:lnTo>
                    <a:pt x="440905" y="668426"/>
                  </a:lnTo>
                  <a:lnTo>
                    <a:pt x="433870" y="661365"/>
                  </a:lnTo>
                  <a:lnTo>
                    <a:pt x="409409" y="661365"/>
                  </a:lnTo>
                  <a:lnTo>
                    <a:pt x="409409" y="692861"/>
                  </a:lnTo>
                  <a:lnTo>
                    <a:pt x="409409" y="913307"/>
                  </a:lnTo>
                  <a:lnTo>
                    <a:pt x="346417" y="913307"/>
                  </a:lnTo>
                  <a:lnTo>
                    <a:pt x="346417" y="692861"/>
                  </a:lnTo>
                  <a:lnTo>
                    <a:pt x="409409" y="692861"/>
                  </a:lnTo>
                  <a:lnTo>
                    <a:pt x="409409" y="661365"/>
                  </a:lnTo>
                  <a:lnTo>
                    <a:pt x="346417" y="661365"/>
                  </a:lnTo>
                  <a:lnTo>
                    <a:pt x="346417" y="614121"/>
                  </a:lnTo>
                  <a:lnTo>
                    <a:pt x="346417" y="589686"/>
                  </a:lnTo>
                  <a:lnTo>
                    <a:pt x="339382" y="582637"/>
                  </a:lnTo>
                  <a:lnTo>
                    <a:pt x="314934" y="582637"/>
                  </a:lnTo>
                  <a:lnTo>
                    <a:pt x="314934" y="614121"/>
                  </a:lnTo>
                  <a:lnTo>
                    <a:pt x="314934" y="913307"/>
                  </a:lnTo>
                  <a:lnTo>
                    <a:pt x="251942" y="913307"/>
                  </a:lnTo>
                  <a:lnTo>
                    <a:pt x="251942" y="614121"/>
                  </a:lnTo>
                  <a:lnTo>
                    <a:pt x="314934" y="614121"/>
                  </a:lnTo>
                  <a:lnTo>
                    <a:pt x="314934" y="582637"/>
                  </a:lnTo>
                  <a:lnTo>
                    <a:pt x="251942" y="582637"/>
                  </a:lnTo>
                  <a:lnTo>
                    <a:pt x="251942" y="535393"/>
                  </a:lnTo>
                  <a:lnTo>
                    <a:pt x="251942" y="510959"/>
                  </a:lnTo>
                  <a:lnTo>
                    <a:pt x="244906" y="503897"/>
                  </a:lnTo>
                  <a:lnTo>
                    <a:pt x="220446" y="503897"/>
                  </a:lnTo>
                  <a:lnTo>
                    <a:pt x="220446" y="535393"/>
                  </a:lnTo>
                  <a:lnTo>
                    <a:pt x="220446" y="913307"/>
                  </a:lnTo>
                  <a:lnTo>
                    <a:pt x="157467" y="913307"/>
                  </a:lnTo>
                  <a:lnTo>
                    <a:pt x="157467" y="692861"/>
                  </a:lnTo>
                  <a:lnTo>
                    <a:pt x="157467" y="535393"/>
                  </a:lnTo>
                  <a:lnTo>
                    <a:pt x="220446" y="535393"/>
                  </a:lnTo>
                  <a:lnTo>
                    <a:pt x="220446" y="503897"/>
                  </a:lnTo>
                  <a:lnTo>
                    <a:pt x="133007" y="503897"/>
                  </a:lnTo>
                  <a:lnTo>
                    <a:pt x="125971" y="510959"/>
                  </a:lnTo>
                  <a:lnTo>
                    <a:pt x="125971" y="661365"/>
                  </a:lnTo>
                  <a:lnTo>
                    <a:pt x="125971" y="692861"/>
                  </a:lnTo>
                  <a:lnTo>
                    <a:pt x="125971" y="913307"/>
                  </a:lnTo>
                  <a:lnTo>
                    <a:pt x="62992" y="913307"/>
                  </a:lnTo>
                  <a:lnTo>
                    <a:pt x="62992" y="692861"/>
                  </a:lnTo>
                  <a:lnTo>
                    <a:pt x="125971" y="692861"/>
                  </a:lnTo>
                  <a:lnTo>
                    <a:pt x="125971" y="661365"/>
                  </a:lnTo>
                  <a:lnTo>
                    <a:pt x="38531" y="661365"/>
                  </a:lnTo>
                  <a:lnTo>
                    <a:pt x="31496" y="668426"/>
                  </a:lnTo>
                  <a:lnTo>
                    <a:pt x="31496" y="913307"/>
                  </a:lnTo>
                  <a:lnTo>
                    <a:pt x="0" y="913307"/>
                  </a:lnTo>
                  <a:lnTo>
                    <a:pt x="0" y="944803"/>
                  </a:lnTo>
                  <a:lnTo>
                    <a:pt x="566877" y="944803"/>
                  </a:lnTo>
                  <a:lnTo>
                    <a:pt x="566877" y="913307"/>
                  </a:lnTo>
                  <a:close/>
                </a:path>
                <a:path extrusionOk="0" h="944879" w="882015">
                  <a:moveTo>
                    <a:pt x="881811" y="283451"/>
                  </a:moveTo>
                  <a:lnTo>
                    <a:pt x="877316" y="239077"/>
                  </a:lnTo>
                  <a:lnTo>
                    <a:pt x="864450" y="197713"/>
                  </a:lnTo>
                  <a:lnTo>
                    <a:pt x="844105" y="160274"/>
                  </a:lnTo>
                  <a:lnTo>
                    <a:pt x="817168" y="127635"/>
                  </a:lnTo>
                  <a:lnTo>
                    <a:pt x="784529" y="100698"/>
                  </a:lnTo>
                  <a:lnTo>
                    <a:pt x="747090" y="80352"/>
                  </a:lnTo>
                  <a:lnTo>
                    <a:pt x="705739" y="67487"/>
                  </a:lnTo>
                  <a:lnTo>
                    <a:pt x="661365" y="63004"/>
                  </a:lnTo>
                  <a:lnTo>
                    <a:pt x="611428" y="68630"/>
                  </a:lnTo>
                  <a:lnTo>
                    <a:pt x="565315" y="84772"/>
                  </a:lnTo>
                  <a:lnTo>
                    <a:pt x="524395" y="110350"/>
                  </a:lnTo>
                  <a:lnTo>
                    <a:pt x="490080" y="144246"/>
                  </a:lnTo>
                  <a:lnTo>
                    <a:pt x="463740" y="185356"/>
                  </a:lnTo>
                  <a:lnTo>
                    <a:pt x="446798" y="232600"/>
                  </a:lnTo>
                  <a:lnTo>
                    <a:pt x="477456" y="239839"/>
                  </a:lnTo>
                  <a:lnTo>
                    <a:pt x="495884" y="191858"/>
                  </a:lnTo>
                  <a:lnTo>
                    <a:pt x="525551" y="151701"/>
                  </a:lnTo>
                  <a:lnTo>
                    <a:pt x="564388" y="121005"/>
                  </a:lnTo>
                  <a:lnTo>
                    <a:pt x="610349" y="101396"/>
                  </a:lnTo>
                  <a:lnTo>
                    <a:pt x="661365" y="94500"/>
                  </a:lnTo>
                  <a:lnTo>
                    <a:pt x="711530" y="101257"/>
                  </a:lnTo>
                  <a:lnTo>
                    <a:pt x="756653" y="120332"/>
                  </a:lnTo>
                  <a:lnTo>
                    <a:pt x="794918" y="149898"/>
                  </a:lnTo>
                  <a:lnTo>
                    <a:pt x="824484" y="188150"/>
                  </a:lnTo>
                  <a:lnTo>
                    <a:pt x="843559" y="233273"/>
                  </a:lnTo>
                  <a:lnTo>
                    <a:pt x="850328" y="283451"/>
                  </a:lnTo>
                  <a:lnTo>
                    <a:pt x="843559" y="333629"/>
                  </a:lnTo>
                  <a:lnTo>
                    <a:pt x="824484" y="378752"/>
                  </a:lnTo>
                  <a:lnTo>
                    <a:pt x="794918" y="417004"/>
                  </a:lnTo>
                  <a:lnTo>
                    <a:pt x="756653" y="446570"/>
                  </a:lnTo>
                  <a:lnTo>
                    <a:pt x="711530" y="465645"/>
                  </a:lnTo>
                  <a:lnTo>
                    <a:pt x="661365" y="472414"/>
                  </a:lnTo>
                  <a:lnTo>
                    <a:pt x="654050" y="472274"/>
                  </a:lnTo>
                  <a:lnTo>
                    <a:pt x="646760" y="471855"/>
                  </a:lnTo>
                  <a:lnTo>
                    <a:pt x="639483" y="471157"/>
                  </a:lnTo>
                  <a:lnTo>
                    <a:pt x="632269" y="470192"/>
                  </a:lnTo>
                  <a:lnTo>
                    <a:pt x="627468" y="501319"/>
                  </a:lnTo>
                  <a:lnTo>
                    <a:pt x="635876" y="502450"/>
                  </a:lnTo>
                  <a:lnTo>
                    <a:pt x="644334" y="503262"/>
                  </a:lnTo>
                  <a:lnTo>
                    <a:pt x="652843" y="503745"/>
                  </a:lnTo>
                  <a:lnTo>
                    <a:pt x="661365" y="503910"/>
                  </a:lnTo>
                  <a:lnTo>
                    <a:pt x="705739" y="499414"/>
                  </a:lnTo>
                  <a:lnTo>
                    <a:pt x="747090" y="486549"/>
                  </a:lnTo>
                  <a:lnTo>
                    <a:pt x="784529" y="466204"/>
                  </a:lnTo>
                  <a:lnTo>
                    <a:pt x="817168" y="439267"/>
                  </a:lnTo>
                  <a:lnTo>
                    <a:pt x="844105" y="406628"/>
                  </a:lnTo>
                  <a:lnTo>
                    <a:pt x="864450" y="369176"/>
                  </a:lnTo>
                  <a:lnTo>
                    <a:pt x="877316" y="327825"/>
                  </a:lnTo>
                  <a:lnTo>
                    <a:pt x="881811" y="283451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9" name="Google Shape;1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085" y="4222196"/>
            <a:ext cx="1503089" cy="94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910183" y="1761127"/>
            <a:ext cx="1070102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¿Qué es SSAS y por qué importa?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12871970" y="4048135"/>
            <a:ext cx="4488815" cy="3369945"/>
          </a:xfrm>
          <a:custGeom>
            <a:rect b="b" l="l" r="r" t="t"/>
            <a:pathLst>
              <a:path extrusionOk="0" h="336994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79356"/>
                </a:lnTo>
                <a:lnTo>
                  <a:pt x="609" y="3194926"/>
                </a:lnTo>
                <a:lnTo>
                  <a:pt x="13309" y="3249383"/>
                </a:lnTo>
                <a:lnTo>
                  <a:pt x="41262" y="3297796"/>
                </a:lnTo>
                <a:lnTo>
                  <a:pt x="82067" y="3336010"/>
                </a:lnTo>
                <a:lnTo>
                  <a:pt x="132219" y="3360750"/>
                </a:lnTo>
                <a:lnTo>
                  <a:pt x="184264" y="3369779"/>
                </a:lnTo>
                <a:lnTo>
                  <a:pt x="4304042" y="3369779"/>
                </a:lnTo>
                <a:lnTo>
                  <a:pt x="4356087" y="3360750"/>
                </a:lnTo>
                <a:lnTo>
                  <a:pt x="4401045" y="3339477"/>
                </a:lnTo>
                <a:lnTo>
                  <a:pt x="4436859" y="3309607"/>
                </a:lnTo>
                <a:lnTo>
                  <a:pt x="4467275" y="3266414"/>
                </a:lnTo>
                <a:lnTo>
                  <a:pt x="4484039" y="321957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918194" y="4048135"/>
            <a:ext cx="4488815" cy="3369945"/>
          </a:xfrm>
          <a:custGeom>
            <a:rect b="b" l="l" r="r" t="t"/>
            <a:pathLst>
              <a:path extrusionOk="0" h="336994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79356"/>
                </a:lnTo>
                <a:lnTo>
                  <a:pt x="609" y="3194926"/>
                </a:lnTo>
                <a:lnTo>
                  <a:pt x="13309" y="3249383"/>
                </a:lnTo>
                <a:lnTo>
                  <a:pt x="41262" y="3297796"/>
                </a:lnTo>
                <a:lnTo>
                  <a:pt x="82067" y="3336010"/>
                </a:lnTo>
                <a:lnTo>
                  <a:pt x="132219" y="3360750"/>
                </a:lnTo>
                <a:lnTo>
                  <a:pt x="184264" y="3369779"/>
                </a:lnTo>
                <a:lnTo>
                  <a:pt x="4304042" y="3369779"/>
                </a:lnTo>
                <a:lnTo>
                  <a:pt x="4356087" y="3360750"/>
                </a:lnTo>
                <a:lnTo>
                  <a:pt x="4401045" y="3339477"/>
                </a:lnTo>
                <a:lnTo>
                  <a:pt x="4436859" y="3309607"/>
                </a:lnTo>
                <a:lnTo>
                  <a:pt x="4467275" y="3266414"/>
                </a:lnTo>
                <a:lnTo>
                  <a:pt x="4484039" y="321957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9617075" y="333678"/>
            <a:ext cx="47390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Introducción a SSAS y su contexto en BI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5965191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150" name="Google Shape;150;p5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905494" y="1761127"/>
            <a:ext cx="681545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SSAS en el flujo de BI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3121506" y="4367241"/>
            <a:ext cx="391541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1305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Consumo por herramientas analíticas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Modelos SSAS son consultados por </a:t>
            </a:r>
            <a:r>
              <a:rPr b="1"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Excel</a:t>
            </a: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b="1"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Power BI </a:t>
            </a: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y aplicaciones empresariales.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1167857" y="4367241"/>
            <a:ext cx="385064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17804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Ubicación de SSAS en la arquitectura BI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SSAS opera tras el proceso de </a:t>
            </a:r>
            <a:r>
              <a:rPr b="1"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ETL </a:t>
            </a: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y almacenamiento analítico.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895083" y="4048135"/>
            <a:ext cx="4488815" cy="3369945"/>
          </a:xfrm>
          <a:custGeom>
            <a:rect b="b" l="l" r="r" t="t"/>
            <a:pathLst>
              <a:path extrusionOk="0" h="336994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79356"/>
                </a:lnTo>
                <a:lnTo>
                  <a:pt x="609" y="3194926"/>
                </a:lnTo>
                <a:lnTo>
                  <a:pt x="13309" y="3249383"/>
                </a:lnTo>
                <a:lnTo>
                  <a:pt x="41262" y="3297796"/>
                </a:lnTo>
                <a:lnTo>
                  <a:pt x="82067" y="3336010"/>
                </a:lnTo>
                <a:lnTo>
                  <a:pt x="132219" y="3360750"/>
                </a:lnTo>
                <a:lnTo>
                  <a:pt x="184264" y="3369779"/>
                </a:lnTo>
                <a:lnTo>
                  <a:pt x="4304042" y="3369779"/>
                </a:lnTo>
                <a:lnTo>
                  <a:pt x="4356087" y="3360750"/>
                </a:lnTo>
                <a:lnTo>
                  <a:pt x="4401045" y="3339477"/>
                </a:lnTo>
                <a:lnTo>
                  <a:pt x="4436859" y="3309607"/>
                </a:lnTo>
                <a:lnTo>
                  <a:pt x="4467275" y="3266414"/>
                </a:lnTo>
                <a:lnTo>
                  <a:pt x="4484039" y="321957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7156897" y="4367241"/>
            <a:ext cx="379095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Transformación de datos integrados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3086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Convierte datos del data warehouse en un </a:t>
            </a:r>
            <a:r>
              <a:rPr b="1" lang="en-US" sz="1800">
                <a:latin typeface="Lora"/>
                <a:ea typeface="Lora"/>
                <a:cs typeface="Lora"/>
                <a:sym typeface="Lora"/>
              </a:rPr>
              <a:t>modelo semántico 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listo para análisis.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0" name="Google Shape;160;p6"/>
          <p:cNvSpPr txBox="1"/>
          <p:nvPr>
            <p:ph type="title"/>
          </p:nvPr>
        </p:nvSpPr>
        <p:spPr>
          <a:xfrm>
            <a:off x="9617075" y="5050306"/>
            <a:ext cx="659701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just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latin typeface="Montserrat Medium"/>
                <a:ea typeface="Montserrat Medium"/>
                <a:cs typeface="Montserrat Medium"/>
                <a:sym typeface="Montserrat Medium"/>
              </a:rPr>
              <a:t>Fundamentos y arquitectura de SSAS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15965219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905513" y="6778543"/>
            <a:ext cx="189230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Montserrat Light"/>
                <a:ea typeface="Montserrat Light"/>
                <a:cs typeface="Montserrat Light"/>
                <a:sym typeface="Montserrat Light"/>
              </a:rPr>
              <a:t>06.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9542412" y="4491484"/>
            <a:ext cx="3428365" cy="3161665"/>
          </a:xfrm>
          <a:custGeom>
            <a:rect b="b" l="l" r="r" t="t"/>
            <a:pathLst>
              <a:path extrusionOk="0" h="3161665" w="3428365">
                <a:moveTo>
                  <a:pt x="3244024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970911"/>
                </a:lnTo>
                <a:lnTo>
                  <a:pt x="609" y="2986481"/>
                </a:lnTo>
                <a:lnTo>
                  <a:pt x="13309" y="3040926"/>
                </a:lnTo>
                <a:lnTo>
                  <a:pt x="41262" y="3089338"/>
                </a:lnTo>
                <a:lnTo>
                  <a:pt x="82067" y="3127565"/>
                </a:lnTo>
                <a:lnTo>
                  <a:pt x="132219" y="3152292"/>
                </a:lnTo>
                <a:lnTo>
                  <a:pt x="184264" y="3161334"/>
                </a:lnTo>
                <a:lnTo>
                  <a:pt x="3237788" y="3161411"/>
                </a:lnTo>
                <a:lnTo>
                  <a:pt x="3250247" y="3161030"/>
                </a:lnTo>
                <a:lnTo>
                  <a:pt x="3299028" y="3151314"/>
                </a:lnTo>
                <a:lnTo>
                  <a:pt x="3348761" y="3125774"/>
                </a:lnTo>
                <a:lnTo>
                  <a:pt x="3388944" y="3086887"/>
                </a:lnTo>
                <a:lnTo>
                  <a:pt x="3414979" y="3040926"/>
                </a:lnTo>
                <a:lnTo>
                  <a:pt x="3427069" y="2992678"/>
                </a:lnTo>
                <a:lnTo>
                  <a:pt x="3428288" y="190500"/>
                </a:lnTo>
                <a:lnTo>
                  <a:pt x="3427679" y="174929"/>
                </a:lnTo>
                <a:lnTo>
                  <a:pt x="3414979" y="120484"/>
                </a:lnTo>
                <a:lnTo>
                  <a:pt x="3387026" y="72059"/>
                </a:lnTo>
                <a:lnTo>
                  <a:pt x="3346221" y="33832"/>
                </a:lnTo>
                <a:lnTo>
                  <a:pt x="3296069" y="9105"/>
                </a:lnTo>
                <a:lnTo>
                  <a:pt x="3244024" y="76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918194" y="4491484"/>
            <a:ext cx="3428365" cy="3161665"/>
          </a:xfrm>
          <a:custGeom>
            <a:rect b="b" l="l" r="r" t="t"/>
            <a:pathLst>
              <a:path extrusionOk="0" h="3161665" w="3428365">
                <a:moveTo>
                  <a:pt x="3244024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970911"/>
                </a:lnTo>
                <a:lnTo>
                  <a:pt x="609" y="2986481"/>
                </a:lnTo>
                <a:lnTo>
                  <a:pt x="13309" y="3040926"/>
                </a:lnTo>
                <a:lnTo>
                  <a:pt x="41262" y="3089338"/>
                </a:lnTo>
                <a:lnTo>
                  <a:pt x="82067" y="3127565"/>
                </a:lnTo>
                <a:lnTo>
                  <a:pt x="132219" y="3152292"/>
                </a:lnTo>
                <a:lnTo>
                  <a:pt x="184264" y="3161334"/>
                </a:lnTo>
                <a:lnTo>
                  <a:pt x="3237788" y="3161411"/>
                </a:lnTo>
                <a:lnTo>
                  <a:pt x="3250247" y="3161030"/>
                </a:lnTo>
                <a:lnTo>
                  <a:pt x="3299028" y="3151314"/>
                </a:lnTo>
                <a:lnTo>
                  <a:pt x="3348761" y="3125774"/>
                </a:lnTo>
                <a:lnTo>
                  <a:pt x="3388944" y="3086887"/>
                </a:lnTo>
                <a:lnTo>
                  <a:pt x="3414979" y="3040926"/>
                </a:lnTo>
                <a:lnTo>
                  <a:pt x="3427069" y="2992678"/>
                </a:lnTo>
                <a:lnTo>
                  <a:pt x="3428288" y="190500"/>
                </a:lnTo>
                <a:lnTo>
                  <a:pt x="3427679" y="174929"/>
                </a:lnTo>
                <a:lnTo>
                  <a:pt x="3414979" y="120484"/>
                </a:lnTo>
                <a:lnTo>
                  <a:pt x="3387026" y="72059"/>
                </a:lnTo>
                <a:lnTo>
                  <a:pt x="3346221" y="33832"/>
                </a:lnTo>
                <a:lnTo>
                  <a:pt x="3296069" y="9105"/>
                </a:lnTo>
                <a:lnTo>
                  <a:pt x="3244024" y="76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9617075" y="333678"/>
            <a:ext cx="438467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Fundamentos y arquitectura de SSAS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15965191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177" name="Google Shape;177;p7"/>
          <p:cNvSpPr txBox="1"/>
          <p:nvPr>
            <p:ph type="title"/>
          </p:nvPr>
        </p:nvSpPr>
        <p:spPr>
          <a:xfrm>
            <a:off x="905494" y="295405"/>
            <a:ext cx="71374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07.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905494" y="1761127"/>
            <a:ext cx="949706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Conceptos de OLAP y análisis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9757419" y="4810590"/>
            <a:ext cx="2622550" cy="2004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Técnicas clave de análisis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126364" rtl="0" algn="l">
              <a:lnSpc>
                <a:spcPct val="107700"/>
              </a:lnSpc>
              <a:spcBef>
                <a:spcPts val="21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Slice, dice, drill-down y roll-up facilitan la navegación y el detalle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1133230" y="4810590"/>
            <a:ext cx="2697480" cy="241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Exploración multidimensional de datos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218440" rtl="0" algn="l">
              <a:lnSpc>
                <a:spcPct val="107700"/>
              </a:lnSpc>
              <a:spcBef>
                <a:spcPts val="21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OLAP permite analizar información desde diferentes perspectivas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3854521" y="4491484"/>
            <a:ext cx="3428365" cy="3161665"/>
          </a:xfrm>
          <a:custGeom>
            <a:rect b="b" l="l" r="r" t="t"/>
            <a:pathLst>
              <a:path extrusionOk="0" h="3161665" w="3428365">
                <a:moveTo>
                  <a:pt x="3244024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970911"/>
                </a:lnTo>
                <a:lnTo>
                  <a:pt x="609" y="2986481"/>
                </a:lnTo>
                <a:lnTo>
                  <a:pt x="13309" y="3040926"/>
                </a:lnTo>
                <a:lnTo>
                  <a:pt x="41262" y="3089338"/>
                </a:lnTo>
                <a:lnTo>
                  <a:pt x="82067" y="3127565"/>
                </a:lnTo>
                <a:lnTo>
                  <a:pt x="132219" y="3152292"/>
                </a:lnTo>
                <a:lnTo>
                  <a:pt x="184264" y="3161334"/>
                </a:lnTo>
                <a:lnTo>
                  <a:pt x="3237788" y="3161411"/>
                </a:lnTo>
                <a:lnTo>
                  <a:pt x="3250247" y="3161030"/>
                </a:lnTo>
                <a:lnTo>
                  <a:pt x="3299028" y="3151314"/>
                </a:lnTo>
                <a:lnTo>
                  <a:pt x="3348761" y="3125774"/>
                </a:lnTo>
                <a:lnTo>
                  <a:pt x="3388944" y="3086887"/>
                </a:lnTo>
                <a:lnTo>
                  <a:pt x="3414979" y="3040926"/>
                </a:lnTo>
                <a:lnTo>
                  <a:pt x="3427069" y="2992678"/>
                </a:lnTo>
                <a:lnTo>
                  <a:pt x="3428288" y="190500"/>
                </a:lnTo>
                <a:lnTo>
                  <a:pt x="3427679" y="174929"/>
                </a:lnTo>
                <a:lnTo>
                  <a:pt x="3414979" y="120484"/>
                </a:lnTo>
                <a:lnTo>
                  <a:pt x="3387026" y="72059"/>
                </a:lnTo>
                <a:lnTo>
                  <a:pt x="3346221" y="33832"/>
                </a:lnTo>
                <a:lnTo>
                  <a:pt x="3296069" y="9105"/>
                </a:lnTo>
                <a:lnTo>
                  <a:pt x="3244024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230304" y="4491484"/>
            <a:ext cx="3428365" cy="3161665"/>
          </a:xfrm>
          <a:custGeom>
            <a:rect b="b" l="l" r="r" t="t"/>
            <a:pathLst>
              <a:path extrusionOk="0" h="3161665" w="3428365">
                <a:moveTo>
                  <a:pt x="3244024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2970911"/>
                </a:lnTo>
                <a:lnTo>
                  <a:pt x="609" y="2986481"/>
                </a:lnTo>
                <a:lnTo>
                  <a:pt x="13309" y="3040926"/>
                </a:lnTo>
                <a:lnTo>
                  <a:pt x="41262" y="3089338"/>
                </a:lnTo>
                <a:lnTo>
                  <a:pt x="82067" y="3127565"/>
                </a:lnTo>
                <a:lnTo>
                  <a:pt x="132219" y="3152292"/>
                </a:lnTo>
                <a:lnTo>
                  <a:pt x="184264" y="3161334"/>
                </a:lnTo>
                <a:lnTo>
                  <a:pt x="3237788" y="3161411"/>
                </a:lnTo>
                <a:lnTo>
                  <a:pt x="3250247" y="3161030"/>
                </a:lnTo>
                <a:lnTo>
                  <a:pt x="3299028" y="3151314"/>
                </a:lnTo>
                <a:lnTo>
                  <a:pt x="3348761" y="3125774"/>
                </a:lnTo>
                <a:lnTo>
                  <a:pt x="3388944" y="3086887"/>
                </a:lnTo>
                <a:lnTo>
                  <a:pt x="3414979" y="3040926"/>
                </a:lnTo>
                <a:lnTo>
                  <a:pt x="3427069" y="2992678"/>
                </a:lnTo>
                <a:lnTo>
                  <a:pt x="3428288" y="190500"/>
                </a:lnTo>
                <a:lnTo>
                  <a:pt x="3427679" y="174929"/>
                </a:lnTo>
                <a:lnTo>
                  <a:pt x="3414979" y="120484"/>
                </a:lnTo>
                <a:lnTo>
                  <a:pt x="3387026" y="72059"/>
                </a:lnTo>
                <a:lnTo>
                  <a:pt x="3346221" y="33832"/>
                </a:lnTo>
                <a:lnTo>
                  <a:pt x="3296069" y="9105"/>
                </a:lnTo>
                <a:lnTo>
                  <a:pt x="3244024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14069528" y="4810590"/>
            <a:ext cx="2901950" cy="2004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4145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Consistencia en la interpretación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290830" rtl="0" algn="l">
              <a:lnSpc>
                <a:spcPct val="107700"/>
              </a:lnSpc>
              <a:spcBef>
                <a:spcPts val="2130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SSAS formaliza reglas de negocio para análisis confiable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5445338" y="4810590"/>
            <a:ext cx="2845435" cy="2004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4145" marR="571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SSAS como motor de análisis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2130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Implementa estructuras para consultas complejas y comparativas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905494" y="1771163"/>
            <a:ext cx="7628255" cy="5860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latin typeface="Montserrat Medium"/>
                <a:ea typeface="Montserrat Medium"/>
                <a:cs typeface="Montserrat Medium"/>
                <a:sym typeface="Montserrat Medium"/>
              </a:rPr>
              <a:t>Arquitectura de SSAS</a:t>
            </a:r>
            <a:endParaRPr sz="445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45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Origen de datos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Conexiones a fuentes integradas como SQL Server u otros sistemas.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750"/>
              <a:buFont typeface="Times New Roman"/>
              <a:buNone/>
            </a:pPr>
            <a:r>
              <a:t/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Modelo semántico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915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Define tablas, dimensiones, jerarquías y medidas para análisis.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750"/>
              <a:buFont typeface="Times New Roman"/>
              <a:buNone/>
            </a:pPr>
            <a:r>
              <a:t/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Motor de consulta y almacenamiento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910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Gestiona </a:t>
            </a:r>
            <a:r>
              <a:rPr b="1" lang="en-US" sz="17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agregaciones</a:t>
            </a:r>
            <a:r>
              <a:rPr lang="en-US" sz="1750">
                <a:latin typeface="Lora"/>
                <a:ea typeface="Lora"/>
                <a:cs typeface="Lora"/>
                <a:sym typeface="Lora"/>
              </a:rPr>
              <a:t>, caché y procesamiento para consultas rápidas.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750"/>
              <a:buFont typeface="Times New Roman"/>
              <a:buNone/>
            </a:pPr>
            <a:r>
              <a:t/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Capa de acceso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-192405" lvl="0" marL="204470" marR="966469" rtl="0" algn="l">
              <a:lnSpc>
                <a:spcPct val="110200"/>
              </a:lnSpc>
              <a:spcBef>
                <a:spcPts val="1695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Permite el consumo del modelo mediante MDX, DAX, XMLA y herramientas externas.</a:t>
            </a:r>
            <a:endParaRPr sz="175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9617075" y="333678"/>
            <a:ext cx="438467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Fundamentos y arquitectura de SSAS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194" name="Google Shape;194;p8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14346752" y="4313041"/>
            <a:ext cx="3355340" cy="3723004"/>
          </a:xfrm>
          <a:custGeom>
            <a:rect b="b" l="l" r="r" t="t"/>
            <a:pathLst>
              <a:path extrusionOk="0" h="3723004" w="3355340">
                <a:moveTo>
                  <a:pt x="3170821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531984"/>
                </a:lnTo>
                <a:lnTo>
                  <a:pt x="609" y="3547554"/>
                </a:lnTo>
                <a:lnTo>
                  <a:pt x="13309" y="3601999"/>
                </a:lnTo>
                <a:lnTo>
                  <a:pt x="39344" y="3647973"/>
                </a:lnTo>
                <a:lnTo>
                  <a:pt x="74510" y="3683139"/>
                </a:lnTo>
                <a:lnTo>
                  <a:pt x="123380" y="3710304"/>
                </a:lnTo>
                <a:lnTo>
                  <a:pt x="168719" y="3721265"/>
                </a:lnTo>
                <a:lnTo>
                  <a:pt x="184264" y="3722408"/>
                </a:lnTo>
                <a:lnTo>
                  <a:pt x="3170821" y="3722408"/>
                </a:lnTo>
                <a:lnTo>
                  <a:pt x="3222866" y="3713378"/>
                </a:lnTo>
                <a:lnTo>
                  <a:pt x="3267824" y="3692105"/>
                </a:lnTo>
                <a:lnTo>
                  <a:pt x="3309861" y="3655250"/>
                </a:lnTo>
                <a:lnTo>
                  <a:pt x="3339388" y="3607777"/>
                </a:lnTo>
                <a:lnTo>
                  <a:pt x="3353473" y="3556850"/>
                </a:lnTo>
                <a:lnTo>
                  <a:pt x="3355009" y="3538220"/>
                </a:lnTo>
                <a:lnTo>
                  <a:pt x="3355009" y="184264"/>
                </a:lnTo>
                <a:lnTo>
                  <a:pt x="3347783" y="138188"/>
                </a:lnTo>
                <a:lnTo>
                  <a:pt x="3324707" y="87261"/>
                </a:lnTo>
                <a:lnTo>
                  <a:pt x="3287839" y="45224"/>
                </a:lnTo>
                <a:lnTo>
                  <a:pt x="3240366" y="15697"/>
                </a:lnTo>
                <a:lnTo>
                  <a:pt x="3186366" y="1219"/>
                </a:lnTo>
                <a:lnTo>
                  <a:pt x="3170821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10018626" y="4313041"/>
            <a:ext cx="3355340" cy="3723004"/>
          </a:xfrm>
          <a:custGeom>
            <a:rect b="b" l="l" r="r" t="t"/>
            <a:pathLst>
              <a:path extrusionOk="0" h="3723004" w="3355340">
                <a:moveTo>
                  <a:pt x="3170821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531984"/>
                </a:lnTo>
                <a:lnTo>
                  <a:pt x="609" y="3547554"/>
                </a:lnTo>
                <a:lnTo>
                  <a:pt x="13309" y="3601999"/>
                </a:lnTo>
                <a:lnTo>
                  <a:pt x="39344" y="3647973"/>
                </a:lnTo>
                <a:lnTo>
                  <a:pt x="74510" y="3683139"/>
                </a:lnTo>
                <a:lnTo>
                  <a:pt x="120484" y="3709187"/>
                </a:lnTo>
                <a:lnTo>
                  <a:pt x="168719" y="3721265"/>
                </a:lnTo>
                <a:lnTo>
                  <a:pt x="184264" y="3722408"/>
                </a:lnTo>
                <a:lnTo>
                  <a:pt x="3170821" y="3722408"/>
                </a:lnTo>
                <a:lnTo>
                  <a:pt x="3222866" y="3713378"/>
                </a:lnTo>
                <a:lnTo>
                  <a:pt x="3267824" y="3692105"/>
                </a:lnTo>
                <a:lnTo>
                  <a:pt x="3309861" y="3655250"/>
                </a:lnTo>
                <a:lnTo>
                  <a:pt x="3339388" y="3607777"/>
                </a:lnTo>
                <a:lnTo>
                  <a:pt x="3353473" y="3556850"/>
                </a:lnTo>
                <a:lnTo>
                  <a:pt x="3355009" y="3538220"/>
                </a:lnTo>
                <a:lnTo>
                  <a:pt x="3355009" y="184264"/>
                </a:lnTo>
                <a:lnTo>
                  <a:pt x="3347783" y="138188"/>
                </a:lnTo>
                <a:lnTo>
                  <a:pt x="3324707" y="87261"/>
                </a:lnTo>
                <a:lnTo>
                  <a:pt x="3287839" y="45224"/>
                </a:lnTo>
                <a:lnTo>
                  <a:pt x="3240366" y="15697"/>
                </a:lnTo>
                <a:lnTo>
                  <a:pt x="3186366" y="1219"/>
                </a:lnTo>
                <a:lnTo>
                  <a:pt x="3170821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690499" y="4313041"/>
            <a:ext cx="3355340" cy="3723004"/>
          </a:xfrm>
          <a:custGeom>
            <a:rect b="b" l="l" r="r" t="t"/>
            <a:pathLst>
              <a:path extrusionOk="0" h="3723004" w="3355340">
                <a:moveTo>
                  <a:pt x="3170821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531984"/>
                </a:lnTo>
                <a:lnTo>
                  <a:pt x="609" y="3547554"/>
                </a:lnTo>
                <a:lnTo>
                  <a:pt x="13309" y="3601999"/>
                </a:lnTo>
                <a:lnTo>
                  <a:pt x="39344" y="3647973"/>
                </a:lnTo>
                <a:lnTo>
                  <a:pt x="74510" y="3683139"/>
                </a:lnTo>
                <a:lnTo>
                  <a:pt x="120484" y="3709187"/>
                </a:lnTo>
                <a:lnTo>
                  <a:pt x="168719" y="3721265"/>
                </a:lnTo>
                <a:lnTo>
                  <a:pt x="184264" y="3722408"/>
                </a:lnTo>
                <a:lnTo>
                  <a:pt x="3170821" y="3722408"/>
                </a:lnTo>
                <a:lnTo>
                  <a:pt x="3222866" y="3713378"/>
                </a:lnTo>
                <a:lnTo>
                  <a:pt x="3267824" y="3692105"/>
                </a:lnTo>
                <a:lnTo>
                  <a:pt x="3309861" y="3655250"/>
                </a:lnTo>
                <a:lnTo>
                  <a:pt x="3339388" y="3607777"/>
                </a:lnTo>
                <a:lnTo>
                  <a:pt x="3353473" y="3556850"/>
                </a:lnTo>
                <a:lnTo>
                  <a:pt x="3355009" y="3538220"/>
                </a:lnTo>
                <a:lnTo>
                  <a:pt x="3355009" y="184264"/>
                </a:lnTo>
                <a:lnTo>
                  <a:pt x="3347783" y="138188"/>
                </a:lnTo>
                <a:lnTo>
                  <a:pt x="3324707" y="87261"/>
                </a:lnTo>
                <a:lnTo>
                  <a:pt x="3287839" y="45224"/>
                </a:lnTo>
                <a:lnTo>
                  <a:pt x="3240366" y="15697"/>
                </a:lnTo>
                <a:lnTo>
                  <a:pt x="3186366" y="1219"/>
                </a:lnTo>
                <a:lnTo>
                  <a:pt x="3170821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1362372" y="4313041"/>
            <a:ext cx="3355340" cy="3723004"/>
          </a:xfrm>
          <a:custGeom>
            <a:rect b="b" l="l" r="r" t="t"/>
            <a:pathLst>
              <a:path extrusionOk="0" h="3723004" w="3355340">
                <a:moveTo>
                  <a:pt x="3170821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531984"/>
                </a:lnTo>
                <a:lnTo>
                  <a:pt x="609" y="3547554"/>
                </a:lnTo>
                <a:lnTo>
                  <a:pt x="13309" y="3601999"/>
                </a:lnTo>
                <a:lnTo>
                  <a:pt x="39344" y="3647973"/>
                </a:lnTo>
                <a:lnTo>
                  <a:pt x="74510" y="3683139"/>
                </a:lnTo>
                <a:lnTo>
                  <a:pt x="123380" y="3710304"/>
                </a:lnTo>
                <a:lnTo>
                  <a:pt x="168719" y="3721265"/>
                </a:lnTo>
                <a:lnTo>
                  <a:pt x="184264" y="3722408"/>
                </a:lnTo>
                <a:lnTo>
                  <a:pt x="3170821" y="3722408"/>
                </a:lnTo>
                <a:lnTo>
                  <a:pt x="3222866" y="3713378"/>
                </a:lnTo>
                <a:lnTo>
                  <a:pt x="3267824" y="3692105"/>
                </a:lnTo>
                <a:lnTo>
                  <a:pt x="3309861" y="3655250"/>
                </a:lnTo>
                <a:lnTo>
                  <a:pt x="3339388" y="3607777"/>
                </a:lnTo>
                <a:lnTo>
                  <a:pt x="3353473" y="3556850"/>
                </a:lnTo>
                <a:lnTo>
                  <a:pt x="3355009" y="3538220"/>
                </a:lnTo>
                <a:lnTo>
                  <a:pt x="3355009" y="184264"/>
                </a:lnTo>
                <a:lnTo>
                  <a:pt x="3347783" y="138188"/>
                </a:lnTo>
                <a:lnTo>
                  <a:pt x="3324707" y="87261"/>
                </a:lnTo>
                <a:lnTo>
                  <a:pt x="3287839" y="45224"/>
                </a:lnTo>
                <a:lnTo>
                  <a:pt x="3240366" y="15697"/>
                </a:lnTo>
                <a:lnTo>
                  <a:pt x="3186366" y="1219"/>
                </a:lnTo>
                <a:lnTo>
                  <a:pt x="3170821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9617075" y="333678"/>
            <a:ext cx="438467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Fundamentos y arquitectura de SSAS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15965191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206" name="Google Shape;206;p9"/>
          <p:cNvSpPr txBox="1"/>
          <p:nvPr>
            <p:ph type="title"/>
          </p:nvPr>
        </p:nvSpPr>
        <p:spPr>
          <a:xfrm>
            <a:off x="905494" y="295405"/>
            <a:ext cx="75755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09.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905494" y="1761127"/>
            <a:ext cx="756856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Objetos analíticos clave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08" name="Google Shape;208;p9"/>
          <p:cNvGrpSpPr/>
          <p:nvPr/>
        </p:nvGrpSpPr>
        <p:grpSpPr>
          <a:xfrm>
            <a:off x="13912099" y="3783227"/>
            <a:ext cx="1113790" cy="1040765"/>
            <a:chOff x="13912099" y="3783227"/>
            <a:chExt cx="1113790" cy="1040765"/>
          </a:xfrm>
        </p:grpSpPr>
        <p:sp>
          <p:nvSpPr>
            <p:cNvPr id="209" name="Google Shape;209;p9"/>
            <p:cNvSpPr/>
            <p:nvPr/>
          </p:nvSpPr>
          <p:spPr>
            <a:xfrm>
              <a:off x="13912099" y="3783227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14007465" y="3943552"/>
              <a:ext cx="923290" cy="720090"/>
            </a:xfrm>
            <a:custGeom>
              <a:rect b="b" l="l" r="r" t="t"/>
              <a:pathLst>
                <a:path extrusionOk="0" h="720089" w="923290">
                  <a:moveTo>
                    <a:pt x="185229" y="174853"/>
                  </a:moveTo>
                  <a:lnTo>
                    <a:pt x="181013" y="170637"/>
                  </a:lnTo>
                  <a:lnTo>
                    <a:pt x="170599" y="170637"/>
                  </a:lnTo>
                  <a:lnTo>
                    <a:pt x="166382" y="174853"/>
                  </a:lnTo>
                  <a:lnTo>
                    <a:pt x="166382" y="325183"/>
                  </a:lnTo>
                  <a:lnTo>
                    <a:pt x="170599" y="329399"/>
                  </a:lnTo>
                  <a:lnTo>
                    <a:pt x="175806" y="329399"/>
                  </a:lnTo>
                  <a:lnTo>
                    <a:pt x="181013" y="329399"/>
                  </a:lnTo>
                  <a:lnTo>
                    <a:pt x="185229" y="325183"/>
                  </a:lnTo>
                  <a:lnTo>
                    <a:pt x="185229" y="174853"/>
                  </a:lnTo>
                  <a:close/>
                </a:path>
                <a:path extrusionOk="0" h="720089" w="923290">
                  <a:moveTo>
                    <a:pt x="185229" y="115023"/>
                  </a:moveTo>
                  <a:lnTo>
                    <a:pt x="181013" y="110807"/>
                  </a:lnTo>
                  <a:lnTo>
                    <a:pt x="170599" y="110807"/>
                  </a:lnTo>
                  <a:lnTo>
                    <a:pt x="166382" y="115023"/>
                  </a:lnTo>
                  <a:lnTo>
                    <a:pt x="166382" y="142354"/>
                  </a:lnTo>
                  <a:lnTo>
                    <a:pt x="170599" y="146570"/>
                  </a:lnTo>
                  <a:lnTo>
                    <a:pt x="175806" y="146570"/>
                  </a:lnTo>
                  <a:lnTo>
                    <a:pt x="181013" y="146570"/>
                  </a:lnTo>
                  <a:lnTo>
                    <a:pt x="185229" y="142354"/>
                  </a:lnTo>
                  <a:lnTo>
                    <a:pt x="185229" y="115023"/>
                  </a:lnTo>
                  <a:close/>
                </a:path>
                <a:path extrusionOk="0" h="720089" w="923290">
                  <a:moveTo>
                    <a:pt x="706424" y="400723"/>
                  </a:moveTo>
                  <a:lnTo>
                    <a:pt x="706386" y="395071"/>
                  </a:lnTo>
                  <a:lnTo>
                    <a:pt x="705472" y="386105"/>
                  </a:lnTo>
                  <a:lnTo>
                    <a:pt x="701446" y="346227"/>
                  </a:lnTo>
                  <a:lnTo>
                    <a:pt x="692429" y="317271"/>
                  </a:lnTo>
                  <a:lnTo>
                    <a:pt x="687387" y="301078"/>
                  </a:lnTo>
                  <a:lnTo>
                    <a:pt x="687387" y="386105"/>
                  </a:lnTo>
                  <a:lnTo>
                    <a:pt x="504202" y="386105"/>
                  </a:lnTo>
                  <a:lnTo>
                    <a:pt x="501916" y="378637"/>
                  </a:lnTo>
                  <a:lnTo>
                    <a:pt x="498386" y="371805"/>
                  </a:lnTo>
                  <a:lnTo>
                    <a:pt x="497230" y="370281"/>
                  </a:lnTo>
                  <a:lnTo>
                    <a:pt x="493763" y="365734"/>
                  </a:lnTo>
                  <a:lnTo>
                    <a:pt x="488149" y="360565"/>
                  </a:lnTo>
                  <a:lnTo>
                    <a:pt x="488149" y="352158"/>
                  </a:lnTo>
                  <a:lnTo>
                    <a:pt x="488111" y="308381"/>
                  </a:lnTo>
                  <a:lnTo>
                    <a:pt x="487451" y="292163"/>
                  </a:lnTo>
                  <a:lnTo>
                    <a:pt x="486295" y="282727"/>
                  </a:lnTo>
                  <a:lnTo>
                    <a:pt x="486295" y="395071"/>
                  </a:lnTo>
                  <a:lnTo>
                    <a:pt x="484339" y="404723"/>
                  </a:lnTo>
                  <a:lnTo>
                    <a:pt x="479031" y="412597"/>
                  </a:lnTo>
                  <a:lnTo>
                    <a:pt x="471144" y="417918"/>
                  </a:lnTo>
                  <a:lnTo>
                    <a:pt x="461505" y="419862"/>
                  </a:lnTo>
                  <a:lnTo>
                    <a:pt x="451866" y="417918"/>
                  </a:lnTo>
                  <a:lnTo>
                    <a:pt x="443992" y="412597"/>
                  </a:lnTo>
                  <a:lnTo>
                    <a:pt x="438670" y="404723"/>
                  </a:lnTo>
                  <a:lnTo>
                    <a:pt x="436803" y="395516"/>
                  </a:lnTo>
                  <a:lnTo>
                    <a:pt x="436714" y="395071"/>
                  </a:lnTo>
                  <a:lnTo>
                    <a:pt x="438531" y="386105"/>
                  </a:lnTo>
                  <a:lnTo>
                    <a:pt x="438670" y="385432"/>
                  </a:lnTo>
                  <a:lnTo>
                    <a:pt x="443992" y="377558"/>
                  </a:lnTo>
                  <a:lnTo>
                    <a:pt x="451866" y="372237"/>
                  </a:lnTo>
                  <a:lnTo>
                    <a:pt x="461505" y="370281"/>
                  </a:lnTo>
                  <a:lnTo>
                    <a:pt x="471157" y="372237"/>
                  </a:lnTo>
                  <a:lnTo>
                    <a:pt x="479031" y="377558"/>
                  </a:lnTo>
                  <a:lnTo>
                    <a:pt x="484352" y="385432"/>
                  </a:lnTo>
                  <a:lnTo>
                    <a:pt x="486295" y="395071"/>
                  </a:lnTo>
                  <a:lnTo>
                    <a:pt x="486295" y="282727"/>
                  </a:lnTo>
                  <a:lnTo>
                    <a:pt x="481012" y="255181"/>
                  </a:lnTo>
                  <a:lnTo>
                    <a:pt x="476999" y="241490"/>
                  </a:lnTo>
                  <a:lnTo>
                    <a:pt x="469315" y="218744"/>
                  </a:lnTo>
                  <a:lnTo>
                    <a:pt x="469315" y="352158"/>
                  </a:lnTo>
                  <a:lnTo>
                    <a:pt x="466775" y="351701"/>
                  </a:lnTo>
                  <a:lnTo>
                    <a:pt x="464172" y="351447"/>
                  </a:lnTo>
                  <a:lnTo>
                    <a:pt x="458876" y="351447"/>
                  </a:lnTo>
                  <a:lnTo>
                    <a:pt x="456234" y="351701"/>
                  </a:lnTo>
                  <a:lnTo>
                    <a:pt x="453796" y="352158"/>
                  </a:lnTo>
                  <a:lnTo>
                    <a:pt x="453834" y="308381"/>
                  </a:lnTo>
                  <a:lnTo>
                    <a:pt x="454291" y="295744"/>
                  </a:lnTo>
                  <a:lnTo>
                    <a:pt x="455752" y="282028"/>
                  </a:lnTo>
                  <a:lnTo>
                    <a:pt x="458177" y="268516"/>
                  </a:lnTo>
                  <a:lnTo>
                    <a:pt x="461391" y="255866"/>
                  </a:lnTo>
                  <a:lnTo>
                    <a:pt x="461505" y="255397"/>
                  </a:lnTo>
                  <a:lnTo>
                    <a:pt x="461556" y="255181"/>
                  </a:lnTo>
                  <a:lnTo>
                    <a:pt x="464947" y="268516"/>
                  </a:lnTo>
                  <a:lnTo>
                    <a:pt x="467245" y="281343"/>
                  </a:lnTo>
                  <a:lnTo>
                    <a:pt x="467372" y="282028"/>
                  </a:lnTo>
                  <a:lnTo>
                    <a:pt x="468833" y="295744"/>
                  </a:lnTo>
                  <a:lnTo>
                    <a:pt x="469277" y="308381"/>
                  </a:lnTo>
                  <a:lnTo>
                    <a:pt x="469315" y="352158"/>
                  </a:lnTo>
                  <a:lnTo>
                    <a:pt x="469315" y="218744"/>
                  </a:lnTo>
                  <a:lnTo>
                    <a:pt x="469265" y="218592"/>
                  </a:lnTo>
                  <a:lnTo>
                    <a:pt x="469188" y="218363"/>
                  </a:lnTo>
                  <a:lnTo>
                    <a:pt x="465594" y="215785"/>
                  </a:lnTo>
                  <a:lnTo>
                    <a:pt x="457517" y="215785"/>
                  </a:lnTo>
                  <a:lnTo>
                    <a:pt x="453923" y="218363"/>
                  </a:lnTo>
                  <a:lnTo>
                    <a:pt x="441248" y="258114"/>
                  </a:lnTo>
                  <a:lnTo>
                    <a:pt x="435000" y="308381"/>
                  </a:lnTo>
                  <a:lnTo>
                    <a:pt x="434949" y="309473"/>
                  </a:lnTo>
                  <a:lnTo>
                    <a:pt x="434873" y="360565"/>
                  </a:lnTo>
                  <a:lnTo>
                    <a:pt x="429272" y="365734"/>
                  </a:lnTo>
                  <a:lnTo>
                    <a:pt x="424637" y="371805"/>
                  </a:lnTo>
                  <a:lnTo>
                    <a:pt x="421119" y="378637"/>
                  </a:lnTo>
                  <a:lnTo>
                    <a:pt x="418820" y="386105"/>
                  </a:lnTo>
                  <a:lnTo>
                    <a:pt x="235623" y="386105"/>
                  </a:lnTo>
                  <a:lnTo>
                    <a:pt x="245008" y="330415"/>
                  </a:lnTo>
                  <a:lnTo>
                    <a:pt x="251053" y="312978"/>
                  </a:lnTo>
                  <a:lnTo>
                    <a:pt x="266204" y="320103"/>
                  </a:lnTo>
                  <a:lnTo>
                    <a:pt x="267563" y="320395"/>
                  </a:lnTo>
                  <a:lnTo>
                    <a:pt x="272440" y="320395"/>
                  </a:lnTo>
                  <a:lnTo>
                    <a:pt x="275831" y="318401"/>
                  </a:lnTo>
                  <a:lnTo>
                    <a:pt x="278384" y="312978"/>
                  </a:lnTo>
                  <a:lnTo>
                    <a:pt x="279654" y="310286"/>
                  </a:lnTo>
                  <a:lnTo>
                    <a:pt x="277634" y="304673"/>
                  </a:lnTo>
                  <a:lnTo>
                    <a:pt x="258686" y="295744"/>
                  </a:lnTo>
                  <a:lnTo>
                    <a:pt x="266471" y="281343"/>
                  </a:lnTo>
                  <a:lnTo>
                    <a:pt x="275247" y="267576"/>
                  </a:lnTo>
                  <a:lnTo>
                    <a:pt x="284962" y="254508"/>
                  </a:lnTo>
                  <a:lnTo>
                    <a:pt x="295567" y="242176"/>
                  </a:lnTo>
                  <a:lnTo>
                    <a:pt x="308330" y="254952"/>
                  </a:lnTo>
                  <a:lnTo>
                    <a:pt x="310743" y="255866"/>
                  </a:lnTo>
                  <a:lnTo>
                    <a:pt x="315569" y="255866"/>
                  </a:lnTo>
                  <a:lnTo>
                    <a:pt x="317982" y="254952"/>
                  </a:lnTo>
                  <a:lnTo>
                    <a:pt x="323494" y="249428"/>
                  </a:lnTo>
                  <a:lnTo>
                    <a:pt x="323494" y="243471"/>
                  </a:lnTo>
                  <a:lnTo>
                    <a:pt x="322199" y="242176"/>
                  </a:lnTo>
                  <a:lnTo>
                    <a:pt x="308914" y="228879"/>
                  </a:lnTo>
                  <a:lnTo>
                    <a:pt x="320967" y="218592"/>
                  </a:lnTo>
                  <a:lnTo>
                    <a:pt x="333717" y="209156"/>
                  </a:lnTo>
                  <a:lnTo>
                    <a:pt x="347129" y="200609"/>
                  </a:lnTo>
                  <a:lnTo>
                    <a:pt x="361149" y="192989"/>
                  </a:lnTo>
                  <a:lnTo>
                    <a:pt x="368985" y="210553"/>
                  </a:lnTo>
                  <a:lnTo>
                    <a:pt x="372427" y="212636"/>
                  </a:lnTo>
                  <a:lnTo>
                    <a:pt x="377317" y="212636"/>
                  </a:lnTo>
                  <a:lnTo>
                    <a:pt x="378612" y="212369"/>
                  </a:lnTo>
                  <a:lnTo>
                    <a:pt x="384619" y="209689"/>
                  </a:lnTo>
                  <a:lnTo>
                    <a:pt x="386753" y="204127"/>
                  </a:lnTo>
                  <a:lnTo>
                    <a:pt x="381787" y="192989"/>
                  </a:lnTo>
                  <a:lnTo>
                    <a:pt x="378358" y="185331"/>
                  </a:lnTo>
                  <a:lnTo>
                    <a:pt x="395935" y="179197"/>
                  </a:lnTo>
                  <a:lnTo>
                    <a:pt x="414121" y="174498"/>
                  </a:lnTo>
                  <a:lnTo>
                    <a:pt x="432866" y="171297"/>
                  </a:lnTo>
                  <a:lnTo>
                    <a:pt x="452094" y="169684"/>
                  </a:lnTo>
                  <a:lnTo>
                    <a:pt x="452094" y="190207"/>
                  </a:lnTo>
                  <a:lnTo>
                    <a:pt x="456311" y="194424"/>
                  </a:lnTo>
                  <a:lnTo>
                    <a:pt x="466712" y="194424"/>
                  </a:lnTo>
                  <a:lnTo>
                    <a:pt x="470928" y="190207"/>
                  </a:lnTo>
                  <a:lnTo>
                    <a:pt x="470928" y="169684"/>
                  </a:lnTo>
                  <a:lnTo>
                    <a:pt x="487045" y="170929"/>
                  </a:lnTo>
                  <a:lnTo>
                    <a:pt x="502831" y="173278"/>
                  </a:lnTo>
                  <a:lnTo>
                    <a:pt x="518248" y="176695"/>
                  </a:lnTo>
                  <a:lnTo>
                    <a:pt x="533247" y="181152"/>
                  </a:lnTo>
                  <a:lnTo>
                    <a:pt x="525881" y="200367"/>
                  </a:lnTo>
                  <a:lnTo>
                    <a:pt x="528320" y="205816"/>
                  </a:lnTo>
                  <a:lnTo>
                    <a:pt x="534276" y="208102"/>
                  </a:lnTo>
                  <a:lnTo>
                    <a:pt x="535419" y="208305"/>
                  </a:lnTo>
                  <a:lnTo>
                    <a:pt x="540334" y="208305"/>
                  </a:lnTo>
                  <a:lnTo>
                    <a:pt x="543902" y="206006"/>
                  </a:lnTo>
                  <a:lnTo>
                    <a:pt x="550837" y="187883"/>
                  </a:lnTo>
                  <a:lnTo>
                    <a:pt x="567982" y="196164"/>
                  </a:lnTo>
                  <a:lnTo>
                    <a:pt x="584314" y="205816"/>
                  </a:lnTo>
                  <a:lnTo>
                    <a:pt x="599694" y="216738"/>
                  </a:lnTo>
                  <a:lnTo>
                    <a:pt x="614108" y="228879"/>
                  </a:lnTo>
                  <a:lnTo>
                    <a:pt x="599516" y="243471"/>
                  </a:lnTo>
                  <a:lnTo>
                    <a:pt x="599516" y="249428"/>
                  </a:lnTo>
                  <a:lnTo>
                    <a:pt x="605040" y="254952"/>
                  </a:lnTo>
                  <a:lnTo>
                    <a:pt x="607453" y="255866"/>
                  </a:lnTo>
                  <a:lnTo>
                    <a:pt x="612267" y="255866"/>
                  </a:lnTo>
                  <a:lnTo>
                    <a:pt x="614680" y="254952"/>
                  </a:lnTo>
                  <a:lnTo>
                    <a:pt x="627443" y="242176"/>
                  </a:lnTo>
                  <a:lnTo>
                    <a:pt x="638771" y="255397"/>
                  </a:lnTo>
                  <a:lnTo>
                    <a:pt x="649058" y="269455"/>
                  </a:lnTo>
                  <a:lnTo>
                    <a:pt x="658266" y="284314"/>
                  </a:lnTo>
                  <a:lnTo>
                    <a:pt x="666330" y="299897"/>
                  </a:lnTo>
                  <a:lnTo>
                    <a:pt x="647293" y="308381"/>
                  </a:lnTo>
                  <a:lnTo>
                    <a:pt x="645160" y="313956"/>
                  </a:lnTo>
                  <a:lnTo>
                    <a:pt x="648843" y="322211"/>
                  </a:lnTo>
                  <a:lnTo>
                    <a:pt x="652284" y="324281"/>
                  </a:lnTo>
                  <a:lnTo>
                    <a:pt x="657174" y="324281"/>
                  </a:lnTo>
                  <a:lnTo>
                    <a:pt x="658469" y="324027"/>
                  </a:lnTo>
                  <a:lnTo>
                    <a:pt x="673608" y="317271"/>
                  </a:lnTo>
                  <a:lnTo>
                    <a:pt x="679005" y="333756"/>
                  </a:lnTo>
                  <a:lnTo>
                    <a:pt x="683133" y="350748"/>
                  </a:lnTo>
                  <a:lnTo>
                    <a:pt x="685939" y="368223"/>
                  </a:lnTo>
                  <a:lnTo>
                    <a:pt x="687336" y="385432"/>
                  </a:lnTo>
                  <a:lnTo>
                    <a:pt x="687387" y="386105"/>
                  </a:lnTo>
                  <a:lnTo>
                    <a:pt x="687387" y="301078"/>
                  </a:lnTo>
                  <a:lnTo>
                    <a:pt x="687146" y="300291"/>
                  </a:lnTo>
                  <a:lnTo>
                    <a:pt x="664540" y="258699"/>
                  </a:lnTo>
                  <a:lnTo>
                    <a:pt x="650900" y="242176"/>
                  </a:lnTo>
                  <a:lnTo>
                    <a:pt x="634619" y="222440"/>
                  </a:lnTo>
                  <a:lnTo>
                    <a:pt x="598347" y="192519"/>
                  </a:lnTo>
                  <a:lnTo>
                    <a:pt x="556755" y="169913"/>
                  </a:lnTo>
                  <a:lnTo>
                    <a:pt x="510806" y="155625"/>
                  </a:lnTo>
                  <a:lnTo>
                    <a:pt x="461505" y="150634"/>
                  </a:lnTo>
                  <a:lnTo>
                    <a:pt x="412216" y="155625"/>
                  </a:lnTo>
                  <a:lnTo>
                    <a:pt x="366268" y="169913"/>
                  </a:lnTo>
                  <a:lnTo>
                    <a:pt x="324675" y="192519"/>
                  </a:lnTo>
                  <a:lnTo>
                    <a:pt x="288404" y="222440"/>
                  </a:lnTo>
                  <a:lnTo>
                    <a:pt x="258483" y="258699"/>
                  </a:lnTo>
                  <a:lnTo>
                    <a:pt x="235864" y="300291"/>
                  </a:lnTo>
                  <a:lnTo>
                    <a:pt x="221576" y="346227"/>
                  </a:lnTo>
                  <a:lnTo>
                    <a:pt x="216636" y="395071"/>
                  </a:lnTo>
                  <a:lnTo>
                    <a:pt x="216585" y="400723"/>
                  </a:lnTo>
                  <a:lnTo>
                    <a:pt x="220802" y="404939"/>
                  </a:lnTo>
                  <a:lnTo>
                    <a:pt x="419023" y="404939"/>
                  </a:lnTo>
                  <a:lnTo>
                    <a:pt x="424649" y="418363"/>
                  </a:lnTo>
                  <a:lnTo>
                    <a:pt x="434200" y="429069"/>
                  </a:lnTo>
                  <a:lnTo>
                    <a:pt x="446786" y="436156"/>
                  </a:lnTo>
                  <a:lnTo>
                    <a:pt x="461505" y="438708"/>
                  </a:lnTo>
                  <a:lnTo>
                    <a:pt x="476237" y="436156"/>
                  </a:lnTo>
                  <a:lnTo>
                    <a:pt x="488823" y="429069"/>
                  </a:lnTo>
                  <a:lnTo>
                    <a:pt x="497039" y="419862"/>
                  </a:lnTo>
                  <a:lnTo>
                    <a:pt x="498373" y="418363"/>
                  </a:lnTo>
                  <a:lnTo>
                    <a:pt x="503999" y="404939"/>
                  </a:lnTo>
                  <a:lnTo>
                    <a:pt x="702208" y="404939"/>
                  </a:lnTo>
                  <a:lnTo>
                    <a:pt x="706424" y="400723"/>
                  </a:lnTo>
                  <a:close/>
                </a:path>
                <a:path extrusionOk="0" h="720089" w="923290">
                  <a:moveTo>
                    <a:pt x="808850" y="62623"/>
                  </a:moveTo>
                  <a:lnTo>
                    <a:pt x="804633" y="58407"/>
                  </a:lnTo>
                  <a:lnTo>
                    <a:pt x="790003" y="58407"/>
                  </a:lnTo>
                  <a:lnTo>
                    <a:pt x="790003" y="77254"/>
                  </a:lnTo>
                  <a:lnTo>
                    <a:pt x="790003" y="478332"/>
                  </a:lnTo>
                  <a:lnTo>
                    <a:pt x="140500" y="478332"/>
                  </a:lnTo>
                  <a:lnTo>
                    <a:pt x="140500" y="77254"/>
                  </a:lnTo>
                  <a:lnTo>
                    <a:pt x="790003" y="77254"/>
                  </a:lnTo>
                  <a:lnTo>
                    <a:pt x="790003" y="58407"/>
                  </a:lnTo>
                  <a:lnTo>
                    <a:pt x="125882" y="58407"/>
                  </a:lnTo>
                  <a:lnTo>
                    <a:pt x="121666" y="62623"/>
                  </a:lnTo>
                  <a:lnTo>
                    <a:pt x="121666" y="492950"/>
                  </a:lnTo>
                  <a:lnTo>
                    <a:pt x="125882" y="497166"/>
                  </a:lnTo>
                  <a:lnTo>
                    <a:pt x="804633" y="497166"/>
                  </a:lnTo>
                  <a:lnTo>
                    <a:pt x="808850" y="492950"/>
                  </a:lnTo>
                  <a:lnTo>
                    <a:pt x="808850" y="478332"/>
                  </a:lnTo>
                  <a:lnTo>
                    <a:pt x="808850" y="77254"/>
                  </a:lnTo>
                  <a:lnTo>
                    <a:pt x="808850" y="62623"/>
                  </a:lnTo>
                  <a:close/>
                </a:path>
                <a:path extrusionOk="0" h="720089" w="923290">
                  <a:moveTo>
                    <a:pt x="923150" y="643140"/>
                  </a:moveTo>
                  <a:lnTo>
                    <a:pt x="923099" y="641223"/>
                  </a:lnTo>
                  <a:lnTo>
                    <a:pt x="922655" y="639813"/>
                  </a:lnTo>
                  <a:lnTo>
                    <a:pt x="921842" y="638429"/>
                  </a:lnTo>
                  <a:lnTo>
                    <a:pt x="919162" y="633717"/>
                  </a:lnTo>
                  <a:lnTo>
                    <a:pt x="903554" y="606856"/>
                  </a:lnTo>
                  <a:lnTo>
                    <a:pt x="903554" y="652551"/>
                  </a:lnTo>
                  <a:lnTo>
                    <a:pt x="896759" y="671741"/>
                  </a:lnTo>
                  <a:lnTo>
                    <a:pt x="884047" y="687133"/>
                  </a:lnTo>
                  <a:lnTo>
                    <a:pt x="866724" y="697407"/>
                  </a:lnTo>
                  <a:lnTo>
                    <a:pt x="866533" y="697407"/>
                  </a:lnTo>
                  <a:lnTo>
                    <a:pt x="846366" y="701078"/>
                  </a:lnTo>
                  <a:lnTo>
                    <a:pt x="76784" y="701078"/>
                  </a:lnTo>
                  <a:lnTo>
                    <a:pt x="56642" y="697407"/>
                  </a:lnTo>
                  <a:lnTo>
                    <a:pt x="56451" y="697407"/>
                  </a:lnTo>
                  <a:lnTo>
                    <a:pt x="39116" y="687133"/>
                  </a:lnTo>
                  <a:lnTo>
                    <a:pt x="26416" y="671741"/>
                  </a:lnTo>
                  <a:lnTo>
                    <a:pt x="19608" y="652551"/>
                  </a:lnTo>
                  <a:lnTo>
                    <a:pt x="903554" y="652551"/>
                  </a:lnTo>
                  <a:lnTo>
                    <a:pt x="903554" y="606856"/>
                  </a:lnTo>
                  <a:lnTo>
                    <a:pt x="897369" y="596201"/>
                  </a:lnTo>
                  <a:lnTo>
                    <a:pt x="897369" y="633717"/>
                  </a:lnTo>
                  <a:lnTo>
                    <a:pt x="595757" y="633717"/>
                  </a:lnTo>
                  <a:lnTo>
                    <a:pt x="582168" y="595884"/>
                  </a:lnTo>
                  <a:lnTo>
                    <a:pt x="577024" y="581558"/>
                  </a:lnTo>
                  <a:lnTo>
                    <a:pt x="575741" y="580656"/>
                  </a:lnTo>
                  <a:lnTo>
                    <a:pt x="575741" y="633717"/>
                  </a:lnTo>
                  <a:lnTo>
                    <a:pt x="354761" y="633717"/>
                  </a:lnTo>
                  <a:lnTo>
                    <a:pt x="368350" y="595884"/>
                  </a:lnTo>
                  <a:lnTo>
                    <a:pt x="562152" y="595884"/>
                  </a:lnTo>
                  <a:lnTo>
                    <a:pt x="575741" y="633717"/>
                  </a:lnTo>
                  <a:lnTo>
                    <a:pt x="575741" y="580656"/>
                  </a:lnTo>
                  <a:lnTo>
                    <a:pt x="570611" y="577049"/>
                  </a:lnTo>
                  <a:lnTo>
                    <a:pt x="359892" y="577049"/>
                  </a:lnTo>
                  <a:lnTo>
                    <a:pt x="353479" y="581558"/>
                  </a:lnTo>
                  <a:lnTo>
                    <a:pt x="334746" y="633717"/>
                  </a:lnTo>
                  <a:lnTo>
                    <a:pt x="26898" y="633717"/>
                  </a:lnTo>
                  <a:lnTo>
                    <a:pt x="82550" y="549186"/>
                  </a:lnTo>
                  <a:lnTo>
                    <a:pt x="848258" y="549186"/>
                  </a:lnTo>
                  <a:lnTo>
                    <a:pt x="897369" y="633717"/>
                  </a:lnTo>
                  <a:lnTo>
                    <a:pt x="897369" y="596201"/>
                  </a:lnTo>
                  <a:lnTo>
                    <a:pt x="870064" y="549186"/>
                  </a:lnTo>
                  <a:lnTo>
                    <a:pt x="862774" y="536651"/>
                  </a:lnTo>
                  <a:lnTo>
                    <a:pt x="862774" y="530339"/>
                  </a:lnTo>
                  <a:lnTo>
                    <a:pt x="862774" y="65951"/>
                  </a:lnTo>
                  <a:lnTo>
                    <a:pt x="861517" y="52984"/>
                  </a:lnTo>
                  <a:lnTo>
                    <a:pt x="857796" y="40703"/>
                  </a:lnTo>
                  <a:lnTo>
                    <a:pt x="851738" y="29387"/>
                  </a:lnTo>
                  <a:lnTo>
                    <a:pt x="843940" y="19900"/>
                  </a:lnTo>
                  <a:lnTo>
                    <a:pt x="843940" y="65951"/>
                  </a:lnTo>
                  <a:lnTo>
                    <a:pt x="843927" y="530339"/>
                  </a:lnTo>
                  <a:lnTo>
                    <a:pt x="86563" y="530339"/>
                  </a:lnTo>
                  <a:lnTo>
                    <a:pt x="86563" y="65951"/>
                  </a:lnTo>
                  <a:lnTo>
                    <a:pt x="90220" y="47917"/>
                  </a:lnTo>
                  <a:lnTo>
                    <a:pt x="90271" y="47625"/>
                  </a:lnTo>
                  <a:lnTo>
                    <a:pt x="100380" y="32651"/>
                  </a:lnTo>
                  <a:lnTo>
                    <a:pt x="115354" y="22555"/>
                  </a:lnTo>
                  <a:lnTo>
                    <a:pt x="133667" y="18846"/>
                  </a:lnTo>
                  <a:lnTo>
                    <a:pt x="796836" y="18846"/>
                  </a:lnTo>
                  <a:lnTo>
                    <a:pt x="836053" y="39827"/>
                  </a:lnTo>
                  <a:lnTo>
                    <a:pt x="843940" y="65951"/>
                  </a:lnTo>
                  <a:lnTo>
                    <a:pt x="843940" y="19900"/>
                  </a:lnTo>
                  <a:lnTo>
                    <a:pt x="809802" y="1270"/>
                  </a:lnTo>
                  <a:lnTo>
                    <a:pt x="796836" y="0"/>
                  </a:lnTo>
                  <a:lnTo>
                    <a:pt x="133667" y="0"/>
                  </a:lnTo>
                  <a:lnTo>
                    <a:pt x="108026" y="5194"/>
                  </a:lnTo>
                  <a:lnTo>
                    <a:pt x="87071" y="19342"/>
                  </a:lnTo>
                  <a:lnTo>
                    <a:pt x="72923" y="40309"/>
                  </a:lnTo>
                  <a:lnTo>
                    <a:pt x="67729" y="65951"/>
                  </a:lnTo>
                  <a:lnTo>
                    <a:pt x="67729" y="537438"/>
                  </a:lnTo>
                  <a:lnTo>
                    <a:pt x="571" y="639445"/>
                  </a:lnTo>
                  <a:lnTo>
                    <a:pt x="0" y="641223"/>
                  </a:lnTo>
                  <a:lnTo>
                    <a:pt x="0" y="643140"/>
                  </a:lnTo>
                  <a:lnTo>
                    <a:pt x="6057" y="672998"/>
                  </a:lnTo>
                  <a:lnTo>
                    <a:pt x="22529" y="697407"/>
                  </a:lnTo>
                  <a:lnTo>
                    <a:pt x="46964" y="713879"/>
                  </a:lnTo>
                  <a:lnTo>
                    <a:pt x="76784" y="719924"/>
                  </a:lnTo>
                  <a:lnTo>
                    <a:pt x="846366" y="719924"/>
                  </a:lnTo>
                  <a:lnTo>
                    <a:pt x="895210" y="701078"/>
                  </a:lnTo>
                  <a:lnTo>
                    <a:pt x="921245" y="652551"/>
                  </a:lnTo>
                  <a:lnTo>
                    <a:pt x="923150" y="64314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9"/>
          <p:cNvGrpSpPr/>
          <p:nvPr/>
        </p:nvGrpSpPr>
        <p:grpSpPr>
          <a:xfrm>
            <a:off x="9583972" y="3783227"/>
            <a:ext cx="1113790" cy="1040765"/>
            <a:chOff x="9583972" y="3783227"/>
            <a:chExt cx="1113790" cy="1040765"/>
          </a:xfrm>
        </p:grpSpPr>
        <p:sp>
          <p:nvSpPr>
            <p:cNvPr id="212" name="Google Shape;212;p9"/>
            <p:cNvSpPr/>
            <p:nvPr/>
          </p:nvSpPr>
          <p:spPr>
            <a:xfrm>
              <a:off x="9583972" y="3783227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9786281" y="3941058"/>
              <a:ext cx="716915" cy="731520"/>
            </a:xfrm>
            <a:custGeom>
              <a:rect b="b" l="l" r="r" t="t"/>
              <a:pathLst>
                <a:path extrusionOk="0" h="731520" w="716915">
                  <a:moveTo>
                    <a:pt x="361176" y="0"/>
                  </a:moveTo>
                  <a:lnTo>
                    <a:pt x="354801" y="0"/>
                  </a:lnTo>
                  <a:lnTo>
                    <a:pt x="353023" y="3809"/>
                  </a:lnTo>
                  <a:lnTo>
                    <a:pt x="275985" y="118109"/>
                  </a:lnTo>
                  <a:lnTo>
                    <a:pt x="271806" y="121919"/>
                  </a:lnTo>
                  <a:lnTo>
                    <a:pt x="273394" y="129539"/>
                  </a:lnTo>
                  <a:lnTo>
                    <a:pt x="278652" y="130809"/>
                  </a:lnTo>
                  <a:lnTo>
                    <a:pt x="296610" y="135889"/>
                  </a:lnTo>
                  <a:lnTo>
                    <a:pt x="273902" y="146049"/>
                  </a:lnTo>
                  <a:lnTo>
                    <a:pt x="270714" y="147319"/>
                  </a:lnTo>
                  <a:lnTo>
                    <a:pt x="269190" y="147319"/>
                  </a:lnTo>
                  <a:lnTo>
                    <a:pt x="267285" y="148589"/>
                  </a:lnTo>
                  <a:lnTo>
                    <a:pt x="266155" y="151129"/>
                  </a:lnTo>
                  <a:lnTo>
                    <a:pt x="208129" y="237489"/>
                  </a:lnTo>
                  <a:lnTo>
                    <a:pt x="206122" y="240029"/>
                  </a:lnTo>
                  <a:lnTo>
                    <a:pt x="202807" y="242569"/>
                  </a:lnTo>
                  <a:lnTo>
                    <a:pt x="206109" y="250189"/>
                  </a:lnTo>
                  <a:lnTo>
                    <a:pt x="211367" y="250189"/>
                  </a:lnTo>
                  <a:lnTo>
                    <a:pt x="228322" y="256539"/>
                  </a:lnTo>
                  <a:lnTo>
                    <a:pt x="200313" y="268347"/>
                  </a:lnTo>
                  <a:lnTo>
                    <a:pt x="141428" y="354329"/>
                  </a:lnTo>
                  <a:lnTo>
                    <a:pt x="135408" y="360679"/>
                  </a:lnTo>
                  <a:lnTo>
                    <a:pt x="136717" y="365759"/>
                  </a:lnTo>
                  <a:lnTo>
                    <a:pt x="138444" y="369569"/>
                  </a:lnTo>
                  <a:lnTo>
                    <a:pt x="146711" y="370839"/>
                  </a:lnTo>
                  <a:lnTo>
                    <a:pt x="150915" y="373379"/>
                  </a:lnTo>
                  <a:lnTo>
                    <a:pt x="160173" y="375919"/>
                  </a:lnTo>
                  <a:lnTo>
                    <a:pt x="142279" y="383539"/>
                  </a:lnTo>
                  <a:lnTo>
                    <a:pt x="139193" y="384809"/>
                  </a:lnTo>
                  <a:lnTo>
                    <a:pt x="130176" y="388619"/>
                  </a:lnTo>
                  <a:lnTo>
                    <a:pt x="129020" y="393699"/>
                  </a:lnTo>
                  <a:lnTo>
                    <a:pt x="72734" y="474979"/>
                  </a:lnTo>
                  <a:lnTo>
                    <a:pt x="66790" y="481329"/>
                  </a:lnTo>
                  <a:lnTo>
                    <a:pt x="69254" y="490219"/>
                  </a:lnTo>
                  <a:lnTo>
                    <a:pt x="77268" y="491489"/>
                  </a:lnTo>
                  <a:lnTo>
                    <a:pt x="81345" y="492759"/>
                  </a:lnTo>
                  <a:lnTo>
                    <a:pt x="91555" y="496569"/>
                  </a:lnTo>
                  <a:lnTo>
                    <a:pt x="78322" y="501649"/>
                  </a:lnTo>
                  <a:lnTo>
                    <a:pt x="65509" y="507999"/>
                  </a:lnTo>
                  <a:lnTo>
                    <a:pt x="8447" y="588010"/>
                  </a:lnTo>
                  <a:lnTo>
                    <a:pt x="0" y="603249"/>
                  </a:lnTo>
                  <a:lnTo>
                    <a:pt x="2755" y="608329"/>
                  </a:lnTo>
                  <a:lnTo>
                    <a:pt x="12917" y="612140"/>
                  </a:lnTo>
                  <a:lnTo>
                    <a:pt x="346686" y="728979"/>
                  </a:lnTo>
                  <a:lnTo>
                    <a:pt x="353538" y="731519"/>
                  </a:lnTo>
                  <a:lnTo>
                    <a:pt x="362527" y="731519"/>
                  </a:lnTo>
                  <a:lnTo>
                    <a:pt x="384327" y="723899"/>
                  </a:lnTo>
                  <a:lnTo>
                    <a:pt x="362332" y="723899"/>
                  </a:lnTo>
                  <a:lnTo>
                    <a:pt x="361735" y="722629"/>
                  </a:lnTo>
                  <a:lnTo>
                    <a:pt x="353429" y="722629"/>
                  </a:lnTo>
                  <a:lnTo>
                    <a:pt x="347308" y="721360"/>
                  </a:lnTo>
                  <a:lnTo>
                    <a:pt x="15457" y="605790"/>
                  </a:lnTo>
                  <a:lnTo>
                    <a:pt x="5919" y="601979"/>
                  </a:lnTo>
                  <a:lnTo>
                    <a:pt x="7964" y="601979"/>
                  </a:lnTo>
                  <a:lnTo>
                    <a:pt x="14835" y="593090"/>
                  </a:lnTo>
                  <a:lnTo>
                    <a:pt x="62218" y="523239"/>
                  </a:lnTo>
                  <a:lnTo>
                    <a:pt x="68746" y="513079"/>
                  </a:lnTo>
                  <a:lnTo>
                    <a:pt x="83464" y="513079"/>
                  </a:lnTo>
                  <a:lnTo>
                    <a:pt x="76150" y="510539"/>
                  </a:lnTo>
                  <a:lnTo>
                    <a:pt x="76696" y="510539"/>
                  </a:lnTo>
                  <a:lnTo>
                    <a:pt x="102414" y="500379"/>
                  </a:lnTo>
                  <a:lnTo>
                    <a:pt x="127390" y="500379"/>
                  </a:lnTo>
                  <a:lnTo>
                    <a:pt x="83986" y="485139"/>
                  </a:lnTo>
                  <a:lnTo>
                    <a:pt x="75579" y="482599"/>
                  </a:lnTo>
                  <a:lnTo>
                    <a:pt x="76468" y="482599"/>
                  </a:lnTo>
                  <a:lnTo>
                    <a:pt x="136290" y="396281"/>
                  </a:lnTo>
                  <a:lnTo>
                    <a:pt x="136045" y="396281"/>
                  </a:lnTo>
                  <a:lnTo>
                    <a:pt x="137199" y="394969"/>
                  </a:lnTo>
                  <a:lnTo>
                    <a:pt x="159734" y="394969"/>
                  </a:lnTo>
                  <a:lnTo>
                    <a:pt x="148929" y="391159"/>
                  </a:lnTo>
                  <a:lnTo>
                    <a:pt x="145365" y="391159"/>
                  </a:lnTo>
                  <a:lnTo>
                    <a:pt x="145327" y="389889"/>
                  </a:lnTo>
                  <a:lnTo>
                    <a:pt x="148213" y="389889"/>
                  </a:lnTo>
                  <a:lnTo>
                    <a:pt x="170994" y="379729"/>
                  </a:lnTo>
                  <a:lnTo>
                    <a:pt x="193270" y="379729"/>
                  </a:lnTo>
                  <a:lnTo>
                    <a:pt x="153455" y="365759"/>
                  </a:lnTo>
                  <a:lnTo>
                    <a:pt x="147122" y="363219"/>
                  </a:lnTo>
                  <a:lnTo>
                    <a:pt x="144057" y="363219"/>
                  </a:lnTo>
                  <a:lnTo>
                    <a:pt x="143956" y="361949"/>
                  </a:lnTo>
                  <a:lnTo>
                    <a:pt x="144906" y="361949"/>
                  </a:lnTo>
                  <a:lnTo>
                    <a:pt x="150001" y="354329"/>
                  </a:lnTo>
                  <a:lnTo>
                    <a:pt x="203941" y="275867"/>
                  </a:lnTo>
                  <a:lnTo>
                    <a:pt x="203138" y="275589"/>
                  </a:lnTo>
                  <a:lnTo>
                    <a:pt x="205004" y="274319"/>
                  </a:lnTo>
                  <a:lnTo>
                    <a:pt x="225352" y="274319"/>
                  </a:lnTo>
                  <a:lnTo>
                    <a:pt x="214542" y="270509"/>
                  </a:lnTo>
                  <a:lnTo>
                    <a:pt x="239383" y="260349"/>
                  </a:lnTo>
                  <a:lnTo>
                    <a:pt x="263989" y="260349"/>
                  </a:lnTo>
                  <a:lnTo>
                    <a:pt x="217044" y="243839"/>
                  </a:lnTo>
                  <a:lnTo>
                    <a:pt x="211964" y="242569"/>
                  </a:lnTo>
                  <a:lnTo>
                    <a:pt x="213475" y="242569"/>
                  </a:lnTo>
                  <a:lnTo>
                    <a:pt x="215380" y="240029"/>
                  </a:lnTo>
                  <a:lnTo>
                    <a:pt x="272146" y="156256"/>
                  </a:lnTo>
                  <a:lnTo>
                    <a:pt x="271972" y="156256"/>
                  </a:lnTo>
                  <a:lnTo>
                    <a:pt x="273038" y="154939"/>
                  </a:lnTo>
                  <a:lnTo>
                    <a:pt x="293628" y="154939"/>
                  </a:lnTo>
                  <a:lnTo>
                    <a:pt x="282297" y="151129"/>
                  </a:lnTo>
                  <a:lnTo>
                    <a:pt x="307519" y="140969"/>
                  </a:lnTo>
                  <a:lnTo>
                    <a:pt x="332129" y="140969"/>
                  </a:lnTo>
                  <a:lnTo>
                    <a:pt x="284217" y="124459"/>
                  </a:lnTo>
                  <a:lnTo>
                    <a:pt x="280836" y="124459"/>
                  </a:lnTo>
                  <a:lnTo>
                    <a:pt x="280610" y="123516"/>
                  </a:lnTo>
                  <a:lnTo>
                    <a:pt x="280531" y="123189"/>
                  </a:lnTo>
                  <a:lnTo>
                    <a:pt x="281699" y="123189"/>
                  </a:lnTo>
                  <a:lnTo>
                    <a:pt x="353671" y="17238"/>
                  </a:lnTo>
                  <a:lnTo>
                    <a:pt x="353709" y="15239"/>
                  </a:lnTo>
                  <a:lnTo>
                    <a:pt x="369764" y="15239"/>
                  </a:lnTo>
                  <a:lnTo>
                    <a:pt x="362878" y="5079"/>
                  </a:lnTo>
                  <a:lnTo>
                    <a:pt x="361176" y="0"/>
                  </a:lnTo>
                  <a:close/>
                </a:path>
                <a:path extrusionOk="0" h="731520" w="716915">
                  <a:moveTo>
                    <a:pt x="656489" y="514349"/>
                  </a:moveTo>
                  <a:lnTo>
                    <a:pt x="647638" y="514349"/>
                  </a:lnTo>
                  <a:lnTo>
                    <a:pt x="651448" y="519429"/>
                  </a:lnTo>
                  <a:lnTo>
                    <a:pt x="704216" y="598169"/>
                  </a:lnTo>
                  <a:lnTo>
                    <a:pt x="707048" y="601979"/>
                  </a:lnTo>
                  <a:lnTo>
                    <a:pt x="702476" y="604519"/>
                  </a:lnTo>
                  <a:lnTo>
                    <a:pt x="699771" y="605790"/>
                  </a:lnTo>
                  <a:lnTo>
                    <a:pt x="369660" y="720090"/>
                  </a:lnTo>
                  <a:lnTo>
                    <a:pt x="362332" y="723899"/>
                  </a:lnTo>
                  <a:lnTo>
                    <a:pt x="384327" y="723899"/>
                  </a:lnTo>
                  <a:lnTo>
                    <a:pt x="705334" y="612140"/>
                  </a:lnTo>
                  <a:lnTo>
                    <a:pt x="714033" y="609599"/>
                  </a:lnTo>
                  <a:lnTo>
                    <a:pt x="716802" y="600710"/>
                  </a:lnTo>
                  <a:lnTo>
                    <a:pt x="710617" y="593090"/>
                  </a:lnTo>
                  <a:lnTo>
                    <a:pt x="695967" y="571499"/>
                  </a:lnTo>
                  <a:lnTo>
                    <a:pt x="671988" y="535940"/>
                  </a:lnTo>
                  <a:lnTo>
                    <a:pt x="659868" y="518159"/>
                  </a:lnTo>
                  <a:lnTo>
                    <a:pt x="656489" y="514349"/>
                  </a:lnTo>
                  <a:close/>
                </a:path>
                <a:path extrusionOk="0" h="731520" w="716915">
                  <a:moveTo>
                    <a:pt x="83464" y="513079"/>
                  </a:moveTo>
                  <a:lnTo>
                    <a:pt x="68746" y="513079"/>
                  </a:lnTo>
                  <a:lnTo>
                    <a:pt x="68892" y="514349"/>
                  </a:lnTo>
                  <a:lnTo>
                    <a:pt x="69104" y="515643"/>
                  </a:lnTo>
                  <a:lnTo>
                    <a:pt x="353874" y="615949"/>
                  </a:lnTo>
                  <a:lnTo>
                    <a:pt x="353912" y="722629"/>
                  </a:lnTo>
                  <a:lnTo>
                    <a:pt x="361735" y="722629"/>
                  </a:lnTo>
                  <a:lnTo>
                    <a:pt x="361786" y="614679"/>
                  </a:lnTo>
                  <a:lnTo>
                    <a:pt x="380123" y="608329"/>
                  </a:lnTo>
                  <a:lnTo>
                    <a:pt x="357747" y="608329"/>
                  </a:lnTo>
                  <a:lnTo>
                    <a:pt x="83464" y="513079"/>
                  </a:lnTo>
                  <a:close/>
                </a:path>
                <a:path extrusionOk="0" h="731520" w="716915">
                  <a:moveTo>
                    <a:pt x="633624" y="500379"/>
                  </a:moveTo>
                  <a:lnTo>
                    <a:pt x="612560" y="500379"/>
                  </a:lnTo>
                  <a:lnTo>
                    <a:pt x="638138" y="510539"/>
                  </a:lnTo>
                  <a:lnTo>
                    <a:pt x="498233" y="560069"/>
                  </a:lnTo>
                  <a:lnTo>
                    <a:pt x="404415" y="591819"/>
                  </a:lnTo>
                  <a:lnTo>
                    <a:pt x="357747" y="608329"/>
                  </a:lnTo>
                  <a:lnTo>
                    <a:pt x="380123" y="608329"/>
                  </a:lnTo>
                  <a:lnTo>
                    <a:pt x="644170" y="516889"/>
                  </a:lnTo>
                  <a:lnTo>
                    <a:pt x="648608" y="515643"/>
                  </a:lnTo>
                  <a:lnTo>
                    <a:pt x="647638" y="514349"/>
                  </a:lnTo>
                  <a:lnTo>
                    <a:pt x="656489" y="514349"/>
                  </a:lnTo>
                  <a:lnTo>
                    <a:pt x="654483" y="509269"/>
                  </a:lnTo>
                  <a:lnTo>
                    <a:pt x="639294" y="502919"/>
                  </a:lnTo>
                  <a:lnTo>
                    <a:pt x="633624" y="500379"/>
                  </a:lnTo>
                  <a:close/>
                </a:path>
                <a:path extrusionOk="0" h="731520" w="716915">
                  <a:moveTo>
                    <a:pt x="127390" y="500379"/>
                  </a:moveTo>
                  <a:lnTo>
                    <a:pt x="102414" y="500379"/>
                  </a:lnTo>
                  <a:lnTo>
                    <a:pt x="151268" y="516889"/>
                  </a:lnTo>
                  <a:lnTo>
                    <a:pt x="349924" y="586740"/>
                  </a:lnTo>
                  <a:lnTo>
                    <a:pt x="354712" y="589279"/>
                  </a:lnTo>
                  <a:lnTo>
                    <a:pt x="361189" y="589279"/>
                  </a:lnTo>
                  <a:lnTo>
                    <a:pt x="366117" y="586740"/>
                  </a:lnTo>
                  <a:lnTo>
                    <a:pt x="384238" y="580390"/>
                  </a:lnTo>
                  <a:lnTo>
                    <a:pt x="353874" y="580390"/>
                  </a:lnTo>
                  <a:lnTo>
                    <a:pt x="353874" y="579903"/>
                  </a:lnTo>
                  <a:lnTo>
                    <a:pt x="127390" y="500379"/>
                  </a:lnTo>
                  <a:close/>
                </a:path>
                <a:path extrusionOk="0" h="731520" w="716915">
                  <a:moveTo>
                    <a:pt x="353874" y="579903"/>
                  </a:moveTo>
                  <a:lnTo>
                    <a:pt x="353874" y="580390"/>
                  </a:lnTo>
                  <a:lnTo>
                    <a:pt x="355258" y="580390"/>
                  </a:lnTo>
                  <a:lnTo>
                    <a:pt x="353874" y="579903"/>
                  </a:lnTo>
                  <a:close/>
                </a:path>
                <a:path extrusionOk="0" h="731520" w="716915">
                  <a:moveTo>
                    <a:pt x="159734" y="394969"/>
                  </a:moveTo>
                  <a:lnTo>
                    <a:pt x="137199" y="394969"/>
                  </a:lnTo>
                  <a:lnTo>
                    <a:pt x="136290" y="396281"/>
                  </a:lnTo>
                  <a:lnTo>
                    <a:pt x="142432" y="397509"/>
                  </a:lnTo>
                  <a:lnTo>
                    <a:pt x="353874" y="471169"/>
                  </a:lnTo>
                  <a:lnTo>
                    <a:pt x="353874" y="579903"/>
                  </a:lnTo>
                  <a:lnTo>
                    <a:pt x="355258" y="580390"/>
                  </a:lnTo>
                  <a:lnTo>
                    <a:pt x="361697" y="580390"/>
                  </a:lnTo>
                  <a:lnTo>
                    <a:pt x="361786" y="471169"/>
                  </a:lnTo>
                  <a:lnTo>
                    <a:pt x="379959" y="464819"/>
                  </a:lnTo>
                  <a:lnTo>
                    <a:pt x="357824" y="464819"/>
                  </a:lnTo>
                  <a:lnTo>
                    <a:pt x="159734" y="394969"/>
                  </a:lnTo>
                  <a:close/>
                </a:path>
                <a:path extrusionOk="0" h="731520" w="716915">
                  <a:moveTo>
                    <a:pt x="588693" y="394969"/>
                  </a:moveTo>
                  <a:lnTo>
                    <a:pt x="579858" y="394969"/>
                  </a:lnTo>
                  <a:lnTo>
                    <a:pt x="593456" y="415289"/>
                  </a:lnTo>
                  <a:lnTo>
                    <a:pt x="607693" y="436879"/>
                  </a:lnTo>
                  <a:lnTo>
                    <a:pt x="636233" y="478789"/>
                  </a:lnTo>
                  <a:lnTo>
                    <a:pt x="638659" y="481329"/>
                  </a:lnTo>
                  <a:lnTo>
                    <a:pt x="640195" y="482599"/>
                  </a:lnTo>
                  <a:lnTo>
                    <a:pt x="634137" y="485139"/>
                  </a:lnTo>
                  <a:lnTo>
                    <a:pt x="366929" y="577849"/>
                  </a:lnTo>
                  <a:lnTo>
                    <a:pt x="361481" y="580390"/>
                  </a:lnTo>
                  <a:lnTo>
                    <a:pt x="384238" y="580390"/>
                  </a:lnTo>
                  <a:lnTo>
                    <a:pt x="612560" y="500379"/>
                  </a:lnTo>
                  <a:lnTo>
                    <a:pt x="633624" y="500379"/>
                  </a:lnTo>
                  <a:lnTo>
                    <a:pt x="625120" y="496569"/>
                  </a:lnTo>
                  <a:lnTo>
                    <a:pt x="623495" y="496569"/>
                  </a:lnTo>
                  <a:lnTo>
                    <a:pt x="641161" y="490219"/>
                  </a:lnTo>
                  <a:lnTo>
                    <a:pt x="647066" y="488949"/>
                  </a:lnTo>
                  <a:lnTo>
                    <a:pt x="649136" y="481329"/>
                  </a:lnTo>
                  <a:lnTo>
                    <a:pt x="644691" y="477519"/>
                  </a:lnTo>
                  <a:lnTo>
                    <a:pt x="588693" y="394969"/>
                  </a:lnTo>
                  <a:close/>
                </a:path>
                <a:path extrusionOk="0" h="731520" w="716915">
                  <a:moveTo>
                    <a:pt x="565113" y="379729"/>
                  </a:moveTo>
                  <a:lnTo>
                    <a:pt x="544653" y="379729"/>
                  </a:lnTo>
                  <a:lnTo>
                    <a:pt x="570383" y="389889"/>
                  </a:lnTo>
                  <a:lnTo>
                    <a:pt x="357824" y="464819"/>
                  </a:lnTo>
                  <a:lnTo>
                    <a:pt x="379959" y="464819"/>
                  </a:lnTo>
                  <a:lnTo>
                    <a:pt x="579858" y="394969"/>
                  </a:lnTo>
                  <a:lnTo>
                    <a:pt x="588693" y="394969"/>
                  </a:lnTo>
                  <a:lnTo>
                    <a:pt x="586970" y="392429"/>
                  </a:lnTo>
                  <a:lnTo>
                    <a:pt x="585204" y="387349"/>
                  </a:lnTo>
                  <a:lnTo>
                    <a:pt x="569837" y="382269"/>
                  </a:lnTo>
                  <a:lnTo>
                    <a:pt x="565113" y="379729"/>
                  </a:lnTo>
                  <a:close/>
                </a:path>
                <a:path extrusionOk="0" h="731520" w="716915">
                  <a:moveTo>
                    <a:pt x="193270" y="379729"/>
                  </a:moveTo>
                  <a:lnTo>
                    <a:pt x="170994" y="379729"/>
                  </a:lnTo>
                  <a:lnTo>
                    <a:pt x="216174" y="396281"/>
                  </a:lnTo>
                  <a:lnTo>
                    <a:pt x="347803" y="441959"/>
                  </a:lnTo>
                  <a:lnTo>
                    <a:pt x="357163" y="445769"/>
                  </a:lnTo>
                  <a:lnTo>
                    <a:pt x="358319" y="445769"/>
                  </a:lnTo>
                  <a:lnTo>
                    <a:pt x="383402" y="436879"/>
                  </a:lnTo>
                  <a:lnTo>
                    <a:pt x="353874" y="436879"/>
                  </a:lnTo>
                  <a:lnTo>
                    <a:pt x="353874" y="435376"/>
                  </a:lnTo>
                  <a:lnTo>
                    <a:pt x="354200" y="435376"/>
                  </a:lnTo>
                  <a:lnTo>
                    <a:pt x="193270" y="379729"/>
                  </a:lnTo>
                  <a:close/>
                </a:path>
                <a:path extrusionOk="0" h="731520" w="716915">
                  <a:moveTo>
                    <a:pt x="225352" y="274319"/>
                  </a:moveTo>
                  <a:lnTo>
                    <a:pt x="205004" y="274319"/>
                  </a:lnTo>
                  <a:lnTo>
                    <a:pt x="203941" y="275867"/>
                  </a:lnTo>
                  <a:lnTo>
                    <a:pt x="353874" y="327659"/>
                  </a:lnTo>
                  <a:lnTo>
                    <a:pt x="353874" y="436879"/>
                  </a:lnTo>
                  <a:lnTo>
                    <a:pt x="354877" y="435609"/>
                  </a:lnTo>
                  <a:lnTo>
                    <a:pt x="354200" y="435376"/>
                  </a:lnTo>
                  <a:lnTo>
                    <a:pt x="361786" y="435376"/>
                  </a:lnTo>
                  <a:lnTo>
                    <a:pt x="361786" y="327659"/>
                  </a:lnTo>
                  <a:lnTo>
                    <a:pt x="380993" y="321309"/>
                  </a:lnTo>
                  <a:lnTo>
                    <a:pt x="357912" y="321309"/>
                  </a:lnTo>
                  <a:lnTo>
                    <a:pt x="358293" y="321175"/>
                  </a:lnTo>
                  <a:lnTo>
                    <a:pt x="225352" y="274319"/>
                  </a:lnTo>
                  <a:close/>
                </a:path>
                <a:path extrusionOk="0" h="731520" w="716915">
                  <a:moveTo>
                    <a:pt x="361786" y="435376"/>
                  </a:moveTo>
                  <a:lnTo>
                    <a:pt x="354200" y="435376"/>
                  </a:lnTo>
                  <a:lnTo>
                    <a:pt x="354877" y="435609"/>
                  </a:lnTo>
                  <a:lnTo>
                    <a:pt x="353874" y="436879"/>
                  </a:lnTo>
                  <a:lnTo>
                    <a:pt x="361786" y="436879"/>
                  </a:lnTo>
                  <a:lnTo>
                    <a:pt x="360770" y="435609"/>
                  </a:lnTo>
                  <a:lnTo>
                    <a:pt x="361786" y="435376"/>
                  </a:lnTo>
                  <a:close/>
                </a:path>
                <a:path extrusionOk="0" h="731520" w="716915">
                  <a:moveTo>
                    <a:pt x="361786" y="435376"/>
                  </a:moveTo>
                  <a:lnTo>
                    <a:pt x="360770" y="435609"/>
                  </a:lnTo>
                  <a:lnTo>
                    <a:pt x="361786" y="436879"/>
                  </a:lnTo>
                  <a:lnTo>
                    <a:pt x="361786" y="435376"/>
                  </a:lnTo>
                  <a:close/>
                </a:path>
                <a:path extrusionOk="0" h="731520" w="716915">
                  <a:moveTo>
                    <a:pt x="519680" y="274319"/>
                  </a:moveTo>
                  <a:lnTo>
                    <a:pt x="510401" y="274319"/>
                  </a:lnTo>
                  <a:lnTo>
                    <a:pt x="515773" y="281939"/>
                  </a:lnTo>
                  <a:lnTo>
                    <a:pt x="571057" y="363219"/>
                  </a:lnTo>
                  <a:lnTo>
                    <a:pt x="570549" y="363219"/>
                  </a:lnTo>
                  <a:lnTo>
                    <a:pt x="515229" y="382269"/>
                  </a:lnTo>
                  <a:lnTo>
                    <a:pt x="465594" y="400049"/>
                  </a:lnTo>
                  <a:lnTo>
                    <a:pt x="415947" y="416559"/>
                  </a:lnTo>
                  <a:lnTo>
                    <a:pt x="366294" y="434339"/>
                  </a:lnTo>
                  <a:lnTo>
                    <a:pt x="361786" y="435376"/>
                  </a:lnTo>
                  <a:lnTo>
                    <a:pt x="361786" y="436879"/>
                  </a:lnTo>
                  <a:lnTo>
                    <a:pt x="383402" y="436879"/>
                  </a:lnTo>
                  <a:lnTo>
                    <a:pt x="544653" y="379729"/>
                  </a:lnTo>
                  <a:lnTo>
                    <a:pt x="565113" y="379729"/>
                  </a:lnTo>
                  <a:lnTo>
                    <a:pt x="562751" y="378459"/>
                  </a:lnTo>
                  <a:lnTo>
                    <a:pt x="555651" y="375919"/>
                  </a:lnTo>
                  <a:lnTo>
                    <a:pt x="571171" y="370839"/>
                  </a:lnTo>
                  <a:lnTo>
                    <a:pt x="577635" y="368299"/>
                  </a:lnTo>
                  <a:lnTo>
                    <a:pt x="578524" y="365759"/>
                  </a:lnTo>
                  <a:lnTo>
                    <a:pt x="579074" y="362250"/>
                  </a:lnTo>
                  <a:lnTo>
                    <a:pt x="579121" y="361949"/>
                  </a:lnTo>
                  <a:lnTo>
                    <a:pt x="575463" y="356869"/>
                  </a:lnTo>
                  <a:lnTo>
                    <a:pt x="522162" y="278129"/>
                  </a:lnTo>
                  <a:lnTo>
                    <a:pt x="519680" y="274319"/>
                  </a:lnTo>
                  <a:close/>
                </a:path>
                <a:path extrusionOk="0" h="731520" w="716915">
                  <a:moveTo>
                    <a:pt x="137199" y="394969"/>
                  </a:moveTo>
                  <a:lnTo>
                    <a:pt x="136045" y="396281"/>
                  </a:lnTo>
                  <a:lnTo>
                    <a:pt x="136290" y="396281"/>
                  </a:lnTo>
                  <a:lnTo>
                    <a:pt x="137199" y="394969"/>
                  </a:lnTo>
                  <a:close/>
                </a:path>
                <a:path extrusionOk="0" h="731520" w="716915">
                  <a:moveTo>
                    <a:pt x="145327" y="389889"/>
                  </a:moveTo>
                  <a:lnTo>
                    <a:pt x="145365" y="391159"/>
                  </a:lnTo>
                  <a:lnTo>
                    <a:pt x="146939" y="390458"/>
                  </a:lnTo>
                  <a:lnTo>
                    <a:pt x="145327" y="389889"/>
                  </a:lnTo>
                  <a:close/>
                </a:path>
                <a:path extrusionOk="0" h="731520" w="716915">
                  <a:moveTo>
                    <a:pt x="146939" y="390458"/>
                  </a:moveTo>
                  <a:lnTo>
                    <a:pt x="145365" y="391159"/>
                  </a:lnTo>
                  <a:lnTo>
                    <a:pt x="148929" y="391159"/>
                  </a:lnTo>
                  <a:lnTo>
                    <a:pt x="146939" y="390458"/>
                  </a:lnTo>
                  <a:close/>
                </a:path>
                <a:path extrusionOk="0" h="731520" w="716915">
                  <a:moveTo>
                    <a:pt x="148213" y="389889"/>
                  </a:moveTo>
                  <a:lnTo>
                    <a:pt x="145327" y="389889"/>
                  </a:lnTo>
                  <a:lnTo>
                    <a:pt x="146939" y="390458"/>
                  </a:lnTo>
                  <a:lnTo>
                    <a:pt x="148213" y="389889"/>
                  </a:lnTo>
                  <a:close/>
                </a:path>
                <a:path extrusionOk="0" h="731520" w="716915">
                  <a:moveTo>
                    <a:pt x="143956" y="361949"/>
                  </a:moveTo>
                  <a:lnTo>
                    <a:pt x="144057" y="363219"/>
                  </a:lnTo>
                  <a:lnTo>
                    <a:pt x="144705" y="362250"/>
                  </a:lnTo>
                  <a:lnTo>
                    <a:pt x="143956" y="361949"/>
                  </a:lnTo>
                  <a:close/>
                </a:path>
                <a:path extrusionOk="0" h="731520" w="716915">
                  <a:moveTo>
                    <a:pt x="144705" y="362250"/>
                  </a:moveTo>
                  <a:lnTo>
                    <a:pt x="144057" y="363219"/>
                  </a:lnTo>
                  <a:lnTo>
                    <a:pt x="147122" y="363219"/>
                  </a:lnTo>
                  <a:lnTo>
                    <a:pt x="144705" y="362250"/>
                  </a:lnTo>
                  <a:close/>
                </a:path>
                <a:path extrusionOk="0" h="731520" w="716915">
                  <a:moveTo>
                    <a:pt x="144906" y="361949"/>
                  </a:moveTo>
                  <a:lnTo>
                    <a:pt x="143956" y="361949"/>
                  </a:lnTo>
                  <a:lnTo>
                    <a:pt x="144705" y="362250"/>
                  </a:lnTo>
                  <a:lnTo>
                    <a:pt x="144906" y="361949"/>
                  </a:lnTo>
                  <a:close/>
                </a:path>
                <a:path extrusionOk="0" h="731520" w="716915">
                  <a:moveTo>
                    <a:pt x="358293" y="321175"/>
                  </a:moveTo>
                  <a:lnTo>
                    <a:pt x="357912" y="321309"/>
                  </a:lnTo>
                  <a:lnTo>
                    <a:pt x="358674" y="321309"/>
                  </a:lnTo>
                  <a:lnTo>
                    <a:pt x="358293" y="321175"/>
                  </a:lnTo>
                  <a:close/>
                </a:path>
                <a:path extrusionOk="0" h="731520" w="716915">
                  <a:moveTo>
                    <a:pt x="496639" y="260349"/>
                  </a:moveTo>
                  <a:lnTo>
                    <a:pt x="476264" y="260349"/>
                  </a:lnTo>
                  <a:lnTo>
                    <a:pt x="501943" y="270509"/>
                  </a:lnTo>
                  <a:lnTo>
                    <a:pt x="358293" y="321175"/>
                  </a:lnTo>
                  <a:lnTo>
                    <a:pt x="358674" y="321309"/>
                  </a:lnTo>
                  <a:lnTo>
                    <a:pt x="380993" y="321309"/>
                  </a:lnTo>
                  <a:lnTo>
                    <a:pt x="430930" y="304799"/>
                  </a:lnTo>
                  <a:lnTo>
                    <a:pt x="499797" y="279399"/>
                  </a:lnTo>
                  <a:lnTo>
                    <a:pt x="508992" y="276859"/>
                  </a:lnTo>
                  <a:lnTo>
                    <a:pt x="510401" y="274319"/>
                  </a:lnTo>
                  <a:lnTo>
                    <a:pt x="519680" y="274319"/>
                  </a:lnTo>
                  <a:lnTo>
                    <a:pt x="515545" y="267969"/>
                  </a:lnTo>
                  <a:lnTo>
                    <a:pt x="515240" y="267969"/>
                  </a:lnTo>
                  <a:lnTo>
                    <a:pt x="496639" y="260349"/>
                  </a:lnTo>
                  <a:close/>
                </a:path>
                <a:path extrusionOk="0" h="731520" w="716915">
                  <a:moveTo>
                    <a:pt x="263989" y="260349"/>
                  </a:moveTo>
                  <a:lnTo>
                    <a:pt x="239383" y="260349"/>
                  </a:lnTo>
                  <a:lnTo>
                    <a:pt x="349607" y="298449"/>
                  </a:lnTo>
                  <a:lnTo>
                    <a:pt x="351867" y="299719"/>
                  </a:lnTo>
                  <a:lnTo>
                    <a:pt x="355665" y="300989"/>
                  </a:lnTo>
                  <a:lnTo>
                    <a:pt x="360160" y="300989"/>
                  </a:lnTo>
                  <a:lnTo>
                    <a:pt x="363119" y="299719"/>
                  </a:lnTo>
                  <a:lnTo>
                    <a:pt x="381369" y="293369"/>
                  </a:lnTo>
                  <a:lnTo>
                    <a:pt x="361786" y="293369"/>
                  </a:lnTo>
                  <a:lnTo>
                    <a:pt x="361316" y="292099"/>
                  </a:lnTo>
                  <a:lnTo>
                    <a:pt x="353874" y="292099"/>
                  </a:lnTo>
                  <a:lnTo>
                    <a:pt x="353874" y="291961"/>
                  </a:lnTo>
                  <a:lnTo>
                    <a:pt x="263989" y="260349"/>
                  </a:lnTo>
                  <a:close/>
                </a:path>
                <a:path extrusionOk="0" h="731520" w="716915">
                  <a:moveTo>
                    <a:pt x="361786" y="291961"/>
                  </a:moveTo>
                  <a:lnTo>
                    <a:pt x="361316" y="292099"/>
                  </a:lnTo>
                  <a:lnTo>
                    <a:pt x="361786" y="293369"/>
                  </a:lnTo>
                  <a:lnTo>
                    <a:pt x="361786" y="291961"/>
                  </a:lnTo>
                  <a:close/>
                </a:path>
                <a:path extrusionOk="0" h="731520" w="716915">
                  <a:moveTo>
                    <a:pt x="453043" y="156256"/>
                  </a:moveTo>
                  <a:lnTo>
                    <a:pt x="442972" y="156256"/>
                  </a:lnTo>
                  <a:lnTo>
                    <a:pt x="456296" y="175259"/>
                  </a:lnTo>
                  <a:lnTo>
                    <a:pt x="483558" y="215899"/>
                  </a:lnTo>
                  <a:lnTo>
                    <a:pt x="497130" y="234949"/>
                  </a:lnTo>
                  <a:lnTo>
                    <a:pt x="502731" y="242569"/>
                  </a:lnTo>
                  <a:lnTo>
                    <a:pt x="502477" y="242569"/>
                  </a:lnTo>
                  <a:lnTo>
                    <a:pt x="495987" y="245109"/>
                  </a:lnTo>
                  <a:lnTo>
                    <a:pt x="364466" y="290829"/>
                  </a:lnTo>
                  <a:lnTo>
                    <a:pt x="361786" y="291961"/>
                  </a:lnTo>
                  <a:lnTo>
                    <a:pt x="361786" y="293369"/>
                  </a:lnTo>
                  <a:lnTo>
                    <a:pt x="381369" y="293369"/>
                  </a:lnTo>
                  <a:lnTo>
                    <a:pt x="476264" y="260349"/>
                  </a:lnTo>
                  <a:lnTo>
                    <a:pt x="496639" y="260349"/>
                  </a:lnTo>
                  <a:lnTo>
                    <a:pt x="487338" y="256539"/>
                  </a:lnTo>
                  <a:lnTo>
                    <a:pt x="502718" y="251459"/>
                  </a:lnTo>
                  <a:lnTo>
                    <a:pt x="510312" y="250189"/>
                  </a:lnTo>
                  <a:lnTo>
                    <a:pt x="512002" y="241299"/>
                  </a:lnTo>
                  <a:lnTo>
                    <a:pt x="505918" y="234949"/>
                  </a:lnTo>
                  <a:lnTo>
                    <a:pt x="453043" y="156256"/>
                  </a:lnTo>
                  <a:close/>
                </a:path>
                <a:path extrusionOk="0" h="731520" w="716915">
                  <a:moveTo>
                    <a:pt x="353874" y="291961"/>
                  </a:moveTo>
                  <a:lnTo>
                    <a:pt x="353874" y="292099"/>
                  </a:lnTo>
                  <a:lnTo>
                    <a:pt x="354268" y="292099"/>
                  </a:lnTo>
                  <a:lnTo>
                    <a:pt x="353874" y="291961"/>
                  </a:lnTo>
                  <a:close/>
                </a:path>
                <a:path extrusionOk="0" h="731520" w="716915">
                  <a:moveTo>
                    <a:pt x="293628" y="154939"/>
                  </a:moveTo>
                  <a:lnTo>
                    <a:pt x="273038" y="154939"/>
                  </a:lnTo>
                  <a:lnTo>
                    <a:pt x="272146" y="156256"/>
                  </a:lnTo>
                  <a:lnTo>
                    <a:pt x="353874" y="184149"/>
                  </a:lnTo>
                  <a:lnTo>
                    <a:pt x="353874" y="291961"/>
                  </a:lnTo>
                  <a:lnTo>
                    <a:pt x="354268" y="292099"/>
                  </a:lnTo>
                  <a:lnTo>
                    <a:pt x="361316" y="292099"/>
                  </a:lnTo>
                  <a:lnTo>
                    <a:pt x="361659" y="291961"/>
                  </a:lnTo>
                  <a:lnTo>
                    <a:pt x="361786" y="184149"/>
                  </a:lnTo>
                  <a:lnTo>
                    <a:pt x="383919" y="176529"/>
                  </a:lnTo>
                  <a:lnTo>
                    <a:pt x="357836" y="176529"/>
                  </a:lnTo>
                  <a:lnTo>
                    <a:pt x="293628" y="154939"/>
                  </a:lnTo>
                  <a:close/>
                </a:path>
                <a:path extrusionOk="0" h="731520" w="716915">
                  <a:moveTo>
                    <a:pt x="205004" y="274319"/>
                  </a:moveTo>
                  <a:lnTo>
                    <a:pt x="203138" y="275589"/>
                  </a:lnTo>
                  <a:lnTo>
                    <a:pt x="203941" y="275867"/>
                  </a:lnTo>
                  <a:lnTo>
                    <a:pt x="205004" y="274319"/>
                  </a:lnTo>
                  <a:close/>
                </a:path>
                <a:path extrusionOk="0" h="731520" w="716915">
                  <a:moveTo>
                    <a:pt x="200572" y="267969"/>
                  </a:moveTo>
                  <a:lnTo>
                    <a:pt x="198197" y="269239"/>
                  </a:lnTo>
                  <a:lnTo>
                    <a:pt x="200313" y="268347"/>
                  </a:lnTo>
                  <a:lnTo>
                    <a:pt x="200572" y="267969"/>
                  </a:lnTo>
                  <a:close/>
                </a:path>
                <a:path extrusionOk="0" h="731520" w="716915">
                  <a:moveTo>
                    <a:pt x="428414" y="139699"/>
                  </a:moveTo>
                  <a:lnTo>
                    <a:pt x="408077" y="139699"/>
                  </a:lnTo>
                  <a:lnTo>
                    <a:pt x="433592" y="151129"/>
                  </a:lnTo>
                  <a:lnTo>
                    <a:pt x="357836" y="176529"/>
                  </a:lnTo>
                  <a:lnTo>
                    <a:pt x="383919" y="176529"/>
                  </a:lnTo>
                  <a:lnTo>
                    <a:pt x="442804" y="156256"/>
                  </a:lnTo>
                  <a:lnTo>
                    <a:pt x="453043" y="156256"/>
                  </a:lnTo>
                  <a:lnTo>
                    <a:pt x="447892" y="148589"/>
                  </a:lnTo>
                  <a:lnTo>
                    <a:pt x="446939" y="147319"/>
                  </a:lnTo>
                  <a:lnTo>
                    <a:pt x="428414" y="139699"/>
                  </a:lnTo>
                  <a:close/>
                </a:path>
                <a:path extrusionOk="0" h="731520" w="716915">
                  <a:moveTo>
                    <a:pt x="332129" y="140969"/>
                  </a:moveTo>
                  <a:lnTo>
                    <a:pt x="307519" y="140969"/>
                  </a:lnTo>
                  <a:lnTo>
                    <a:pt x="347079" y="153669"/>
                  </a:lnTo>
                  <a:lnTo>
                    <a:pt x="356185" y="157479"/>
                  </a:lnTo>
                  <a:lnTo>
                    <a:pt x="360618" y="157479"/>
                  </a:lnTo>
                  <a:lnTo>
                    <a:pt x="362392" y="156256"/>
                  </a:lnTo>
                  <a:lnTo>
                    <a:pt x="380005" y="149859"/>
                  </a:lnTo>
                  <a:lnTo>
                    <a:pt x="361786" y="149859"/>
                  </a:lnTo>
                  <a:lnTo>
                    <a:pt x="360897" y="148589"/>
                  </a:lnTo>
                  <a:lnTo>
                    <a:pt x="353874" y="148589"/>
                  </a:lnTo>
                  <a:lnTo>
                    <a:pt x="353873" y="148462"/>
                  </a:lnTo>
                  <a:lnTo>
                    <a:pt x="332129" y="140969"/>
                  </a:lnTo>
                  <a:close/>
                </a:path>
                <a:path extrusionOk="0" h="731520" w="716915">
                  <a:moveTo>
                    <a:pt x="273038" y="154939"/>
                  </a:moveTo>
                  <a:lnTo>
                    <a:pt x="271972" y="156256"/>
                  </a:lnTo>
                  <a:lnTo>
                    <a:pt x="272146" y="156256"/>
                  </a:lnTo>
                  <a:lnTo>
                    <a:pt x="273038" y="154939"/>
                  </a:lnTo>
                  <a:close/>
                </a:path>
                <a:path extrusionOk="0" h="731520" w="716915">
                  <a:moveTo>
                    <a:pt x="361786" y="148322"/>
                  </a:moveTo>
                  <a:lnTo>
                    <a:pt x="360897" y="148589"/>
                  </a:lnTo>
                  <a:lnTo>
                    <a:pt x="361786" y="149859"/>
                  </a:lnTo>
                  <a:lnTo>
                    <a:pt x="361786" y="148322"/>
                  </a:lnTo>
                  <a:close/>
                </a:path>
                <a:path extrusionOk="0" h="731520" w="716915">
                  <a:moveTo>
                    <a:pt x="370625" y="16509"/>
                  </a:moveTo>
                  <a:lnTo>
                    <a:pt x="361786" y="16509"/>
                  </a:lnTo>
                  <a:lnTo>
                    <a:pt x="361786" y="17238"/>
                  </a:lnTo>
                  <a:lnTo>
                    <a:pt x="432106" y="120649"/>
                  </a:lnTo>
                  <a:lnTo>
                    <a:pt x="434024" y="123189"/>
                  </a:lnTo>
                  <a:lnTo>
                    <a:pt x="434747" y="123189"/>
                  </a:lnTo>
                  <a:lnTo>
                    <a:pt x="365113" y="147319"/>
                  </a:lnTo>
                  <a:lnTo>
                    <a:pt x="361786" y="148322"/>
                  </a:lnTo>
                  <a:lnTo>
                    <a:pt x="361786" y="149859"/>
                  </a:lnTo>
                  <a:lnTo>
                    <a:pt x="380005" y="149859"/>
                  </a:lnTo>
                  <a:lnTo>
                    <a:pt x="408077" y="139699"/>
                  </a:lnTo>
                  <a:lnTo>
                    <a:pt x="428414" y="139699"/>
                  </a:lnTo>
                  <a:lnTo>
                    <a:pt x="419152" y="135889"/>
                  </a:lnTo>
                  <a:lnTo>
                    <a:pt x="437529" y="129539"/>
                  </a:lnTo>
                  <a:lnTo>
                    <a:pt x="442228" y="129539"/>
                  </a:lnTo>
                  <a:lnTo>
                    <a:pt x="443980" y="121919"/>
                  </a:lnTo>
                  <a:lnTo>
                    <a:pt x="440348" y="119379"/>
                  </a:lnTo>
                  <a:lnTo>
                    <a:pt x="370625" y="16509"/>
                  </a:lnTo>
                  <a:close/>
                </a:path>
                <a:path extrusionOk="0" h="731520" w="716915">
                  <a:moveTo>
                    <a:pt x="353873" y="148462"/>
                  </a:moveTo>
                  <a:lnTo>
                    <a:pt x="353874" y="148589"/>
                  </a:lnTo>
                  <a:lnTo>
                    <a:pt x="354242" y="148589"/>
                  </a:lnTo>
                  <a:lnTo>
                    <a:pt x="353873" y="148462"/>
                  </a:lnTo>
                  <a:close/>
                </a:path>
                <a:path extrusionOk="0" h="731520" w="716915">
                  <a:moveTo>
                    <a:pt x="369764" y="15239"/>
                  </a:moveTo>
                  <a:lnTo>
                    <a:pt x="353709" y="15239"/>
                  </a:lnTo>
                  <a:lnTo>
                    <a:pt x="354166" y="16509"/>
                  </a:lnTo>
                  <a:lnTo>
                    <a:pt x="353714" y="17238"/>
                  </a:lnTo>
                  <a:lnTo>
                    <a:pt x="353830" y="118109"/>
                  </a:lnTo>
                  <a:lnTo>
                    <a:pt x="353873" y="148462"/>
                  </a:lnTo>
                  <a:lnTo>
                    <a:pt x="354242" y="148589"/>
                  </a:lnTo>
                  <a:lnTo>
                    <a:pt x="360897" y="148589"/>
                  </a:lnTo>
                  <a:lnTo>
                    <a:pt x="361786" y="148322"/>
                  </a:lnTo>
                  <a:lnTo>
                    <a:pt x="361786" y="17238"/>
                  </a:lnTo>
                  <a:lnTo>
                    <a:pt x="361291" y="16509"/>
                  </a:lnTo>
                  <a:lnTo>
                    <a:pt x="370625" y="16509"/>
                  </a:lnTo>
                  <a:lnTo>
                    <a:pt x="369764" y="15239"/>
                  </a:lnTo>
                  <a:close/>
                </a:path>
                <a:path extrusionOk="0" h="731520" w="716915">
                  <a:moveTo>
                    <a:pt x="280531" y="123189"/>
                  </a:moveTo>
                  <a:lnTo>
                    <a:pt x="280836" y="124459"/>
                  </a:lnTo>
                  <a:lnTo>
                    <a:pt x="281477" y="123516"/>
                  </a:lnTo>
                  <a:lnTo>
                    <a:pt x="280531" y="123189"/>
                  </a:lnTo>
                  <a:close/>
                </a:path>
                <a:path extrusionOk="0" h="731520" w="716915">
                  <a:moveTo>
                    <a:pt x="281477" y="123516"/>
                  </a:moveTo>
                  <a:lnTo>
                    <a:pt x="280836" y="124459"/>
                  </a:lnTo>
                  <a:lnTo>
                    <a:pt x="284217" y="124459"/>
                  </a:lnTo>
                  <a:lnTo>
                    <a:pt x="281477" y="123516"/>
                  </a:lnTo>
                  <a:close/>
                </a:path>
                <a:path extrusionOk="0" h="731520" w="716915">
                  <a:moveTo>
                    <a:pt x="281699" y="123189"/>
                  </a:moveTo>
                  <a:lnTo>
                    <a:pt x="280531" y="123189"/>
                  </a:lnTo>
                  <a:lnTo>
                    <a:pt x="281477" y="123516"/>
                  </a:lnTo>
                  <a:lnTo>
                    <a:pt x="281699" y="123189"/>
                  </a:lnTo>
                  <a:close/>
                </a:path>
                <a:path extrusionOk="0" h="731520" w="716915">
                  <a:moveTo>
                    <a:pt x="353709" y="15239"/>
                  </a:moveTo>
                  <a:lnTo>
                    <a:pt x="353714" y="17238"/>
                  </a:lnTo>
                  <a:lnTo>
                    <a:pt x="354166" y="16509"/>
                  </a:lnTo>
                  <a:lnTo>
                    <a:pt x="353709" y="15239"/>
                  </a:lnTo>
                  <a:close/>
                </a:path>
                <a:path extrusionOk="0" h="731520" w="716915">
                  <a:moveTo>
                    <a:pt x="361786" y="16509"/>
                  </a:moveTo>
                  <a:lnTo>
                    <a:pt x="361291" y="16509"/>
                  </a:lnTo>
                  <a:lnTo>
                    <a:pt x="361786" y="17238"/>
                  </a:lnTo>
                  <a:lnTo>
                    <a:pt x="361786" y="16509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9"/>
          <p:cNvGrpSpPr/>
          <p:nvPr/>
        </p:nvGrpSpPr>
        <p:grpSpPr>
          <a:xfrm>
            <a:off x="5255846" y="3783227"/>
            <a:ext cx="1113790" cy="1040765"/>
            <a:chOff x="5255846" y="3783227"/>
            <a:chExt cx="1113790" cy="1040765"/>
          </a:xfrm>
        </p:grpSpPr>
        <p:sp>
          <p:nvSpPr>
            <p:cNvPr id="215" name="Google Shape;215;p9"/>
            <p:cNvSpPr/>
            <p:nvPr/>
          </p:nvSpPr>
          <p:spPr>
            <a:xfrm>
              <a:off x="5255846" y="3783227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6" name="Google Shape;21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84196" y="4102933"/>
              <a:ext cx="94399" cy="94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47014" y="4415625"/>
              <a:ext cx="94399" cy="943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9"/>
            <p:cNvSpPr/>
            <p:nvPr/>
          </p:nvSpPr>
          <p:spPr>
            <a:xfrm>
              <a:off x="5449951" y="3941241"/>
              <a:ext cx="725805" cy="725170"/>
            </a:xfrm>
            <a:custGeom>
              <a:rect b="b" l="l" r="r" t="t"/>
              <a:pathLst>
                <a:path extrusionOk="0" h="725170" w="725804">
                  <a:moveTo>
                    <a:pt x="471703" y="708520"/>
                  </a:moveTo>
                  <a:lnTo>
                    <a:pt x="466407" y="691629"/>
                  </a:lnTo>
                  <a:lnTo>
                    <a:pt x="419481" y="702805"/>
                  </a:lnTo>
                  <a:lnTo>
                    <a:pt x="372275" y="707326"/>
                  </a:lnTo>
                  <a:lnTo>
                    <a:pt x="325412" y="705383"/>
                  </a:lnTo>
                  <a:lnTo>
                    <a:pt x="279527" y="697179"/>
                  </a:lnTo>
                  <a:lnTo>
                    <a:pt x="235229" y="682917"/>
                  </a:lnTo>
                  <a:lnTo>
                    <a:pt x="193179" y="662800"/>
                  </a:lnTo>
                  <a:lnTo>
                    <a:pt x="153987" y="637032"/>
                  </a:lnTo>
                  <a:lnTo>
                    <a:pt x="118287" y="605828"/>
                  </a:lnTo>
                  <a:lnTo>
                    <a:pt x="86715" y="569366"/>
                  </a:lnTo>
                  <a:lnTo>
                    <a:pt x="72567" y="579996"/>
                  </a:lnTo>
                  <a:lnTo>
                    <a:pt x="105752" y="618324"/>
                  </a:lnTo>
                  <a:lnTo>
                    <a:pt x="143281" y="651129"/>
                  </a:lnTo>
                  <a:lnTo>
                    <a:pt x="184480" y="678218"/>
                  </a:lnTo>
                  <a:lnTo>
                    <a:pt x="228701" y="699363"/>
                  </a:lnTo>
                  <a:lnTo>
                    <a:pt x="275247" y="714349"/>
                  </a:lnTo>
                  <a:lnTo>
                    <a:pt x="323494" y="722972"/>
                  </a:lnTo>
                  <a:lnTo>
                    <a:pt x="372757" y="725030"/>
                  </a:lnTo>
                  <a:lnTo>
                    <a:pt x="422376" y="720280"/>
                  </a:lnTo>
                  <a:lnTo>
                    <a:pt x="471703" y="708520"/>
                  </a:lnTo>
                  <a:close/>
                </a:path>
                <a:path extrusionOk="0" h="725170" w="725804">
                  <a:moveTo>
                    <a:pt x="653135" y="144576"/>
                  </a:moveTo>
                  <a:lnTo>
                    <a:pt x="623023" y="109347"/>
                  </a:lnTo>
                  <a:lnTo>
                    <a:pt x="589254" y="78701"/>
                  </a:lnTo>
                  <a:lnTo>
                    <a:pt x="552335" y="52819"/>
                  </a:lnTo>
                  <a:lnTo>
                    <a:pt x="512762" y="31851"/>
                  </a:lnTo>
                  <a:lnTo>
                    <a:pt x="471043" y="15951"/>
                  </a:lnTo>
                  <a:lnTo>
                    <a:pt x="427697" y="5283"/>
                  </a:lnTo>
                  <a:lnTo>
                    <a:pt x="383235" y="0"/>
                  </a:lnTo>
                  <a:lnTo>
                    <a:pt x="338137" y="266"/>
                  </a:lnTo>
                  <a:lnTo>
                    <a:pt x="292938" y="6235"/>
                  </a:lnTo>
                  <a:lnTo>
                    <a:pt x="248119" y="18059"/>
                  </a:lnTo>
                  <a:lnTo>
                    <a:pt x="205168" y="35483"/>
                  </a:lnTo>
                  <a:lnTo>
                    <a:pt x="165417" y="57835"/>
                  </a:lnTo>
                  <a:lnTo>
                    <a:pt x="129184" y="84683"/>
                  </a:lnTo>
                  <a:lnTo>
                    <a:pt x="96774" y="115582"/>
                  </a:lnTo>
                  <a:lnTo>
                    <a:pt x="68503" y="150126"/>
                  </a:lnTo>
                  <a:lnTo>
                    <a:pt x="44678" y="187871"/>
                  </a:lnTo>
                  <a:lnTo>
                    <a:pt x="25603" y="228396"/>
                  </a:lnTo>
                  <a:lnTo>
                    <a:pt x="11595" y="271259"/>
                  </a:lnTo>
                  <a:lnTo>
                    <a:pt x="2959" y="316026"/>
                  </a:lnTo>
                  <a:lnTo>
                    <a:pt x="0" y="362280"/>
                  </a:lnTo>
                  <a:lnTo>
                    <a:pt x="812" y="386753"/>
                  </a:lnTo>
                  <a:lnTo>
                    <a:pt x="3276" y="411099"/>
                  </a:lnTo>
                  <a:lnTo>
                    <a:pt x="7353" y="435216"/>
                  </a:lnTo>
                  <a:lnTo>
                    <a:pt x="13042" y="459028"/>
                  </a:lnTo>
                  <a:lnTo>
                    <a:pt x="30099" y="454329"/>
                  </a:lnTo>
                  <a:lnTo>
                    <a:pt x="19939" y="401916"/>
                  </a:lnTo>
                  <a:lnTo>
                    <a:pt x="17957" y="349186"/>
                  </a:lnTo>
                  <a:lnTo>
                    <a:pt x="23977" y="297053"/>
                  </a:lnTo>
                  <a:lnTo>
                    <a:pt x="37820" y="246430"/>
                  </a:lnTo>
                  <a:lnTo>
                    <a:pt x="59309" y="198234"/>
                  </a:lnTo>
                  <a:lnTo>
                    <a:pt x="88265" y="153377"/>
                  </a:lnTo>
                  <a:lnTo>
                    <a:pt x="123786" y="113525"/>
                  </a:lnTo>
                  <a:lnTo>
                    <a:pt x="164515" y="79971"/>
                  </a:lnTo>
                  <a:lnTo>
                    <a:pt x="209626" y="53149"/>
                  </a:lnTo>
                  <a:lnTo>
                    <a:pt x="258267" y="33451"/>
                  </a:lnTo>
                  <a:lnTo>
                    <a:pt x="309626" y="21323"/>
                  </a:lnTo>
                  <a:lnTo>
                    <a:pt x="362839" y="17145"/>
                  </a:lnTo>
                  <a:lnTo>
                    <a:pt x="408978" y="20091"/>
                  </a:lnTo>
                  <a:lnTo>
                    <a:pt x="453796" y="29070"/>
                  </a:lnTo>
                  <a:lnTo>
                    <a:pt x="496747" y="43840"/>
                  </a:lnTo>
                  <a:lnTo>
                    <a:pt x="537286" y="64109"/>
                  </a:lnTo>
                  <a:lnTo>
                    <a:pt x="574878" y="89611"/>
                  </a:lnTo>
                  <a:lnTo>
                    <a:pt x="608965" y="120065"/>
                  </a:lnTo>
                  <a:lnTo>
                    <a:pt x="638987" y="155206"/>
                  </a:lnTo>
                  <a:lnTo>
                    <a:pt x="653135" y="144576"/>
                  </a:lnTo>
                  <a:close/>
                </a:path>
                <a:path extrusionOk="0" h="725170" w="725804">
                  <a:moveTo>
                    <a:pt x="725690" y="360603"/>
                  </a:moveTo>
                  <a:lnTo>
                    <a:pt x="722350" y="312839"/>
                  </a:lnTo>
                  <a:lnTo>
                    <a:pt x="712647" y="265531"/>
                  </a:lnTo>
                  <a:lnTo>
                    <a:pt x="695591" y="270230"/>
                  </a:lnTo>
                  <a:lnTo>
                    <a:pt x="704811" y="315239"/>
                  </a:lnTo>
                  <a:lnTo>
                    <a:pt x="707986" y="360667"/>
                  </a:lnTo>
                  <a:lnTo>
                    <a:pt x="705205" y="405930"/>
                  </a:lnTo>
                  <a:lnTo>
                    <a:pt x="696531" y="450430"/>
                  </a:lnTo>
                  <a:lnTo>
                    <a:pt x="682040" y="493598"/>
                  </a:lnTo>
                  <a:lnTo>
                    <a:pt x="661809" y="534835"/>
                  </a:lnTo>
                  <a:lnTo>
                    <a:pt x="677138" y="543712"/>
                  </a:lnTo>
                  <a:lnTo>
                    <a:pt x="698411" y="500367"/>
                  </a:lnTo>
                  <a:lnTo>
                    <a:pt x="713638" y="454977"/>
                  </a:lnTo>
                  <a:lnTo>
                    <a:pt x="722757" y="408190"/>
                  </a:lnTo>
                  <a:lnTo>
                    <a:pt x="725690" y="360603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9" name="Google Shape;21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07201" y="4445118"/>
              <a:ext cx="188798" cy="1887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9"/>
            <p:cNvSpPr/>
            <p:nvPr/>
          </p:nvSpPr>
          <p:spPr>
            <a:xfrm>
              <a:off x="5647613" y="4091129"/>
              <a:ext cx="354330" cy="448945"/>
            </a:xfrm>
            <a:custGeom>
              <a:rect b="b" l="l" r="r" t="t"/>
              <a:pathLst>
                <a:path extrusionOk="0" h="448945" w="354329">
                  <a:moveTo>
                    <a:pt x="330390" y="0"/>
                  </a:moveTo>
                  <a:lnTo>
                    <a:pt x="23596" y="0"/>
                  </a:lnTo>
                  <a:lnTo>
                    <a:pt x="14412" y="1854"/>
                  </a:lnTo>
                  <a:lnTo>
                    <a:pt x="6911" y="6911"/>
                  </a:lnTo>
                  <a:lnTo>
                    <a:pt x="1854" y="14412"/>
                  </a:lnTo>
                  <a:lnTo>
                    <a:pt x="0" y="23596"/>
                  </a:lnTo>
                  <a:lnTo>
                    <a:pt x="0" y="424789"/>
                  </a:lnTo>
                  <a:lnTo>
                    <a:pt x="1854" y="433973"/>
                  </a:lnTo>
                  <a:lnTo>
                    <a:pt x="6911" y="441474"/>
                  </a:lnTo>
                  <a:lnTo>
                    <a:pt x="14412" y="446531"/>
                  </a:lnTo>
                  <a:lnTo>
                    <a:pt x="23596" y="448386"/>
                  </a:lnTo>
                  <a:lnTo>
                    <a:pt x="247789" y="448386"/>
                  </a:lnTo>
                  <a:lnTo>
                    <a:pt x="256165" y="407070"/>
                  </a:lnTo>
                  <a:lnTo>
                    <a:pt x="260130" y="401192"/>
                  </a:lnTo>
                  <a:lnTo>
                    <a:pt x="59004" y="401192"/>
                  </a:lnTo>
                  <a:lnTo>
                    <a:pt x="59004" y="353999"/>
                  </a:lnTo>
                  <a:lnTo>
                    <a:pt x="307579" y="353999"/>
                  </a:lnTo>
                  <a:lnTo>
                    <a:pt x="312671" y="350565"/>
                  </a:lnTo>
                  <a:lnTo>
                    <a:pt x="353987" y="342188"/>
                  </a:lnTo>
                  <a:lnTo>
                    <a:pt x="353987" y="306793"/>
                  </a:lnTo>
                  <a:lnTo>
                    <a:pt x="59004" y="306793"/>
                  </a:lnTo>
                  <a:lnTo>
                    <a:pt x="59004" y="259600"/>
                  </a:lnTo>
                  <a:lnTo>
                    <a:pt x="353987" y="259600"/>
                  </a:lnTo>
                  <a:lnTo>
                    <a:pt x="353987" y="212394"/>
                  </a:lnTo>
                  <a:lnTo>
                    <a:pt x="59004" y="212394"/>
                  </a:lnTo>
                  <a:lnTo>
                    <a:pt x="59004" y="165201"/>
                  </a:lnTo>
                  <a:lnTo>
                    <a:pt x="353987" y="165201"/>
                  </a:lnTo>
                  <a:lnTo>
                    <a:pt x="353987" y="117995"/>
                  </a:lnTo>
                  <a:lnTo>
                    <a:pt x="47193" y="117995"/>
                  </a:lnTo>
                  <a:lnTo>
                    <a:pt x="47193" y="47193"/>
                  </a:lnTo>
                  <a:lnTo>
                    <a:pt x="353987" y="47193"/>
                  </a:lnTo>
                  <a:lnTo>
                    <a:pt x="353987" y="23596"/>
                  </a:lnTo>
                  <a:lnTo>
                    <a:pt x="352132" y="14412"/>
                  </a:lnTo>
                  <a:lnTo>
                    <a:pt x="347075" y="6911"/>
                  </a:lnTo>
                  <a:lnTo>
                    <a:pt x="339574" y="1854"/>
                  </a:lnTo>
                  <a:lnTo>
                    <a:pt x="330390" y="0"/>
                  </a:lnTo>
                  <a:close/>
                </a:path>
                <a:path extrusionOk="0" h="448945" w="354329">
                  <a:moveTo>
                    <a:pt x="153403" y="353999"/>
                  </a:moveTo>
                  <a:lnTo>
                    <a:pt x="106197" y="353999"/>
                  </a:lnTo>
                  <a:lnTo>
                    <a:pt x="106197" y="401192"/>
                  </a:lnTo>
                  <a:lnTo>
                    <a:pt x="153403" y="401192"/>
                  </a:lnTo>
                  <a:lnTo>
                    <a:pt x="153403" y="353999"/>
                  </a:lnTo>
                  <a:close/>
                </a:path>
                <a:path extrusionOk="0" h="448945" w="354329">
                  <a:moveTo>
                    <a:pt x="307579" y="353999"/>
                  </a:moveTo>
                  <a:lnTo>
                    <a:pt x="200596" y="353999"/>
                  </a:lnTo>
                  <a:lnTo>
                    <a:pt x="200596" y="401192"/>
                  </a:lnTo>
                  <a:lnTo>
                    <a:pt x="260130" y="401192"/>
                  </a:lnTo>
                  <a:lnTo>
                    <a:pt x="278928" y="373327"/>
                  </a:lnTo>
                  <a:lnTo>
                    <a:pt x="307579" y="353999"/>
                  </a:lnTo>
                  <a:close/>
                </a:path>
                <a:path extrusionOk="0" h="448945" w="354329">
                  <a:moveTo>
                    <a:pt x="153403" y="259600"/>
                  </a:moveTo>
                  <a:lnTo>
                    <a:pt x="106197" y="259600"/>
                  </a:lnTo>
                  <a:lnTo>
                    <a:pt x="106197" y="306793"/>
                  </a:lnTo>
                  <a:lnTo>
                    <a:pt x="153403" y="306793"/>
                  </a:lnTo>
                  <a:lnTo>
                    <a:pt x="153403" y="259600"/>
                  </a:lnTo>
                  <a:close/>
                </a:path>
                <a:path extrusionOk="0" h="448945" w="354329">
                  <a:moveTo>
                    <a:pt x="247789" y="259600"/>
                  </a:moveTo>
                  <a:lnTo>
                    <a:pt x="200596" y="259600"/>
                  </a:lnTo>
                  <a:lnTo>
                    <a:pt x="200596" y="306793"/>
                  </a:lnTo>
                  <a:lnTo>
                    <a:pt x="247789" y="306793"/>
                  </a:lnTo>
                  <a:lnTo>
                    <a:pt x="247789" y="259600"/>
                  </a:lnTo>
                  <a:close/>
                </a:path>
                <a:path extrusionOk="0" h="448945" w="354329">
                  <a:moveTo>
                    <a:pt x="353987" y="259600"/>
                  </a:moveTo>
                  <a:lnTo>
                    <a:pt x="294982" y="259600"/>
                  </a:lnTo>
                  <a:lnTo>
                    <a:pt x="294982" y="306793"/>
                  </a:lnTo>
                  <a:lnTo>
                    <a:pt x="353987" y="306793"/>
                  </a:lnTo>
                  <a:lnTo>
                    <a:pt x="353987" y="259600"/>
                  </a:lnTo>
                  <a:close/>
                </a:path>
                <a:path extrusionOk="0" h="448945" w="354329">
                  <a:moveTo>
                    <a:pt x="153403" y="165201"/>
                  </a:moveTo>
                  <a:lnTo>
                    <a:pt x="106197" y="165201"/>
                  </a:lnTo>
                  <a:lnTo>
                    <a:pt x="106197" y="212394"/>
                  </a:lnTo>
                  <a:lnTo>
                    <a:pt x="153403" y="212394"/>
                  </a:lnTo>
                  <a:lnTo>
                    <a:pt x="153403" y="165201"/>
                  </a:lnTo>
                  <a:close/>
                </a:path>
                <a:path extrusionOk="0" h="448945" w="354329">
                  <a:moveTo>
                    <a:pt x="247789" y="165201"/>
                  </a:moveTo>
                  <a:lnTo>
                    <a:pt x="200596" y="165201"/>
                  </a:lnTo>
                  <a:lnTo>
                    <a:pt x="200596" y="212394"/>
                  </a:lnTo>
                  <a:lnTo>
                    <a:pt x="247789" y="212394"/>
                  </a:lnTo>
                  <a:lnTo>
                    <a:pt x="247789" y="165201"/>
                  </a:lnTo>
                  <a:close/>
                </a:path>
                <a:path extrusionOk="0" h="448945" w="354329">
                  <a:moveTo>
                    <a:pt x="353987" y="165201"/>
                  </a:moveTo>
                  <a:lnTo>
                    <a:pt x="294982" y="165201"/>
                  </a:lnTo>
                  <a:lnTo>
                    <a:pt x="294982" y="212394"/>
                  </a:lnTo>
                  <a:lnTo>
                    <a:pt x="353987" y="212394"/>
                  </a:lnTo>
                  <a:lnTo>
                    <a:pt x="353987" y="165201"/>
                  </a:lnTo>
                  <a:close/>
                </a:path>
                <a:path extrusionOk="0" h="448945" w="354329">
                  <a:moveTo>
                    <a:pt x="353987" y="47193"/>
                  </a:moveTo>
                  <a:lnTo>
                    <a:pt x="306781" y="47193"/>
                  </a:lnTo>
                  <a:lnTo>
                    <a:pt x="306781" y="117995"/>
                  </a:lnTo>
                  <a:lnTo>
                    <a:pt x="353987" y="117995"/>
                  </a:lnTo>
                  <a:lnTo>
                    <a:pt x="353987" y="47193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9"/>
          <p:cNvGrpSpPr/>
          <p:nvPr/>
        </p:nvGrpSpPr>
        <p:grpSpPr>
          <a:xfrm>
            <a:off x="927719" y="3783227"/>
            <a:ext cx="1113790" cy="1040765"/>
            <a:chOff x="927719" y="3783227"/>
            <a:chExt cx="1113790" cy="1040765"/>
          </a:xfrm>
        </p:grpSpPr>
        <p:sp>
          <p:nvSpPr>
            <p:cNvPr id="222" name="Google Shape;222;p9"/>
            <p:cNvSpPr/>
            <p:nvPr/>
          </p:nvSpPr>
          <p:spPr>
            <a:xfrm>
              <a:off x="927719" y="3783227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1504568" y="4071668"/>
              <a:ext cx="348615" cy="464184"/>
            </a:xfrm>
            <a:custGeom>
              <a:rect b="b" l="l" r="r" t="t"/>
              <a:pathLst>
                <a:path extrusionOk="0" h="464185" w="348614">
                  <a:moveTo>
                    <a:pt x="320573" y="0"/>
                  </a:moveTo>
                  <a:lnTo>
                    <a:pt x="27609" y="0"/>
                  </a:lnTo>
                  <a:lnTo>
                    <a:pt x="16871" y="2174"/>
                  </a:lnTo>
                  <a:lnTo>
                    <a:pt x="8094" y="8101"/>
                  </a:lnTo>
                  <a:lnTo>
                    <a:pt x="2172" y="16882"/>
                  </a:lnTo>
                  <a:lnTo>
                    <a:pt x="0" y="27622"/>
                  </a:lnTo>
                  <a:lnTo>
                    <a:pt x="0" y="436079"/>
                  </a:lnTo>
                  <a:lnTo>
                    <a:pt x="2172" y="446817"/>
                  </a:lnTo>
                  <a:lnTo>
                    <a:pt x="8094" y="455595"/>
                  </a:lnTo>
                  <a:lnTo>
                    <a:pt x="16871" y="461517"/>
                  </a:lnTo>
                  <a:lnTo>
                    <a:pt x="27609" y="463689"/>
                  </a:lnTo>
                  <a:lnTo>
                    <a:pt x="320573" y="463689"/>
                  </a:lnTo>
                  <a:lnTo>
                    <a:pt x="331316" y="461517"/>
                  </a:lnTo>
                  <a:lnTo>
                    <a:pt x="340093" y="455595"/>
                  </a:lnTo>
                  <a:lnTo>
                    <a:pt x="344791" y="448627"/>
                  </a:lnTo>
                  <a:lnTo>
                    <a:pt x="20688" y="448627"/>
                  </a:lnTo>
                  <a:lnTo>
                    <a:pt x="15062" y="443001"/>
                  </a:lnTo>
                  <a:lnTo>
                    <a:pt x="15062" y="20688"/>
                  </a:lnTo>
                  <a:lnTo>
                    <a:pt x="20688" y="15062"/>
                  </a:lnTo>
                  <a:lnTo>
                    <a:pt x="344785" y="15062"/>
                  </a:lnTo>
                  <a:lnTo>
                    <a:pt x="340093" y="8101"/>
                  </a:lnTo>
                  <a:lnTo>
                    <a:pt x="331316" y="2174"/>
                  </a:lnTo>
                  <a:lnTo>
                    <a:pt x="320573" y="0"/>
                  </a:lnTo>
                  <a:close/>
                </a:path>
                <a:path extrusionOk="0" h="464185" w="348614">
                  <a:moveTo>
                    <a:pt x="344785" y="15062"/>
                  </a:moveTo>
                  <a:lnTo>
                    <a:pt x="327494" y="15062"/>
                  </a:lnTo>
                  <a:lnTo>
                    <a:pt x="333133" y="20688"/>
                  </a:lnTo>
                  <a:lnTo>
                    <a:pt x="333133" y="443001"/>
                  </a:lnTo>
                  <a:lnTo>
                    <a:pt x="327494" y="448627"/>
                  </a:lnTo>
                  <a:lnTo>
                    <a:pt x="344791" y="448627"/>
                  </a:lnTo>
                  <a:lnTo>
                    <a:pt x="346012" y="446817"/>
                  </a:lnTo>
                  <a:lnTo>
                    <a:pt x="348183" y="436079"/>
                  </a:lnTo>
                  <a:lnTo>
                    <a:pt x="348183" y="27622"/>
                  </a:lnTo>
                  <a:lnTo>
                    <a:pt x="346012" y="16882"/>
                  </a:lnTo>
                  <a:lnTo>
                    <a:pt x="344785" y="15062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4" name="Google Shape;224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37912" y="4116609"/>
              <a:ext cx="272268" cy="3802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9"/>
            <p:cNvSpPr/>
            <p:nvPr/>
          </p:nvSpPr>
          <p:spPr>
            <a:xfrm>
              <a:off x="1116571" y="4071670"/>
              <a:ext cx="348615" cy="464184"/>
            </a:xfrm>
            <a:custGeom>
              <a:rect b="b" l="l" r="r" t="t"/>
              <a:pathLst>
                <a:path extrusionOk="0" h="464185" w="348615">
                  <a:moveTo>
                    <a:pt x="65125" y="44310"/>
                  </a:moveTo>
                  <a:lnTo>
                    <a:pt x="61760" y="40932"/>
                  </a:lnTo>
                  <a:lnTo>
                    <a:pt x="47713" y="40932"/>
                  </a:lnTo>
                  <a:lnTo>
                    <a:pt x="44348" y="44297"/>
                  </a:lnTo>
                  <a:lnTo>
                    <a:pt x="44348" y="52628"/>
                  </a:lnTo>
                  <a:lnTo>
                    <a:pt x="47713" y="55994"/>
                  </a:lnTo>
                  <a:lnTo>
                    <a:pt x="57594" y="55994"/>
                  </a:lnTo>
                  <a:lnTo>
                    <a:pt x="61760" y="55994"/>
                  </a:lnTo>
                  <a:lnTo>
                    <a:pt x="65125" y="52628"/>
                  </a:lnTo>
                  <a:lnTo>
                    <a:pt x="65125" y="44310"/>
                  </a:lnTo>
                  <a:close/>
                </a:path>
                <a:path extrusionOk="0" h="464185" w="348615">
                  <a:moveTo>
                    <a:pt x="117449" y="44310"/>
                  </a:moveTo>
                  <a:lnTo>
                    <a:pt x="114084" y="40932"/>
                  </a:lnTo>
                  <a:lnTo>
                    <a:pt x="100050" y="40932"/>
                  </a:lnTo>
                  <a:lnTo>
                    <a:pt x="96685" y="44297"/>
                  </a:lnTo>
                  <a:lnTo>
                    <a:pt x="96685" y="52628"/>
                  </a:lnTo>
                  <a:lnTo>
                    <a:pt x="100050" y="55994"/>
                  </a:lnTo>
                  <a:lnTo>
                    <a:pt x="109918" y="55994"/>
                  </a:lnTo>
                  <a:lnTo>
                    <a:pt x="114084" y="55994"/>
                  </a:lnTo>
                  <a:lnTo>
                    <a:pt x="117449" y="52628"/>
                  </a:lnTo>
                  <a:lnTo>
                    <a:pt x="117449" y="44310"/>
                  </a:lnTo>
                  <a:close/>
                </a:path>
                <a:path extrusionOk="0" h="464185" w="348615">
                  <a:moveTo>
                    <a:pt x="314921" y="44310"/>
                  </a:moveTo>
                  <a:lnTo>
                    <a:pt x="311556" y="40932"/>
                  </a:lnTo>
                  <a:lnTo>
                    <a:pt x="178930" y="40932"/>
                  </a:lnTo>
                  <a:lnTo>
                    <a:pt x="175552" y="44297"/>
                  </a:lnTo>
                  <a:lnTo>
                    <a:pt x="175552" y="52628"/>
                  </a:lnTo>
                  <a:lnTo>
                    <a:pt x="178930" y="55994"/>
                  </a:lnTo>
                  <a:lnTo>
                    <a:pt x="307390" y="55994"/>
                  </a:lnTo>
                  <a:lnTo>
                    <a:pt x="311556" y="55994"/>
                  </a:lnTo>
                  <a:lnTo>
                    <a:pt x="314921" y="52628"/>
                  </a:lnTo>
                  <a:lnTo>
                    <a:pt x="314921" y="44310"/>
                  </a:lnTo>
                  <a:close/>
                </a:path>
                <a:path extrusionOk="0" h="464185" w="348615">
                  <a:moveTo>
                    <a:pt x="348183" y="27622"/>
                  </a:moveTo>
                  <a:lnTo>
                    <a:pt x="346011" y="16891"/>
                  </a:lnTo>
                  <a:lnTo>
                    <a:pt x="344779" y="15062"/>
                  </a:lnTo>
                  <a:lnTo>
                    <a:pt x="340093" y="8102"/>
                  </a:lnTo>
                  <a:lnTo>
                    <a:pt x="333133" y="3416"/>
                  </a:lnTo>
                  <a:lnTo>
                    <a:pt x="333133" y="20688"/>
                  </a:lnTo>
                  <a:lnTo>
                    <a:pt x="333133" y="81864"/>
                  </a:lnTo>
                  <a:lnTo>
                    <a:pt x="333133" y="96926"/>
                  </a:lnTo>
                  <a:lnTo>
                    <a:pt x="333133" y="443001"/>
                  </a:lnTo>
                  <a:lnTo>
                    <a:pt x="327494" y="448627"/>
                  </a:lnTo>
                  <a:lnTo>
                    <a:pt x="20701" y="448627"/>
                  </a:lnTo>
                  <a:lnTo>
                    <a:pt x="15074" y="443001"/>
                  </a:lnTo>
                  <a:lnTo>
                    <a:pt x="15074" y="96926"/>
                  </a:lnTo>
                  <a:lnTo>
                    <a:pt x="333133" y="96926"/>
                  </a:lnTo>
                  <a:lnTo>
                    <a:pt x="333133" y="81864"/>
                  </a:lnTo>
                  <a:lnTo>
                    <a:pt x="15074" y="81864"/>
                  </a:lnTo>
                  <a:lnTo>
                    <a:pt x="15074" y="20688"/>
                  </a:lnTo>
                  <a:lnTo>
                    <a:pt x="20701" y="15062"/>
                  </a:lnTo>
                  <a:lnTo>
                    <a:pt x="327494" y="15062"/>
                  </a:lnTo>
                  <a:lnTo>
                    <a:pt x="333133" y="20688"/>
                  </a:lnTo>
                  <a:lnTo>
                    <a:pt x="333133" y="3416"/>
                  </a:lnTo>
                  <a:lnTo>
                    <a:pt x="331304" y="2184"/>
                  </a:lnTo>
                  <a:lnTo>
                    <a:pt x="320573" y="0"/>
                  </a:lnTo>
                  <a:lnTo>
                    <a:pt x="27635" y="0"/>
                  </a:lnTo>
                  <a:lnTo>
                    <a:pt x="16878" y="2184"/>
                  </a:lnTo>
                  <a:lnTo>
                    <a:pt x="8102" y="8102"/>
                  </a:lnTo>
                  <a:lnTo>
                    <a:pt x="2184" y="16891"/>
                  </a:lnTo>
                  <a:lnTo>
                    <a:pt x="12" y="27622"/>
                  </a:lnTo>
                  <a:lnTo>
                    <a:pt x="12" y="85229"/>
                  </a:lnTo>
                  <a:lnTo>
                    <a:pt x="0" y="93560"/>
                  </a:lnTo>
                  <a:lnTo>
                    <a:pt x="12" y="436079"/>
                  </a:lnTo>
                  <a:lnTo>
                    <a:pt x="2184" y="446824"/>
                  </a:lnTo>
                  <a:lnTo>
                    <a:pt x="8102" y="455599"/>
                  </a:lnTo>
                  <a:lnTo>
                    <a:pt x="16878" y="461518"/>
                  </a:lnTo>
                  <a:lnTo>
                    <a:pt x="27635" y="463689"/>
                  </a:lnTo>
                  <a:lnTo>
                    <a:pt x="320573" y="463689"/>
                  </a:lnTo>
                  <a:lnTo>
                    <a:pt x="331304" y="461518"/>
                  </a:lnTo>
                  <a:lnTo>
                    <a:pt x="340093" y="455599"/>
                  </a:lnTo>
                  <a:lnTo>
                    <a:pt x="344779" y="448627"/>
                  </a:lnTo>
                  <a:lnTo>
                    <a:pt x="346011" y="446824"/>
                  </a:lnTo>
                  <a:lnTo>
                    <a:pt x="348183" y="436079"/>
                  </a:lnTo>
                  <a:lnTo>
                    <a:pt x="348183" y="93560"/>
                  </a:lnTo>
                  <a:lnTo>
                    <a:pt x="348183" y="85229"/>
                  </a:lnTo>
                  <a:lnTo>
                    <a:pt x="348183" y="27622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" name="Google Shape;226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60915" y="4210837"/>
              <a:ext cx="104089" cy="1446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9"/>
            <p:cNvSpPr/>
            <p:nvPr/>
          </p:nvSpPr>
          <p:spPr>
            <a:xfrm>
              <a:off x="1168069" y="4210837"/>
              <a:ext cx="247015" cy="274320"/>
            </a:xfrm>
            <a:custGeom>
              <a:rect b="b" l="l" r="r" t="t"/>
              <a:pathLst>
                <a:path extrusionOk="0" h="274320" w="247015">
                  <a:moveTo>
                    <a:pt x="245186" y="262623"/>
                  </a:moveTo>
                  <a:lnTo>
                    <a:pt x="241820" y="259257"/>
                  </a:lnTo>
                  <a:lnTo>
                    <a:pt x="3365" y="259257"/>
                  </a:lnTo>
                  <a:lnTo>
                    <a:pt x="0" y="262636"/>
                  </a:lnTo>
                  <a:lnTo>
                    <a:pt x="0" y="270954"/>
                  </a:lnTo>
                  <a:lnTo>
                    <a:pt x="3365" y="274320"/>
                  </a:lnTo>
                  <a:lnTo>
                    <a:pt x="237655" y="274320"/>
                  </a:lnTo>
                  <a:lnTo>
                    <a:pt x="241820" y="274320"/>
                  </a:lnTo>
                  <a:lnTo>
                    <a:pt x="245186" y="270954"/>
                  </a:lnTo>
                  <a:lnTo>
                    <a:pt x="245186" y="262623"/>
                  </a:lnTo>
                  <a:close/>
                </a:path>
                <a:path extrusionOk="0" h="274320" w="247015">
                  <a:moveTo>
                    <a:pt x="245186" y="197815"/>
                  </a:moveTo>
                  <a:lnTo>
                    <a:pt x="241820" y="194449"/>
                  </a:lnTo>
                  <a:lnTo>
                    <a:pt x="3365" y="194449"/>
                  </a:lnTo>
                  <a:lnTo>
                    <a:pt x="0" y="197827"/>
                  </a:lnTo>
                  <a:lnTo>
                    <a:pt x="0" y="206146"/>
                  </a:lnTo>
                  <a:lnTo>
                    <a:pt x="3365" y="209511"/>
                  </a:lnTo>
                  <a:lnTo>
                    <a:pt x="237655" y="209511"/>
                  </a:lnTo>
                  <a:lnTo>
                    <a:pt x="241820" y="209511"/>
                  </a:lnTo>
                  <a:lnTo>
                    <a:pt x="245186" y="206146"/>
                  </a:lnTo>
                  <a:lnTo>
                    <a:pt x="245186" y="197815"/>
                  </a:lnTo>
                  <a:close/>
                </a:path>
                <a:path extrusionOk="0" h="274320" w="247015">
                  <a:moveTo>
                    <a:pt x="246494" y="132994"/>
                  </a:moveTo>
                  <a:lnTo>
                    <a:pt x="243128" y="129628"/>
                  </a:lnTo>
                  <a:lnTo>
                    <a:pt x="127419" y="129628"/>
                  </a:lnTo>
                  <a:lnTo>
                    <a:pt x="124053" y="133007"/>
                  </a:lnTo>
                  <a:lnTo>
                    <a:pt x="124053" y="141325"/>
                  </a:lnTo>
                  <a:lnTo>
                    <a:pt x="127419" y="144691"/>
                  </a:lnTo>
                  <a:lnTo>
                    <a:pt x="238963" y="144691"/>
                  </a:lnTo>
                  <a:lnTo>
                    <a:pt x="243128" y="144691"/>
                  </a:lnTo>
                  <a:lnTo>
                    <a:pt x="246494" y="141325"/>
                  </a:lnTo>
                  <a:lnTo>
                    <a:pt x="246494" y="132994"/>
                  </a:lnTo>
                  <a:close/>
                </a:path>
                <a:path extrusionOk="0" h="274320" w="247015">
                  <a:moveTo>
                    <a:pt x="246494" y="68173"/>
                  </a:moveTo>
                  <a:lnTo>
                    <a:pt x="243128" y="64808"/>
                  </a:lnTo>
                  <a:lnTo>
                    <a:pt x="127419" y="64808"/>
                  </a:lnTo>
                  <a:lnTo>
                    <a:pt x="124053" y="68186"/>
                  </a:lnTo>
                  <a:lnTo>
                    <a:pt x="124053" y="76504"/>
                  </a:lnTo>
                  <a:lnTo>
                    <a:pt x="127419" y="79870"/>
                  </a:lnTo>
                  <a:lnTo>
                    <a:pt x="238963" y="79870"/>
                  </a:lnTo>
                  <a:lnTo>
                    <a:pt x="243128" y="79870"/>
                  </a:lnTo>
                  <a:lnTo>
                    <a:pt x="246494" y="76504"/>
                  </a:lnTo>
                  <a:lnTo>
                    <a:pt x="246494" y="68173"/>
                  </a:lnTo>
                  <a:close/>
                </a:path>
                <a:path extrusionOk="0" h="274320" w="247015">
                  <a:moveTo>
                    <a:pt x="246494" y="3365"/>
                  </a:moveTo>
                  <a:lnTo>
                    <a:pt x="243128" y="0"/>
                  </a:lnTo>
                  <a:lnTo>
                    <a:pt x="127419" y="0"/>
                  </a:lnTo>
                  <a:lnTo>
                    <a:pt x="124053" y="3378"/>
                  </a:lnTo>
                  <a:lnTo>
                    <a:pt x="124053" y="11696"/>
                  </a:lnTo>
                  <a:lnTo>
                    <a:pt x="127419" y="15062"/>
                  </a:lnTo>
                  <a:lnTo>
                    <a:pt x="238963" y="15062"/>
                  </a:lnTo>
                  <a:lnTo>
                    <a:pt x="243128" y="15062"/>
                  </a:lnTo>
                  <a:lnTo>
                    <a:pt x="246494" y="11696"/>
                  </a:lnTo>
                  <a:lnTo>
                    <a:pt x="246494" y="3365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8" name="Google Shape;228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21905" y="3945279"/>
              <a:ext cx="79997" cy="955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9"/>
            <p:cNvSpPr/>
            <p:nvPr/>
          </p:nvSpPr>
          <p:spPr>
            <a:xfrm>
              <a:off x="1267372" y="3941620"/>
              <a:ext cx="434975" cy="94615"/>
            </a:xfrm>
            <a:custGeom>
              <a:rect b="b" l="l" r="r" t="t"/>
              <a:pathLst>
                <a:path extrusionOk="0" h="94614" w="434975">
                  <a:moveTo>
                    <a:pt x="203256" y="0"/>
                  </a:moveTo>
                  <a:lnTo>
                    <a:pt x="155371" y="7315"/>
                  </a:lnTo>
                  <a:lnTo>
                    <a:pt x="112629" y="19899"/>
                  </a:lnTo>
                  <a:lnTo>
                    <a:pt x="75811" y="35447"/>
                  </a:lnTo>
                  <a:lnTo>
                    <a:pt x="23063" y="66227"/>
                  </a:lnTo>
                  <a:lnTo>
                    <a:pt x="0" y="88751"/>
                  </a:lnTo>
                  <a:lnTo>
                    <a:pt x="4254" y="93526"/>
                  </a:lnTo>
                  <a:lnTo>
                    <a:pt x="6311" y="94377"/>
                  </a:lnTo>
                  <a:lnTo>
                    <a:pt x="8381" y="94377"/>
                  </a:lnTo>
                  <a:lnTo>
                    <a:pt x="10159" y="94377"/>
                  </a:lnTo>
                  <a:lnTo>
                    <a:pt x="11950" y="93742"/>
                  </a:lnTo>
                  <a:lnTo>
                    <a:pt x="19478" y="87504"/>
                  </a:lnTo>
                  <a:lnTo>
                    <a:pt x="35917" y="75602"/>
                  </a:lnTo>
                  <a:lnTo>
                    <a:pt x="95919" y="42669"/>
                  </a:lnTo>
                  <a:lnTo>
                    <a:pt x="137506" y="27494"/>
                  </a:lnTo>
                  <a:lnTo>
                    <a:pt x="185498" y="17084"/>
                  </a:lnTo>
                  <a:lnTo>
                    <a:pt x="238909" y="14365"/>
                  </a:lnTo>
                  <a:lnTo>
                    <a:pt x="296749" y="22267"/>
                  </a:lnTo>
                  <a:lnTo>
                    <a:pt x="358031" y="43715"/>
                  </a:lnTo>
                  <a:lnTo>
                    <a:pt x="421766" y="81639"/>
                  </a:lnTo>
                  <a:lnTo>
                    <a:pt x="425119" y="84090"/>
                  </a:lnTo>
                  <a:lnTo>
                    <a:pt x="429818" y="83354"/>
                  </a:lnTo>
                  <a:lnTo>
                    <a:pt x="434733" y="76623"/>
                  </a:lnTo>
                  <a:lnTo>
                    <a:pt x="433997" y="71924"/>
                  </a:lnTo>
                  <a:lnTo>
                    <a:pt x="430644" y="69473"/>
                  </a:lnTo>
                  <a:lnTo>
                    <a:pt x="369979" y="32688"/>
                  </a:lnTo>
                  <a:lnTo>
                    <a:pt x="311340" y="10383"/>
                  </a:lnTo>
                  <a:lnTo>
                    <a:pt x="255506" y="254"/>
                  </a:lnTo>
                  <a:lnTo>
                    <a:pt x="203256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0" name="Google Shape;230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67411" y="4565425"/>
              <a:ext cx="79997" cy="95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9"/>
            <p:cNvSpPr/>
            <p:nvPr/>
          </p:nvSpPr>
          <p:spPr>
            <a:xfrm>
              <a:off x="1267216" y="4570172"/>
              <a:ext cx="434975" cy="96520"/>
            </a:xfrm>
            <a:custGeom>
              <a:rect b="b" l="l" r="r" t="t"/>
              <a:pathLst>
                <a:path extrusionOk="0" h="96520" w="434975">
                  <a:moveTo>
                    <a:pt x="424459" y="0"/>
                  </a:moveTo>
                  <a:lnTo>
                    <a:pt x="370382" y="37829"/>
                  </a:lnTo>
                  <a:lnTo>
                    <a:pt x="336219" y="54778"/>
                  </a:lnTo>
                  <a:lnTo>
                    <a:pt x="294947" y="69642"/>
                  </a:lnTo>
                  <a:lnTo>
                    <a:pt x="247452" y="79589"/>
                  </a:lnTo>
                  <a:lnTo>
                    <a:pt x="194620" y="81790"/>
                  </a:lnTo>
                  <a:lnTo>
                    <a:pt x="137338" y="73414"/>
                  </a:lnTo>
                  <a:lnTo>
                    <a:pt x="76491" y="51632"/>
                  </a:lnTo>
                  <a:lnTo>
                    <a:pt x="12966" y="13614"/>
                  </a:lnTo>
                  <a:lnTo>
                    <a:pt x="9613" y="11163"/>
                  </a:lnTo>
                  <a:lnTo>
                    <a:pt x="4902" y="11899"/>
                  </a:lnTo>
                  <a:lnTo>
                    <a:pt x="0" y="18630"/>
                  </a:lnTo>
                  <a:lnTo>
                    <a:pt x="723" y="23329"/>
                  </a:lnTo>
                  <a:lnTo>
                    <a:pt x="4076" y="25780"/>
                  </a:lnTo>
                  <a:lnTo>
                    <a:pt x="57537" y="58944"/>
                  </a:lnTo>
                  <a:lnTo>
                    <a:pt x="109497" y="80689"/>
                  </a:lnTo>
                  <a:lnTo>
                    <a:pt x="159426" y="92585"/>
                  </a:lnTo>
                  <a:lnTo>
                    <a:pt x="206794" y="96202"/>
                  </a:lnTo>
                  <a:lnTo>
                    <a:pt x="280022" y="87771"/>
                  </a:lnTo>
                  <a:lnTo>
                    <a:pt x="341708" y="67621"/>
                  </a:lnTo>
                  <a:lnTo>
                    <a:pt x="389237" y="43467"/>
                  </a:lnTo>
                  <a:lnTo>
                    <a:pt x="431368" y="14008"/>
                  </a:lnTo>
                  <a:lnTo>
                    <a:pt x="434746" y="6489"/>
                  </a:lnTo>
                  <a:lnTo>
                    <a:pt x="429209" y="279"/>
                  </a:lnTo>
                  <a:lnTo>
                    <a:pt x="424459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9"/>
          <p:cNvSpPr txBox="1"/>
          <p:nvPr/>
        </p:nvSpPr>
        <p:spPr>
          <a:xfrm>
            <a:off x="14549704" y="5040826"/>
            <a:ext cx="2874010" cy="267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8770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Particiones, perspectivas y KPIs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Mejoran el rendimiento y simplifican la interpretación del modelo.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10221576" y="5040826"/>
            <a:ext cx="2875915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Jerarquías y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relaciones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Facilitan la navegación entre niveles, por ejemplo Año </a:t>
            </a:r>
            <a:r>
              <a:rPr lang="en-US" sz="1800">
                <a:latin typeface="Noto Sans Arabic"/>
                <a:ea typeface="Noto Sans Arabic"/>
                <a:cs typeface="Noto Sans Arabic"/>
                <a:sym typeface="Noto Sans Arabic"/>
              </a:rPr>
              <a:t>�</a:t>
            </a:r>
            <a:r>
              <a:rPr lang="en-US" sz="18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Mes </a:t>
            </a:r>
            <a:r>
              <a:rPr lang="en-US" sz="1800">
                <a:latin typeface="Noto Sans Arabic"/>
                <a:ea typeface="Noto Sans Arabic"/>
                <a:cs typeface="Noto Sans Arabic"/>
                <a:sym typeface="Noto Sans Arabic"/>
              </a:rPr>
              <a:t>�</a:t>
            </a:r>
            <a:r>
              <a:rPr lang="en-US" sz="18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Día.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5893451" y="5040826"/>
            <a:ext cx="2764790" cy="238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7790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Medidas: indicadores numéricos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Definen valores agregables como </a:t>
            </a:r>
            <a:r>
              <a:rPr b="1" lang="en-US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ventas 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o </a:t>
            </a:r>
            <a:r>
              <a:rPr b="1" lang="en-US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costos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1565324" y="5040826"/>
            <a:ext cx="2760980" cy="238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9659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Dimensiones: contexto y atributos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Organizan datos en entidades como tiempo, producto o cliente.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40" name="Google Shape;240;p10"/>
          <p:cNvSpPr txBox="1"/>
          <p:nvPr>
            <p:ph type="title"/>
          </p:nvPr>
        </p:nvSpPr>
        <p:spPr>
          <a:xfrm>
            <a:off x="9617075" y="5050306"/>
            <a:ext cx="7457440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latin typeface="Montserrat Medium"/>
                <a:ea typeface="Montserrat Medium"/>
                <a:cs typeface="Montserrat Medium"/>
                <a:sym typeface="Montserrat Medium"/>
              </a:rPr>
              <a:t>Modelos, diseño y navegación en SSAS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15965219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905513" y="6778543"/>
            <a:ext cx="153670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Montserrat Light"/>
                <a:ea typeface="Montserrat Light"/>
                <a:cs typeface="Montserrat Light"/>
                <a:sym typeface="Montserrat Light"/>
              </a:rPr>
              <a:t>10.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/>
        </p:nvSpPr>
        <p:spPr>
          <a:xfrm>
            <a:off x="905494" y="1771163"/>
            <a:ext cx="7720330" cy="675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12700" marR="5080" rtl="0" algn="l">
              <a:lnSpc>
                <a:spcPct val="1103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latin typeface="Montserrat Medium"/>
                <a:ea typeface="Montserrat Medium"/>
                <a:cs typeface="Montserrat Medium"/>
                <a:sym typeface="Montserrat Medium"/>
              </a:rPr>
              <a:t>Modelos multidimensional y tabular</a:t>
            </a:r>
            <a:endParaRPr sz="445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5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Modelo multidimensional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915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Utiliza </a:t>
            </a:r>
            <a:r>
              <a:rPr b="1" lang="en-US" sz="17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cubos</a:t>
            </a:r>
            <a:r>
              <a:rPr lang="en-US" sz="1750">
                <a:latin typeface="Lora"/>
                <a:ea typeface="Lora"/>
                <a:cs typeface="Lora"/>
                <a:sym typeface="Lora"/>
              </a:rPr>
              <a:t>, dimensiones y jerarquías explícitas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Lenguaje de consulta principal: </a:t>
            </a:r>
            <a:r>
              <a:rPr b="1" lang="en-US" sz="17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MDX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Ideal para análisis OLAP clásico y escenarios corporativos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750"/>
              <a:buFont typeface="Times New Roman"/>
              <a:buNone/>
            </a:pPr>
            <a:r>
              <a:t/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Modelo tabular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Organiza datos en </a:t>
            </a:r>
            <a:r>
              <a:rPr b="1" lang="en-US" sz="17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tablas </a:t>
            </a:r>
            <a:r>
              <a:rPr lang="en-US" sz="1750">
                <a:latin typeface="Lora"/>
                <a:ea typeface="Lora"/>
                <a:cs typeface="Lora"/>
                <a:sym typeface="Lora"/>
              </a:rPr>
              <a:t>y relaciones tipo estrella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Emplea </a:t>
            </a:r>
            <a:r>
              <a:rPr b="1" lang="en-US" sz="17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DAX </a:t>
            </a:r>
            <a:r>
              <a:rPr lang="en-US" sz="1750">
                <a:latin typeface="Lora"/>
                <a:ea typeface="Lora"/>
                <a:cs typeface="Lora"/>
                <a:sym typeface="Lora"/>
              </a:rPr>
              <a:t>para medidas y cálculos analíticos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Integración moderna con Excel y Power BI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750"/>
              <a:buFont typeface="Times New Roman"/>
              <a:buNone/>
            </a:pPr>
            <a:r>
              <a:t/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Objetivo común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910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Ambos modelos ofrecen análisis consistente y reutilizable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SzPts val="1750"/>
              <a:buFont typeface="Times New Roman"/>
              <a:buChar char="•"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Facilitan la navegación y el consumo de datos por usuarios de negocio</a:t>
            </a:r>
            <a:endParaRPr sz="175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9617075" y="333678"/>
            <a:ext cx="45548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Modelos, diseño y navegación en SSAS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257" name="Google Shape;257;p1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/>
          <p:nvPr/>
        </p:nvSpPr>
        <p:spPr>
          <a:xfrm>
            <a:off x="905494" y="1761127"/>
            <a:ext cx="7372350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1157605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Diseño de modelos SSAS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Base sólida: esquema dimensional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5265" lvl="0" marL="227329" marR="558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El modelo inicia sobre un esquema de hechos y dimensiones bien definido.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Times New Roman"/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Selección de dimensiones y medidas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5265" lvl="0" marL="227329" marR="21082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Se decide qué tablas serán </a:t>
            </a:r>
            <a:r>
              <a:rPr b="1" lang="en-US" sz="20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dimensiones 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y cuáles aportarán </a:t>
            </a:r>
            <a:r>
              <a:rPr b="1" lang="en-US" sz="20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medidas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Times New Roman"/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Claridad en indicadores y jerarquías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5265" lvl="0" marL="227329" marR="50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Evitar ambigüedades en indicadores; definir jerarquías claras para navegación.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 txBox="1"/>
          <p:nvPr/>
        </p:nvSpPr>
        <p:spPr>
          <a:xfrm>
            <a:off x="9617075" y="333678"/>
            <a:ext cx="45548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Modelos, diseño y navegación en SSAS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267" name="Google Shape;267;p12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 txBox="1"/>
          <p:nvPr/>
        </p:nvSpPr>
        <p:spPr>
          <a:xfrm>
            <a:off x="9617075" y="333678"/>
            <a:ext cx="45548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Modelos, diseño y navegación en SSAS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15965191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905494" y="295405"/>
            <a:ext cx="59118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Montserrat Light"/>
                <a:ea typeface="Montserrat Light"/>
                <a:cs typeface="Montserrat Light"/>
                <a:sym typeface="Montserrat Light"/>
              </a:rPr>
              <a:t>13.</a:t>
            </a:r>
            <a:endParaRPr sz="4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902444" y="1761127"/>
            <a:ext cx="861568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Jerarquías y navegabilidad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81" name="Google Shape;281;p13"/>
          <p:cNvGrpSpPr/>
          <p:nvPr/>
        </p:nvGrpSpPr>
        <p:grpSpPr>
          <a:xfrm>
            <a:off x="9634834" y="6209826"/>
            <a:ext cx="7725579" cy="1730375"/>
            <a:chOff x="9634834" y="6209826"/>
            <a:chExt cx="7725579" cy="1730375"/>
          </a:xfrm>
        </p:grpSpPr>
        <p:sp>
          <p:nvSpPr>
            <p:cNvPr id="282" name="Google Shape;282;p13"/>
            <p:cNvSpPr/>
            <p:nvPr/>
          </p:nvSpPr>
          <p:spPr>
            <a:xfrm>
              <a:off x="10068073" y="6209826"/>
              <a:ext cx="7292340" cy="1730375"/>
            </a:xfrm>
            <a:custGeom>
              <a:rect b="b" l="l" r="r" t="t"/>
              <a:pathLst>
                <a:path extrusionOk="0" h="1730375" w="7292340">
                  <a:moveTo>
                    <a:pt x="7107859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1539417"/>
                  </a:lnTo>
                  <a:lnTo>
                    <a:pt x="609" y="1554975"/>
                  </a:lnTo>
                  <a:lnTo>
                    <a:pt x="13309" y="1609432"/>
                  </a:lnTo>
                  <a:lnTo>
                    <a:pt x="41262" y="1657845"/>
                  </a:lnTo>
                  <a:lnTo>
                    <a:pt x="82067" y="1696072"/>
                  </a:lnTo>
                  <a:lnTo>
                    <a:pt x="120484" y="1716595"/>
                  </a:lnTo>
                  <a:lnTo>
                    <a:pt x="168719" y="1728685"/>
                  </a:lnTo>
                  <a:lnTo>
                    <a:pt x="7101624" y="1729917"/>
                  </a:lnTo>
                  <a:lnTo>
                    <a:pt x="7117194" y="1729295"/>
                  </a:lnTo>
                  <a:lnTo>
                    <a:pt x="7171651" y="1716595"/>
                  </a:lnTo>
                  <a:lnTo>
                    <a:pt x="7220077" y="1688642"/>
                  </a:lnTo>
                  <a:lnTo>
                    <a:pt x="7258291" y="1647837"/>
                  </a:lnTo>
                  <a:lnTo>
                    <a:pt x="7279944" y="1606524"/>
                  </a:lnTo>
                  <a:lnTo>
                    <a:pt x="7290904" y="1561185"/>
                  </a:lnTo>
                  <a:lnTo>
                    <a:pt x="7292124" y="190500"/>
                  </a:lnTo>
                  <a:lnTo>
                    <a:pt x="7291514" y="174929"/>
                  </a:lnTo>
                  <a:lnTo>
                    <a:pt x="7278814" y="120484"/>
                  </a:lnTo>
                  <a:lnTo>
                    <a:pt x="7252779" y="74510"/>
                  </a:lnTo>
                  <a:lnTo>
                    <a:pt x="7217613" y="39344"/>
                  </a:lnTo>
                  <a:lnTo>
                    <a:pt x="7177405" y="15697"/>
                  </a:lnTo>
                  <a:lnTo>
                    <a:pt x="7123391" y="1219"/>
                  </a:lnTo>
                  <a:lnTo>
                    <a:pt x="7107859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9634834" y="6554490"/>
              <a:ext cx="1113790" cy="1040765"/>
            </a:xfrm>
            <a:custGeom>
              <a:rect b="b" l="l" r="r" t="t"/>
              <a:pathLst>
                <a:path extrusionOk="0" h="1040765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13"/>
          <p:cNvGrpSpPr/>
          <p:nvPr/>
        </p:nvGrpSpPr>
        <p:grpSpPr>
          <a:xfrm>
            <a:off x="924669" y="6209826"/>
            <a:ext cx="7725579" cy="1730375"/>
            <a:chOff x="924669" y="6209826"/>
            <a:chExt cx="7725579" cy="1730375"/>
          </a:xfrm>
        </p:grpSpPr>
        <p:sp>
          <p:nvSpPr>
            <p:cNvPr id="285" name="Google Shape;285;p13"/>
            <p:cNvSpPr/>
            <p:nvPr/>
          </p:nvSpPr>
          <p:spPr>
            <a:xfrm>
              <a:off x="1357908" y="6209826"/>
              <a:ext cx="7292340" cy="1730375"/>
            </a:xfrm>
            <a:custGeom>
              <a:rect b="b" l="l" r="r" t="t"/>
              <a:pathLst>
                <a:path extrusionOk="0" h="1730375" w="7292340">
                  <a:moveTo>
                    <a:pt x="7107859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1539417"/>
                  </a:lnTo>
                  <a:lnTo>
                    <a:pt x="609" y="1554975"/>
                  </a:lnTo>
                  <a:lnTo>
                    <a:pt x="13309" y="1609432"/>
                  </a:lnTo>
                  <a:lnTo>
                    <a:pt x="41262" y="1657845"/>
                  </a:lnTo>
                  <a:lnTo>
                    <a:pt x="82067" y="1696072"/>
                  </a:lnTo>
                  <a:lnTo>
                    <a:pt x="120484" y="1716595"/>
                  </a:lnTo>
                  <a:lnTo>
                    <a:pt x="168719" y="1728685"/>
                  </a:lnTo>
                  <a:lnTo>
                    <a:pt x="7101624" y="1729917"/>
                  </a:lnTo>
                  <a:lnTo>
                    <a:pt x="7117194" y="1729295"/>
                  </a:lnTo>
                  <a:lnTo>
                    <a:pt x="7171651" y="1716595"/>
                  </a:lnTo>
                  <a:lnTo>
                    <a:pt x="7220077" y="1688642"/>
                  </a:lnTo>
                  <a:lnTo>
                    <a:pt x="7258291" y="1647837"/>
                  </a:lnTo>
                  <a:lnTo>
                    <a:pt x="7279944" y="1606524"/>
                  </a:lnTo>
                  <a:lnTo>
                    <a:pt x="7290904" y="1561185"/>
                  </a:lnTo>
                  <a:lnTo>
                    <a:pt x="7292124" y="190500"/>
                  </a:lnTo>
                  <a:lnTo>
                    <a:pt x="7291514" y="174929"/>
                  </a:lnTo>
                  <a:lnTo>
                    <a:pt x="7279944" y="123380"/>
                  </a:lnTo>
                  <a:lnTo>
                    <a:pt x="7256500" y="79527"/>
                  </a:lnTo>
                  <a:lnTo>
                    <a:pt x="7217613" y="39344"/>
                  </a:lnTo>
                  <a:lnTo>
                    <a:pt x="7177405" y="15697"/>
                  </a:lnTo>
                  <a:lnTo>
                    <a:pt x="7123404" y="1219"/>
                  </a:lnTo>
                  <a:lnTo>
                    <a:pt x="7107859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924669" y="6554490"/>
              <a:ext cx="1113790" cy="1040765"/>
            </a:xfrm>
            <a:custGeom>
              <a:rect b="b" l="l" r="r" t="t"/>
              <a:pathLst>
                <a:path extrusionOk="0" h="1040765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" name="Google Shape;287;p13"/>
          <p:cNvGrpSpPr/>
          <p:nvPr/>
        </p:nvGrpSpPr>
        <p:grpSpPr>
          <a:xfrm>
            <a:off x="9634834" y="3794301"/>
            <a:ext cx="7725579" cy="1730375"/>
            <a:chOff x="9634834" y="3794301"/>
            <a:chExt cx="7725579" cy="1730375"/>
          </a:xfrm>
        </p:grpSpPr>
        <p:sp>
          <p:nvSpPr>
            <p:cNvPr id="288" name="Google Shape;288;p13"/>
            <p:cNvSpPr/>
            <p:nvPr/>
          </p:nvSpPr>
          <p:spPr>
            <a:xfrm>
              <a:off x="10068073" y="3794301"/>
              <a:ext cx="7292340" cy="1730375"/>
            </a:xfrm>
            <a:custGeom>
              <a:rect b="b" l="l" r="r" t="t"/>
              <a:pathLst>
                <a:path extrusionOk="0" h="1730375" w="7292340">
                  <a:moveTo>
                    <a:pt x="7107859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1539417"/>
                  </a:lnTo>
                  <a:lnTo>
                    <a:pt x="609" y="1554975"/>
                  </a:lnTo>
                  <a:lnTo>
                    <a:pt x="13309" y="1609432"/>
                  </a:lnTo>
                  <a:lnTo>
                    <a:pt x="41262" y="1657845"/>
                  </a:lnTo>
                  <a:lnTo>
                    <a:pt x="82067" y="1696072"/>
                  </a:lnTo>
                  <a:lnTo>
                    <a:pt x="123393" y="1717725"/>
                  </a:lnTo>
                  <a:lnTo>
                    <a:pt x="168719" y="1728685"/>
                  </a:lnTo>
                  <a:lnTo>
                    <a:pt x="7101624" y="1729917"/>
                  </a:lnTo>
                  <a:lnTo>
                    <a:pt x="7117194" y="1729295"/>
                  </a:lnTo>
                  <a:lnTo>
                    <a:pt x="7168743" y="1717725"/>
                  </a:lnTo>
                  <a:lnTo>
                    <a:pt x="7212609" y="1694281"/>
                  </a:lnTo>
                  <a:lnTo>
                    <a:pt x="7246912" y="1662671"/>
                  </a:lnTo>
                  <a:lnTo>
                    <a:pt x="7272502" y="1623669"/>
                  </a:lnTo>
                  <a:lnTo>
                    <a:pt x="7287856" y="1579626"/>
                  </a:lnTo>
                  <a:lnTo>
                    <a:pt x="7292124" y="190500"/>
                  </a:lnTo>
                  <a:lnTo>
                    <a:pt x="7291514" y="174929"/>
                  </a:lnTo>
                  <a:lnTo>
                    <a:pt x="7278814" y="120484"/>
                  </a:lnTo>
                  <a:lnTo>
                    <a:pt x="7252779" y="74510"/>
                  </a:lnTo>
                  <a:lnTo>
                    <a:pt x="7217613" y="39344"/>
                  </a:lnTo>
                  <a:lnTo>
                    <a:pt x="7177405" y="15697"/>
                  </a:lnTo>
                  <a:lnTo>
                    <a:pt x="7123391" y="1219"/>
                  </a:lnTo>
                  <a:lnTo>
                    <a:pt x="7107859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9634834" y="4138965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13"/>
          <p:cNvGrpSpPr/>
          <p:nvPr/>
        </p:nvGrpSpPr>
        <p:grpSpPr>
          <a:xfrm>
            <a:off x="924669" y="3794301"/>
            <a:ext cx="7725579" cy="1730375"/>
            <a:chOff x="924669" y="3794301"/>
            <a:chExt cx="7725579" cy="1730375"/>
          </a:xfrm>
        </p:grpSpPr>
        <p:sp>
          <p:nvSpPr>
            <p:cNvPr id="291" name="Google Shape;291;p13"/>
            <p:cNvSpPr/>
            <p:nvPr/>
          </p:nvSpPr>
          <p:spPr>
            <a:xfrm>
              <a:off x="1357908" y="3794301"/>
              <a:ext cx="7292340" cy="1730375"/>
            </a:xfrm>
            <a:custGeom>
              <a:rect b="b" l="l" r="r" t="t"/>
              <a:pathLst>
                <a:path extrusionOk="0" h="1730375" w="7292340">
                  <a:moveTo>
                    <a:pt x="7107859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1539417"/>
                  </a:lnTo>
                  <a:lnTo>
                    <a:pt x="609" y="1554975"/>
                  </a:lnTo>
                  <a:lnTo>
                    <a:pt x="13309" y="1609432"/>
                  </a:lnTo>
                  <a:lnTo>
                    <a:pt x="41262" y="1657845"/>
                  </a:lnTo>
                  <a:lnTo>
                    <a:pt x="82067" y="1696072"/>
                  </a:lnTo>
                  <a:lnTo>
                    <a:pt x="123380" y="1717725"/>
                  </a:lnTo>
                  <a:lnTo>
                    <a:pt x="168719" y="1728685"/>
                  </a:lnTo>
                  <a:lnTo>
                    <a:pt x="7101624" y="1729917"/>
                  </a:lnTo>
                  <a:lnTo>
                    <a:pt x="7117194" y="1729295"/>
                  </a:lnTo>
                  <a:lnTo>
                    <a:pt x="7171651" y="1716595"/>
                  </a:lnTo>
                  <a:lnTo>
                    <a:pt x="7220077" y="1688642"/>
                  </a:lnTo>
                  <a:lnTo>
                    <a:pt x="7256500" y="1650390"/>
                  </a:lnTo>
                  <a:lnTo>
                    <a:pt x="7279944" y="1606524"/>
                  </a:lnTo>
                  <a:lnTo>
                    <a:pt x="7290904" y="1561185"/>
                  </a:lnTo>
                  <a:lnTo>
                    <a:pt x="7292124" y="190500"/>
                  </a:lnTo>
                  <a:lnTo>
                    <a:pt x="7291514" y="174929"/>
                  </a:lnTo>
                  <a:lnTo>
                    <a:pt x="7279944" y="123380"/>
                  </a:lnTo>
                  <a:lnTo>
                    <a:pt x="7256500" y="79527"/>
                  </a:lnTo>
                  <a:lnTo>
                    <a:pt x="7217613" y="39344"/>
                  </a:lnTo>
                  <a:lnTo>
                    <a:pt x="7177405" y="15697"/>
                  </a:lnTo>
                  <a:lnTo>
                    <a:pt x="7123404" y="1219"/>
                  </a:lnTo>
                  <a:lnTo>
                    <a:pt x="7107859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924669" y="4138965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13"/>
          <p:cNvSpPr txBox="1"/>
          <p:nvPr/>
        </p:nvSpPr>
        <p:spPr>
          <a:xfrm>
            <a:off x="9960205" y="6617264"/>
            <a:ext cx="46291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5F6F7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1281024" y="6617264"/>
            <a:ext cx="40132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5F6F7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9991955" y="4201723"/>
            <a:ext cx="40005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5F6F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1344524" y="4201723"/>
            <a:ext cx="27432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5F6F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11028708" y="6386541"/>
            <a:ext cx="4921885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Diseño explícito en SSAS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Jerarquías bien definidas mejoran la usabilidad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2318543" y="6386541"/>
            <a:ext cx="4327525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Comparación de periodos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Facilitan análisis temporal y comparativo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11028708" y="3971016"/>
            <a:ext cx="550037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Navegación entre niveles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Permiten explorar desde el resumen hasta el detalle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2318543" y="3971016"/>
            <a:ext cx="517652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Estructura de jerarquías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Organizan datos en niveles para análisis intuitivo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05" name="Google Shape;305;p14"/>
          <p:cNvSpPr txBox="1"/>
          <p:nvPr>
            <p:ph type="title"/>
          </p:nvPr>
        </p:nvSpPr>
        <p:spPr>
          <a:xfrm>
            <a:off x="9617075" y="5050306"/>
            <a:ext cx="6525259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latin typeface="Montserrat Medium"/>
                <a:ea typeface="Montserrat Medium"/>
                <a:cs typeface="Montserrat Medium"/>
                <a:sym typeface="Montserrat Medium"/>
              </a:rPr>
              <a:t>Procesamiento, consultas y herramientas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 txBox="1"/>
          <p:nvPr/>
        </p:nvSpPr>
        <p:spPr>
          <a:xfrm>
            <a:off x="15965219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905513" y="6778543"/>
            <a:ext cx="158369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Montserrat Light"/>
                <a:ea typeface="Montserrat Light"/>
                <a:cs typeface="Montserrat Light"/>
                <a:sym typeface="Montserrat Light"/>
              </a:rPr>
              <a:t>14.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 txBox="1"/>
          <p:nvPr/>
        </p:nvSpPr>
        <p:spPr>
          <a:xfrm>
            <a:off x="905494" y="1761127"/>
            <a:ext cx="7595870" cy="6195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1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Procesamiento y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rtl="0" algn="l">
              <a:lnSpc>
                <a:spcPct val="11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despliegue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9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Sincronización de datos y estructuras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5265" lvl="0" marL="227329" marR="431165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Procesar el modelo actualiza datos y construye estructuras internas.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Times New Roman"/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Tipos de procesamiento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209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Opciones: </a:t>
            </a:r>
            <a:r>
              <a:rPr b="1" lang="en-US" sz="20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completo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, incremental, por particiones y en cadena.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Times New Roman"/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Automatización eficiente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5265" lvl="0" marL="227329" marR="6350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XMLA permite automatizar procesos; SSIS y SQL Server Agent facilitan la orquestación.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18" name="Google Shape;3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9617075" y="333678"/>
            <a:ext cx="48863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Procesamiento, consultas y herramientas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322" name="Google Shape;322;p15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"/>
          <p:cNvSpPr/>
          <p:nvPr/>
        </p:nvSpPr>
        <p:spPr>
          <a:xfrm>
            <a:off x="13932191" y="4138132"/>
            <a:ext cx="3428365" cy="3616960"/>
          </a:xfrm>
          <a:custGeom>
            <a:rect b="b" l="l" r="r" t="t"/>
            <a:pathLst>
              <a:path extrusionOk="0" h="3616959" w="3428365">
                <a:moveTo>
                  <a:pt x="324385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426396"/>
                </a:lnTo>
                <a:lnTo>
                  <a:pt x="609" y="3441966"/>
                </a:lnTo>
                <a:lnTo>
                  <a:pt x="13309" y="3496424"/>
                </a:lnTo>
                <a:lnTo>
                  <a:pt x="41262" y="3544836"/>
                </a:lnTo>
                <a:lnTo>
                  <a:pt x="82067" y="3583063"/>
                </a:lnTo>
                <a:lnTo>
                  <a:pt x="132219" y="3607790"/>
                </a:lnTo>
                <a:lnTo>
                  <a:pt x="184264" y="3616820"/>
                </a:lnTo>
                <a:lnTo>
                  <a:pt x="3243859" y="3616820"/>
                </a:lnTo>
                <a:lnTo>
                  <a:pt x="3295904" y="3607790"/>
                </a:lnTo>
                <a:lnTo>
                  <a:pt x="3340862" y="3586530"/>
                </a:lnTo>
                <a:lnTo>
                  <a:pt x="3380867" y="3552024"/>
                </a:lnTo>
                <a:lnTo>
                  <a:pt x="3407105" y="3513454"/>
                </a:lnTo>
                <a:lnTo>
                  <a:pt x="3423856" y="3466617"/>
                </a:lnTo>
                <a:lnTo>
                  <a:pt x="3428047" y="3432632"/>
                </a:lnTo>
                <a:lnTo>
                  <a:pt x="3428047" y="184264"/>
                </a:lnTo>
                <a:lnTo>
                  <a:pt x="3419017" y="132219"/>
                </a:lnTo>
                <a:lnTo>
                  <a:pt x="3399421" y="89890"/>
                </a:lnTo>
                <a:lnTo>
                  <a:pt x="3367862" y="51447"/>
                </a:lnTo>
                <a:lnTo>
                  <a:pt x="3324682" y="21018"/>
                </a:lnTo>
                <a:lnTo>
                  <a:pt x="3277844" y="4267"/>
                </a:lnTo>
                <a:lnTo>
                  <a:pt x="324385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9594131" y="4138132"/>
            <a:ext cx="3428365" cy="3616960"/>
          </a:xfrm>
          <a:custGeom>
            <a:rect b="b" l="l" r="r" t="t"/>
            <a:pathLst>
              <a:path extrusionOk="0" h="3616959" w="3428365">
                <a:moveTo>
                  <a:pt x="324385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426396"/>
                </a:lnTo>
                <a:lnTo>
                  <a:pt x="609" y="3441966"/>
                </a:lnTo>
                <a:lnTo>
                  <a:pt x="13309" y="3496424"/>
                </a:lnTo>
                <a:lnTo>
                  <a:pt x="41262" y="3544836"/>
                </a:lnTo>
                <a:lnTo>
                  <a:pt x="82067" y="3583063"/>
                </a:lnTo>
                <a:lnTo>
                  <a:pt x="132219" y="3607790"/>
                </a:lnTo>
                <a:lnTo>
                  <a:pt x="184264" y="3616820"/>
                </a:lnTo>
                <a:lnTo>
                  <a:pt x="3243859" y="3616820"/>
                </a:lnTo>
                <a:lnTo>
                  <a:pt x="3295904" y="3607790"/>
                </a:lnTo>
                <a:lnTo>
                  <a:pt x="3340862" y="3586530"/>
                </a:lnTo>
                <a:lnTo>
                  <a:pt x="3380867" y="3552024"/>
                </a:lnTo>
                <a:lnTo>
                  <a:pt x="3408502" y="3510673"/>
                </a:lnTo>
                <a:lnTo>
                  <a:pt x="3423856" y="3466617"/>
                </a:lnTo>
                <a:lnTo>
                  <a:pt x="3428047" y="3432632"/>
                </a:lnTo>
                <a:lnTo>
                  <a:pt x="3428047" y="184264"/>
                </a:lnTo>
                <a:lnTo>
                  <a:pt x="3419017" y="132219"/>
                </a:lnTo>
                <a:lnTo>
                  <a:pt x="3397745" y="87261"/>
                </a:lnTo>
                <a:lnTo>
                  <a:pt x="3360889" y="45224"/>
                </a:lnTo>
                <a:lnTo>
                  <a:pt x="3313404" y="15697"/>
                </a:lnTo>
                <a:lnTo>
                  <a:pt x="3259404" y="1219"/>
                </a:lnTo>
                <a:lnTo>
                  <a:pt x="324385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5256218" y="4138132"/>
            <a:ext cx="3428365" cy="3616960"/>
          </a:xfrm>
          <a:custGeom>
            <a:rect b="b" l="l" r="r" t="t"/>
            <a:pathLst>
              <a:path extrusionOk="0" h="3616959" w="3428365">
                <a:moveTo>
                  <a:pt x="324385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426396"/>
                </a:lnTo>
                <a:lnTo>
                  <a:pt x="609" y="3441966"/>
                </a:lnTo>
                <a:lnTo>
                  <a:pt x="13309" y="3496424"/>
                </a:lnTo>
                <a:lnTo>
                  <a:pt x="41262" y="3544836"/>
                </a:lnTo>
                <a:lnTo>
                  <a:pt x="82067" y="3583063"/>
                </a:lnTo>
                <a:lnTo>
                  <a:pt x="132219" y="3607790"/>
                </a:lnTo>
                <a:lnTo>
                  <a:pt x="184264" y="3616820"/>
                </a:lnTo>
                <a:lnTo>
                  <a:pt x="3243859" y="3616820"/>
                </a:lnTo>
                <a:lnTo>
                  <a:pt x="3295904" y="3607790"/>
                </a:lnTo>
                <a:lnTo>
                  <a:pt x="3340862" y="3586530"/>
                </a:lnTo>
                <a:lnTo>
                  <a:pt x="3380867" y="3552024"/>
                </a:lnTo>
                <a:lnTo>
                  <a:pt x="3407105" y="3513454"/>
                </a:lnTo>
                <a:lnTo>
                  <a:pt x="3423856" y="3466617"/>
                </a:lnTo>
                <a:lnTo>
                  <a:pt x="3428047" y="3432632"/>
                </a:lnTo>
                <a:lnTo>
                  <a:pt x="3428047" y="184264"/>
                </a:lnTo>
                <a:lnTo>
                  <a:pt x="3419017" y="132219"/>
                </a:lnTo>
                <a:lnTo>
                  <a:pt x="3399421" y="89890"/>
                </a:lnTo>
                <a:lnTo>
                  <a:pt x="3367862" y="51447"/>
                </a:lnTo>
                <a:lnTo>
                  <a:pt x="3324682" y="21018"/>
                </a:lnTo>
                <a:lnTo>
                  <a:pt x="3277844" y="4267"/>
                </a:lnTo>
                <a:lnTo>
                  <a:pt x="324385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918194" y="4138132"/>
            <a:ext cx="3428365" cy="3616960"/>
          </a:xfrm>
          <a:custGeom>
            <a:rect b="b" l="l" r="r" t="t"/>
            <a:pathLst>
              <a:path extrusionOk="0" h="3616959" w="3428365">
                <a:moveTo>
                  <a:pt x="324385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426396"/>
                </a:lnTo>
                <a:lnTo>
                  <a:pt x="609" y="3441966"/>
                </a:lnTo>
                <a:lnTo>
                  <a:pt x="13309" y="3496424"/>
                </a:lnTo>
                <a:lnTo>
                  <a:pt x="41262" y="3544836"/>
                </a:lnTo>
                <a:lnTo>
                  <a:pt x="82067" y="3583063"/>
                </a:lnTo>
                <a:lnTo>
                  <a:pt x="132219" y="3607790"/>
                </a:lnTo>
                <a:lnTo>
                  <a:pt x="184264" y="3616820"/>
                </a:lnTo>
                <a:lnTo>
                  <a:pt x="3243859" y="3616820"/>
                </a:lnTo>
                <a:lnTo>
                  <a:pt x="3295904" y="3607790"/>
                </a:lnTo>
                <a:lnTo>
                  <a:pt x="3340862" y="3586530"/>
                </a:lnTo>
                <a:lnTo>
                  <a:pt x="3380867" y="3552024"/>
                </a:lnTo>
                <a:lnTo>
                  <a:pt x="3408502" y="3510673"/>
                </a:lnTo>
                <a:lnTo>
                  <a:pt x="3423856" y="3466617"/>
                </a:lnTo>
                <a:lnTo>
                  <a:pt x="3428047" y="3432632"/>
                </a:lnTo>
                <a:lnTo>
                  <a:pt x="3428047" y="184264"/>
                </a:lnTo>
                <a:lnTo>
                  <a:pt x="3419017" y="132219"/>
                </a:lnTo>
                <a:lnTo>
                  <a:pt x="3397745" y="87261"/>
                </a:lnTo>
                <a:lnTo>
                  <a:pt x="3360889" y="45224"/>
                </a:lnTo>
                <a:lnTo>
                  <a:pt x="3313404" y="15697"/>
                </a:lnTo>
                <a:lnTo>
                  <a:pt x="3259404" y="1219"/>
                </a:lnTo>
                <a:lnTo>
                  <a:pt x="324385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9617075" y="333678"/>
            <a:ext cx="48863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Procesamiento, consultas y herramientas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15965191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334" name="Google Shape;334;p1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16.</a:t>
            </a:r>
            <a:endParaRPr/>
          </a:p>
        </p:txBody>
      </p:sp>
      <p:sp>
        <p:nvSpPr>
          <p:cNvPr id="335" name="Google Shape;335;p16"/>
          <p:cNvSpPr txBox="1"/>
          <p:nvPr/>
        </p:nvSpPr>
        <p:spPr>
          <a:xfrm>
            <a:off x="905494" y="1761127"/>
            <a:ext cx="1011301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Consulta y cálculos: MDX y DAX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14147161" y="5914157"/>
            <a:ext cx="2998470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5080" rtl="0" algn="l">
              <a:lnSpc>
                <a:spcPct val="1084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Ambos lenguajes encapsulan lógica de negocio en </a:t>
            </a:r>
            <a:r>
              <a:rPr b="1" lang="en-US" sz="16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medidas reutilizables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9809174" y="5546426"/>
            <a:ext cx="2882900" cy="55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5080" rtl="0" algn="l">
              <a:lnSpc>
                <a:spcPct val="1084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Facilita cálculos sobre tablas y relaciones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5471187" y="5546426"/>
            <a:ext cx="2933065" cy="55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5080" rtl="0" algn="l">
              <a:lnSpc>
                <a:spcPct val="1084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Ideal para cubos, jerarquías y navegación por dimensiones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1133201" y="5546426"/>
            <a:ext cx="2221230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5080" rtl="0" algn="l">
              <a:lnSpc>
                <a:spcPct val="1084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MDX y DAX permiten consultas analíticas avanzadas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14746774" y="4568443"/>
            <a:ext cx="1828164" cy="112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Definición de medidas y expresiones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10359445" y="4568443"/>
            <a:ext cx="2291080" cy="761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DAX: modelo tabular moderno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6020489" y="4568443"/>
            <a:ext cx="2415540" cy="761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MDX: enfoque multidimensional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1850971" y="4568443"/>
            <a:ext cx="2136775" cy="761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Lenguajes clave en SSAS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14147159" y="4467918"/>
            <a:ext cx="339725" cy="572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2C56D9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35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9809300" y="4467918"/>
            <a:ext cx="295910" cy="572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2C56D9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35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5471440" y="4467918"/>
            <a:ext cx="294640" cy="572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2C56D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35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1133580" y="4467918"/>
            <a:ext cx="204470" cy="572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2C56D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355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0" y="4161877"/>
            <a:ext cx="18288000" cy="19050"/>
          </a:xfrm>
          <a:custGeom>
            <a:rect b="b" l="l" r="r" t="t"/>
            <a:pathLst>
              <a:path extrusionOk="0" h="19050" w="18288000">
                <a:moveTo>
                  <a:pt x="0" y="0"/>
                </a:moveTo>
                <a:lnTo>
                  <a:pt x="0" y="19050"/>
                </a:lnTo>
                <a:lnTo>
                  <a:pt x="18288000" y="19050"/>
                </a:lnTo>
                <a:lnTo>
                  <a:pt x="18288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14732496" y="4036820"/>
            <a:ext cx="269240" cy="269240"/>
          </a:xfrm>
          <a:custGeom>
            <a:rect b="b" l="l" r="r" t="t"/>
            <a:pathLst>
              <a:path extrusionOk="0" h="269239" w="269240">
                <a:moveTo>
                  <a:pt x="133350" y="0"/>
                </a:moveTo>
                <a:lnTo>
                  <a:pt x="90474" y="7061"/>
                </a:lnTo>
                <a:lnTo>
                  <a:pt x="47066" y="31648"/>
                </a:lnTo>
                <a:lnTo>
                  <a:pt x="16776" y="68567"/>
                </a:lnTo>
                <a:lnTo>
                  <a:pt x="1117" y="115938"/>
                </a:lnTo>
                <a:lnTo>
                  <a:pt x="0" y="131165"/>
                </a:lnTo>
                <a:lnTo>
                  <a:pt x="850" y="151053"/>
                </a:lnTo>
                <a:lnTo>
                  <a:pt x="13741" y="194805"/>
                </a:lnTo>
                <a:lnTo>
                  <a:pt x="42176" y="233159"/>
                </a:lnTo>
                <a:lnTo>
                  <a:pt x="84340" y="259854"/>
                </a:lnTo>
                <a:lnTo>
                  <a:pt x="131165" y="269163"/>
                </a:lnTo>
                <a:lnTo>
                  <a:pt x="151053" y="268312"/>
                </a:lnTo>
                <a:lnTo>
                  <a:pt x="190855" y="257289"/>
                </a:lnTo>
                <a:lnTo>
                  <a:pt x="228561" y="231647"/>
                </a:lnTo>
                <a:lnTo>
                  <a:pt x="257289" y="190855"/>
                </a:lnTo>
                <a:lnTo>
                  <a:pt x="268732" y="146710"/>
                </a:lnTo>
                <a:lnTo>
                  <a:pt x="269163" y="131165"/>
                </a:lnTo>
                <a:lnTo>
                  <a:pt x="268033" y="115938"/>
                </a:lnTo>
                <a:lnTo>
                  <a:pt x="252387" y="68567"/>
                </a:lnTo>
                <a:lnTo>
                  <a:pt x="222097" y="31648"/>
                </a:lnTo>
                <a:lnTo>
                  <a:pt x="182791" y="8534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8787779" y="4036820"/>
            <a:ext cx="269240" cy="269240"/>
          </a:xfrm>
          <a:custGeom>
            <a:rect b="b" l="l" r="r" t="t"/>
            <a:pathLst>
              <a:path extrusionOk="0" h="269239" w="269240">
                <a:moveTo>
                  <a:pt x="133350" y="0"/>
                </a:moveTo>
                <a:lnTo>
                  <a:pt x="90474" y="7061"/>
                </a:lnTo>
                <a:lnTo>
                  <a:pt x="47066" y="31648"/>
                </a:lnTo>
                <a:lnTo>
                  <a:pt x="16776" y="68567"/>
                </a:lnTo>
                <a:lnTo>
                  <a:pt x="1117" y="115938"/>
                </a:lnTo>
                <a:lnTo>
                  <a:pt x="0" y="131165"/>
                </a:lnTo>
                <a:lnTo>
                  <a:pt x="850" y="151053"/>
                </a:lnTo>
                <a:lnTo>
                  <a:pt x="13741" y="194805"/>
                </a:lnTo>
                <a:lnTo>
                  <a:pt x="42176" y="233159"/>
                </a:lnTo>
                <a:lnTo>
                  <a:pt x="84340" y="259854"/>
                </a:lnTo>
                <a:lnTo>
                  <a:pt x="131165" y="269163"/>
                </a:lnTo>
                <a:lnTo>
                  <a:pt x="151053" y="268312"/>
                </a:lnTo>
                <a:lnTo>
                  <a:pt x="190855" y="257289"/>
                </a:lnTo>
                <a:lnTo>
                  <a:pt x="228561" y="231647"/>
                </a:lnTo>
                <a:lnTo>
                  <a:pt x="257289" y="190855"/>
                </a:lnTo>
                <a:lnTo>
                  <a:pt x="268732" y="146710"/>
                </a:lnTo>
                <a:lnTo>
                  <a:pt x="269163" y="131165"/>
                </a:lnTo>
                <a:lnTo>
                  <a:pt x="268046" y="115938"/>
                </a:lnTo>
                <a:lnTo>
                  <a:pt x="252387" y="68567"/>
                </a:lnTo>
                <a:lnTo>
                  <a:pt x="222097" y="31648"/>
                </a:lnTo>
                <a:lnTo>
                  <a:pt x="182791" y="8534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2843330" y="4036820"/>
            <a:ext cx="269240" cy="269240"/>
          </a:xfrm>
          <a:custGeom>
            <a:rect b="b" l="l" r="r" t="t"/>
            <a:pathLst>
              <a:path extrusionOk="0" h="269239" w="269239">
                <a:moveTo>
                  <a:pt x="133083" y="0"/>
                </a:moveTo>
                <a:lnTo>
                  <a:pt x="80035" y="10985"/>
                </a:lnTo>
                <a:lnTo>
                  <a:pt x="40335" y="37515"/>
                </a:lnTo>
                <a:lnTo>
                  <a:pt x="11607" y="78308"/>
                </a:lnTo>
                <a:lnTo>
                  <a:pt x="0" y="124625"/>
                </a:lnTo>
                <a:lnTo>
                  <a:pt x="0" y="144538"/>
                </a:lnTo>
                <a:lnTo>
                  <a:pt x="10718" y="188861"/>
                </a:lnTo>
                <a:lnTo>
                  <a:pt x="37249" y="228561"/>
                </a:lnTo>
                <a:lnTo>
                  <a:pt x="78041" y="257289"/>
                </a:lnTo>
                <a:lnTo>
                  <a:pt x="124358" y="268897"/>
                </a:lnTo>
                <a:lnTo>
                  <a:pt x="144272" y="268897"/>
                </a:lnTo>
                <a:lnTo>
                  <a:pt x="188595" y="258178"/>
                </a:lnTo>
                <a:lnTo>
                  <a:pt x="228295" y="231647"/>
                </a:lnTo>
                <a:lnTo>
                  <a:pt x="257022" y="190855"/>
                </a:lnTo>
                <a:lnTo>
                  <a:pt x="268465" y="146710"/>
                </a:lnTo>
                <a:lnTo>
                  <a:pt x="268897" y="131165"/>
                </a:lnTo>
                <a:lnTo>
                  <a:pt x="267779" y="115938"/>
                </a:lnTo>
                <a:lnTo>
                  <a:pt x="252120" y="68567"/>
                </a:lnTo>
                <a:lnTo>
                  <a:pt x="221830" y="31648"/>
                </a:lnTo>
                <a:lnTo>
                  <a:pt x="182524" y="8534"/>
                </a:lnTo>
                <a:lnTo>
                  <a:pt x="1330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7"/>
          <p:cNvSpPr/>
          <p:nvPr/>
        </p:nvSpPr>
        <p:spPr>
          <a:xfrm>
            <a:off x="11760137" y="4036820"/>
            <a:ext cx="269240" cy="269240"/>
          </a:xfrm>
          <a:custGeom>
            <a:rect b="b" l="l" r="r" t="t"/>
            <a:pathLst>
              <a:path extrusionOk="0" h="269239" w="269240">
                <a:moveTo>
                  <a:pt x="133350" y="0"/>
                </a:moveTo>
                <a:lnTo>
                  <a:pt x="90474" y="7061"/>
                </a:lnTo>
                <a:lnTo>
                  <a:pt x="47066" y="31648"/>
                </a:lnTo>
                <a:lnTo>
                  <a:pt x="16776" y="68567"/>
                </a:lnTo>
                <a:lnTo>
                  <a:pt x="1117" y="115938"/>
                </a:lnTo>
                <a:lnTo>
                  <a:pt x="0" y="131165"/>
                </a:lnTo>
                <a:lnTo>
                  <a:pt x="850" y="151053"/>
                </a:lnTo>
                <a:lnTo>
                  <a:pt x="13741" y="194805"/>
                </a:lnTo>
                <a:lnTo>
                  <a:pt x="42176" y="233159"/>
                </a:lnTo>
                <a:lnTo>
                  <a:pt x="84340" y="259854"/>
                </a:lnTo>
                <a:lnTo>
                  <a:pt x="131165" y="269163"/>
                </a:lnTo>
                <a:lnTo>
                  <a:pt x="151053" y="268312"/>
                </a:lnTo>
                <a:lnTo>
                  <a:pt x="190855" y="257289"/>
                </a:lnTo>
                <a:lnTo>
                  <a:pt x="228561" y="231647"/>
                </a:lnTo>
                <a:lnTo>
                  <a:pt x="257289" y="190855"/>
                </a:lnTo>
                <a:lnTo>
                  <a:pt x="268732" y="146710"/>
                </a:lnTo>
                <a:lnTo>
                  <a:pt x="269163" y="131165"/>
                </a:lnTo>
                <a:lnTo>
                  <a:pt x="268046" y="115938"/>
                </a:lnTo>
                <a:lnTo>
                  <a:pt x="252387" y="68567"/>
                </a:lnTo>
                <a:lnTo>
                  <a:pt x="222097" y="31648"/>
                </a:lnTo>
                <a:lnTo>
                  <a:pt x="182791" y="8534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5815688" y="4036820"/>
            <a:ext cx="269240" cy="269240"/>
          </a:xfrm>
          <a:custGeom>
            <a:rect b="b" l="l" r="r" t="t"/>
            <a:pathLst>
              <a:path extrusionOk="0" h="269239" w="269239">
                <a:moveTo>
                  <a:pt x="133083" y="0"/>
                </a:moveTo>
                <a:lnTo>
                  <a:pt x="80035" y="10985"/>
                </a:lnTo>
                <a:lnTo>
                  <a:pt x="40335" y="37515"/>
                </a:lnTo>
                <a:lnTo>
                  <a:pt x="11607" y="78308"/>
                </a:lnTo>
                <a:lnTo>
                  <a:pt x="0" y="124625"/>
                </a:lnTo>
                <a:lnTo>
                  <a:pt x="0" y="144538"/>
                </a:lnTo>
                <a:lnTo>
                  <a:pt x="10718" y="188861"/>
                </a:lnTo>
                <a:lnTo>
                  <a:pt x="37249" y="228561"/>
                </a:lnTo>
                <a:lnTo>
                  <a:pt x="78041" y="257289"/>
                </a:lnTo>
                <a:lnTo>
                  <a:pt x="124358" y="268897"/>
                </a:lnTo>
                <a:lnTo>
                  <a:pt x="144271" y="268897"/>
                </a:lnTo>
                <a:lnTo>
                  <a:pt x="188594" y="258178"/>
                </a:lnTo>
                <a:lnTo>
                  <a:pt x="228295" y="231647"/>
                </a:lnTo>
                <a:lnTo>
                  <a:pt x="257022" y="190855"/>
                </a:lnTo>
                <a:lnTo>
                  <a:pt x="268465" y="146710"/>
                </a:lnTo>
                <a:lnTo>
                  <a:pt x="268897" y="131165"/>
                </a:lnTo>
                <a:lnTo>
                  <a:pt x="267779" y="115938"/>
                </a:lnTo>
                <a:lnTo>
                  <a:pt x="252120" y="68567"/>
                </a:lnTo>
                <a:lnTo>
                  <a:pt x="221830" y="31648"/>
                </a:lnTo>
                <a:lnTo>
                  <a:pt x="182524" y="8534"/>
                </a:lnTo>
                <a:lnTo>
                  <a:pt x="1330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14719796" y="1610592"/>
            <a:ext cx="2823845" cy="1792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Reutilización de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métricas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marR="5080" rtl="0" algn="l">
              <a:lnSpc>
                <a:spcPct val="108400"/>
              </a:lnSpc>
              <a:spcBef>
                <a:spcPts val="1880"/>
              </a:spcBef>
              <a:spcAft>
                <a:spcPts val="0"/>
              </a:spcAft>
              <a:buNone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Las medidas y jerarquías se usan en distintos reportes sin duplicidad.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8775079" y="1874954"/>
            <a:ext cx="2633980" cy="1527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37845" rtl="0" algn="l">
              <a:lnSpc>
                <a:spcPct val="10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Integración con Power BI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marR="5080" rtl="0" algn="l">
              <a:lnSpc>
                <a:spcPct val="108400"/>
              </a:lnSpc>
              <a:spcBef>
                <a:spcPts val="1885"/>
              </a:spcBef>
              <a:spcAft>
                <a:spcPts val="0"/>
              </a:spcAft>
              <a:buNone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Power BI consume modelos SSAS sin redefinir métricas.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5" name="Google Shape;365;p17"/>
          <p:cNvSpPr txBox="1"/>
          <p:nvPr/>
        </p:nvSpPr>
        <p:spPr>
          <a:xfrm>
            <a:off x="2830363" y="1874954"/>
            <a:ext cx="2980690" cy="1527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238885" rtl="0" algn="l">
              <a:lnSpc>
                <a:spcPct val="10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Modelo SSAS publicado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marR="5080" rtl="0" algn="l">
              <a:lnSpc>
                <a:spcPct val="108400"/>
              </a:lnSpc>
              <a:spcBef>
                <a:spcPts val="1885"/>
              </a:spcBef>
              <a:spcAft>
                <a:spcPts val="0"/>
              </a:spcAft>
              <a:buNone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El modelo se despliega en SSAS listo para consumo.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11747437" y="4647424"/>
            <a:ext cx="2691130" cy="1792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020444" rtl="0" algn="l">
              <a:lnSpc>
                <a:spcPct val="10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Aplicaciones corporativas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marR="5080" rtl="0" algn="l">
              <a:lnSpc>
                <a:spcPct val="108400"/>
              </a:lnSpc>
              <a:spcBef>
                <a:spcPts val="1885"/>
              </a:spcBef>
              <a:spcAft>
                <a:spcPts val="0"/>
              </a:spcAft>
              <a:buNone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Herramientas empresariales consultan el modelo por interfaces compatibles.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7" name="Google Shape;367;p17"/>
          <p:cNvSpPr txBox="1"/>
          <p:nvPr/>
        </p:nvSpPr>
        <p:spPr>
          <a:xfrm>
            <a:off x="5802721" y="4675712"/>
            <a:ext cx="2971165" cy="1396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Conexión desde Excel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marR="5080" rtl="0" algn="l">
              <a:lnSpc>
                <a:spcPct val="108400"/>
              </a:lnSpc>
              <a:spcBef>
                <a:spcPts val="1880"/>
              </a:spcBef>
              <a:spcAft>
                <a:spcPts val="0"/>
              </a:spcAft>
              <a:buNone/>
            </a:pPr>
            <a:r>
              <a:rPr lang="en-US" sz="1600">
                <a:latin typeface="Lora"/>
                <a:ea typeface="Lora"/>
                <a:cs typeface="Lora"/>
                <a:sym typeface="Lora"/>
              </a:rPr>
              <a:t>Excel accede a cubos y modelos tabulares para análisis dinámico.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9617075" y="333678"/>
            <a:ext cx="48863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Procesamiento, consultas y herramientas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371" name="Google Shape;371;p17"/>
          <p:cNvSpPr txBox="1"/>
          <p:nvPr>
            <p:ph type="title"/>
          </p:nvPr>
        </p:nvSpPr>
        <p:spPr>
          <a:xfrm>
            <a:off x="905494" y="295405"/>
            <a:ext cx="56261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17.</a:t>
            </a:r>
            <a:endParaRPr/>
          </a:p>
        </p:txBody>
      </p:sp>
      <p:sp>
        <p:nvSpPr>
          <p:cNvPr id="372" name="Google Shape;372;p17"/>
          <p:cNvSpPr txBox="1"/>
          <p:nvPr/>
        </p:nvSpPr>
        <p:spPr>
          <a:xfrm>
            <a:off x="905494" y="7018409"/>
            <a:ext cx="15815944" cy="1319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latin typeface="Montserrat SemiBold"/>
                <a:ea typeface="Montserrat SemiBold"/>
                <a:cs typeface="Montserrat SemiBold"/>
                <a:sym typeface="Montserrat SemiBold"/>
              </a:rPr>
              <a:t>Herramientas consumidoras</a:t>
            </a:r>
            <a:endParaRPr sz="8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77" name="Google Shape;377;p18"/>
          <p:cNvSpPr txBox="1"/>
          <p:nvPr>
            <p:ph type="title"/>
          </p:nvPr>
        </p:nvSpPr>
        <p:spPr>
          <a:xfrm>
            <a:off x="9617075" y="5050306"/>
            <a:ext cx="744156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latin typeface="Montserrat Medium"/>
                <a:ea typeface="Montserrat Medium"/>
                <a:cs typeface="Montserrat Medium"/>
                <a:sym typeface="Montserrat Medium"/>
              </a:rPr>
              <a:t>Seguridad, mejores prácticas y conclusiones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8"/>
          <p:cNvSpPr txBox="1"/>
          <p:nvPr/>
        </p:nvSpPr>
        <p:spPr>
          <a:xfrm>
            <a:off x="15965219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905508" y="6778543"/>
            <a:ext cx="154305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latin typeface="Montserrat Light"/>
                <a:ea typeface="Montserrat Light"/>
                <a:cs typeface="Montserrat Light"/>
                <a:sym typeface="Montserrat Light"/>
              </a:rPr>
              <a:t>18.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 txBox="1"/>
          <p:nvPr/>
        </p:nvSpPr>
        <p:spPr>
          <a:xfrm>
            <a:off x="905494" y="1761127"/>
            <a:ext cx="7653655" cy="7042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1235075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Seguridad y buenas prácticas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Control de acceso por roles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Asignar roles y permisos garantiza la seguridad de los datos.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Permite restringir la visibilidad según responsabilidades.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2000"/>
              <a:buFont typeface="Times New Roman"/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Modelado analítico consistente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208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Definir </a:t>
            </a:r>
            <a:r>
              <a:rPr b="1" lang="en-US" sz="20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granularidad 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clara en la tabla de hechos.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Diseñar </a:t>
            </a:r>
            <a:r>
              <a:rPr b="1" lang="en-US" sz="20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jerarquías 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y medidas comprensibles para el negocio.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Times New Roman"/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Automatización y trazabilidad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15265" lvl="0" marL="227329" marR="50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Automatizar el procesamiento del modelo para mantener datos actualizados.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-214629" lvl="0" marL="227329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Documentar cambios y versiones para asegurar la trazabilidad.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90" name="Google Shape;3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7" y="1887169"/>
            <a:ext cx="8715752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9617075" y="333678"/>
            <a:ext cx="523049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Seguridad, mejores prácticas y conclusiones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394" name="Google Shape;394;p19"/>
          <p:cNvSpPr txBox="1"/>
          <p:nvPr>
            <p:ph type="title"/>
          </p:nvPr>
        </p:nvSpPr>
        <p:spPr>
          <a:xfrm>
            <a:off x="905494" y="295405"/>
            <a:ext cx="60261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 txBox="1"/>
          <p:nvPr/>
        </p:nvSpPr>
        <p:spPr>
          <a:xfrm>
            <a:off x="905494" y="1771163"/>
            <a:ext cx="7175500" cy="5860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latin typeface="Montserrat Medium"/>
                <a:ea typeface="Montserrat Medium"/>
                <a:cs typeface="Montserrat Medium"/>
                <a:sym typeface="Montserrat Medium"/>
              </a:rPr>
              <a:t>Errores comunes a evitar</a:t>
            </a:r>
            <a:endParaRPr sz="445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45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Evitar modelado sobre datos sin limpiar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None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La calidad del análisis depende de datos previamente depurados.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Definir medidas con reglas claras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15"/>
              </a:spcBef>
              <a:spcAft>
                <a:spcPts val="0"/>
              </a:spcAft>
              <a:buNone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Ambigüedad en medidas genera confusión y errores en reportes.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Diseñar jerarquías de negocio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10"/>
              </a:spcBef>
              <a:spcAft>
                <a:spcPts val="0"/>
              </a:spcAft>
              <a:buNone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Omitir jerarquías limita la navegabilidad y el análisis profundo.</a:t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Controlar dependencias en el procesamiento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12700" marR="692150" rtl="0" algn="l">
              <a:lnSpc>
                <a:spcPct val="110200"/>
              </a:lnSpc>
              <a:spcBef>
                <a:spcPts val="1695"/>
              </a:spcBef>
              <a:spcAft>
                <a:spcPts val="0"/>
              </a:spcAft>
              <a:buNone/>
            </a:pPr>
            <a:r>
              <a:rPr lang="en-US" sz="1750">
                <a:latin typeface="Lora"/>
                <a:ea typeface="Lora"/>
                <a:cs typeface="Lora"/>
                <a:sym typeface="Lora"/>
              </a:rPr>
              <a:t>Procesar parcialmente sin validar dependencias puede causar inconsistencias.</a:t>
            </a:r>
            <a:endParaRPr sz="175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00" name="Google Shape;4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9617075" y="333678"/>
            <a:ext cx="523049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Seguridad, mejores prácticas y conclusiones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404" name="Google Shape;404;p20"/>
          <p:cNvSpPr txBox="1"/>
          <p:nvPr>
            <p:ph type="title"/>
          </p:nvPr>
        </p:nvSpPr>
        <p:spPr>
          <a:xfrm>
            <a:off x="905494" y="295405"/>
            <a:ext cx="73596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"/>
          <p:cNvSpPr txBox="1"/>
          <p:nvPr>
            <p:ph idx="1" type="body"/>
          </p:nvPr>
        </p:nvSpPr>
        <p:spPr>
          <a:xfrm>
            <a:off x="905513" y="1761127"/>
            <a:ext cx="7788275" cy="652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2700" marR="2370455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SSAS y el ciclo BI completo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3494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SSAS: el puente en BI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49403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Transforma datos integrados en modelos analíticos listos para consulta.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Conexión de procesos clave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50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Une ETL, modelado dimensional y análisis empresarial en una sola arquitectura.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Lora"/>
                <a:ea typeface="Lora"/>
                <a:cs typeface="Lora"/>
                <a:sym typeface="Lora"/>
              </a:rPr>
              <a:t>Facilita la toma de decisiones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13335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Permite a usuarios acceder a métricas, jerarquías y relaciones sin complejidad técnica.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10" name="Google Shape;4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9617075" y="333678"/>
            <a:ext cx="523049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Seguridad, mejores prácticas y conclusiones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15965228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414" name="Google Shape;414;p2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"/>
          <p:cNvSpPr/>
          <p:nvPr/>
        </p:nvSpPr>
        <p:spPr>
          <a:xfrm>
            <a:off x="12871970" y="4048135"/>
            <a:ext cx="4488815" cy="3369945"/>
          </a:xfrm>
          <a:custGeom>
            <a:rect b="b" l="l" r="r" t="t"/>
            <a:pathLst>
              <a:path extrusionOk="0" h="336994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79356"/>
                </a:lnTo>
                <a:lnTo>
                  <a:pt x="609" y="3194926"/>
                </a:lnTo>
                <a:lnTo>
                  <a:pt x="13309" y="3249383"/>
                </a:lnTo>
                <a:lnTo>
                  <a:pt x="41262" y="3297796"/>
                </a:lnTo>
                <a:lnTo>
                  <a:pt x="82067" y="3336010"/>
                </a:lnTo>
                <a:lnTo>
                  <a:pt x="132219" y="3360750"/>
                </a:lnTo>
                <a:lnTo>
                  <a:pt x="184264" y="3369779"/>
                </a:lnTo>
                <a:lnTo>
                  <a:pt x="4304042" y="3369779"/>
                </a:lnTo>
                <a:lnTo>
                  <a:pt x="4356087" y="3360750"/>
                </a:lnTo>
                <a:lnTo>
                  <a:pt x="4401045" y="3339477"/>
                </a:lnTo>
                <a:lnTo>
                  <a:pt x="4436859" y="3309607"/>
                </a:lnTo>
                <a:lnTo>
                  <a:pt x="4467275" y="3266414"/>
                </a:lnTo>
                <a:lnTo>
                  <a:pt x="4484039" y="321957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918194" y="4048135"/>
            <a:ext cx="4488815" cy="3369945"/>
          </a:xfrm>
          <a:custGeom>
            <a:rect b="b" l="l" r="r" t="t"/>
            <a:pathLst>
              <a:path extrusionOk="0" h="336994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79356"/>
                </a:lnTo>
                <a:lnTo>
                  <a:pt x="609" y="3194926"/>
                </a:lnTo>
                <a:lnTo>
                  <a:pt x="13309" y="3249383"/>
                </a:lnTo>
                <a:lnTo>
                  <a:pt x="41262" y="3297796"/>
                </a:lnTo>
                <a:lnTo>
                  <a:pt x="82067" y="3336010"/>
                </a:lnTo>
                <a:lnTo>
                  <a:pt x="132219" y="3360750"/>
                </a:lnTo>
                <a:lnTo>
                  <a:pt x="184264" y="3369779"/>
                </a:lnTo>
                <a:lnTo>
                  <a:pt x="4304042" y="3369779"/>
                </a:lnTo>
                <a:lnTo>
                  <a:pt x="4356087" y="3360750"/>
                </a:lnTo>
                <a:lnTo>
                  <a:pt x="4401045" y="3339477"/>
                </a:lnTo>
                <a:lnTo>
                  <a:pt x="4436859" y="3309607"/>
                </a:lnTo>
                <a:lnTo>
                  <a:pt x="4467275" y="3266414"/>
                </a:lnTo>
                <a:lnTo>
                  <a:pt x="4484039" y="321957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"/>
          <p:cNvSpPr txBox="1"/>
          <p:nvPr/>
        </p:nvSpPr>
        <p:spPr>
          <a:xfrm>
            <a:off x="9617075" y="333678"/>
            <a:ext cx="523049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Seguridad, mejores prácticas y conclusiones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15965191" y="333863"/>
            <a:ext cx="134175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25/3/2026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424" name="Google Shape;424;p22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22.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905494" y="1761127"/>
            <a:ext cx="1089850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Conclusiones y aprendizajes clave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13121506" y="4367241"/>
            <a:ext cx="395224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873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Integración en soluciones BI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24765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Permite análisis consistente y de alto rendimiento para la toma de decisiones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1167857" y="4367241"/>
            <a:ext cx="394335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1186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Abstracción de complejidad técnica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2413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SSAS transforma datos integrados en modelos analíticos claros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6895083" y="4048135"/>
            <a:ext cx="4488815" cy="3369945"/>
          </a:xfrm>
          <a:custGeom>
            <a:rect b="b" l="l" r="r" t="t"/>
            <a:pathLst>
              <a:path extrusionOk="0" h="336994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179356"/>
                </a:lnTo>
                <a:lnTo>
                  <a:pt x="609" y="3194926"/>
                </a:lnTo>
                <a:lnTo>
                  <a:pt x="13309" y="3249383"/>
                </a:lnTo>
                <a:lnTo>
                  <a:pt x="41262" y="3297796"/>
                </a:lnTo>
                <a:lnTo>
                  <a:pt x="82067" y="3336010"/>
                </a:lnTo>
                <a:lnTo>
                  <a:pt x="132219" y="3360750"/>
                </a:lnTo>
                <a:lnTo>
                  <a:pt x="184264" y="3369779"/>
                </a:lnTo>
                <a:lnTo>
                  <a:pt x="4304042" y="3369779"/>
                </a:lnTo>
                <a:lnTo>
                  <a:pt x="4356087" y="3360750"/>
                </a:lnTo>
                <a:lnTo>
                  <a:pt x="4401045" y="3339477"/>
                </a:lnTo>
                <a:lnTo>
                  <a:pt x="4436859" y="3309607"/>
                </a:lnTo>
                <a:lnTo>
                  <a:pt x="4467275" y="3266414"/>
                </a:lnTo>
                <a:lnTo>
                  <a:pt x="4484039" y="3219577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7156897" y="4367241"/>
            <a:ext cx="3256279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Factores clave para el éxito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marR="262255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Diseño dimensional sólido, procesamiento controlado y seguridad adecuada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g3d29050ca9b_0_134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435" name="Google Shape;435;g3d29050ca9b_0_134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36" name="Google Shape;436;g3d29050ca9b_0_134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g3d29050ca9b_0_134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8" name="Google Shape;438;g3d29050ca9b_0_134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439" name="Google Shape;439;g3d29050ca9b_0_134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40" name="Google Shape;440;g3d29050ca9b_0_134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" name="Google Shape;441;g3d29050ca9b_0_134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442" name="Google Shape;442;g3d29050ca9b_0_134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43" name="Google Shape;443;g3d29050ca9b_0_134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44" name="Google Shape;444;g3d29050ca9b_0_134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5" name="Google Shape;445;g3d29050ca9b_0_134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446" name="Google Shape;446;g3d29050ca9b_0_134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47" name="Google Shape;447;g3d29050ca9b_0_134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48" name="Google Shape;448;g3d29050ca9b_0_134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9" name="Google Shape;449;g3d29050ca9b_0_134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450" name="Google Shape;450;g3d29050ca9b_0_134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51" name="Google Shape;451;g3d29050ca9b_0_134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g3d29050ca9b_0_134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453" name="Google Shape;453;g3d29050ca9b_0_134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54" name="Google Shape;454;g3d29050ca9b_0_134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55" name="Google Shape;455;g3d29050ca9b_0_134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6" name="Google Shape;456;g3d29050ca9b_0_134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457" name="Google Shape;457;g3d29050ca9b_0_134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58" name="Google Shape;458;g3d29050ca9b_0_134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59" name="Google Shape;459;g3d29050ca9b_0_134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g3d29050ca9b_0_134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g3d29050ca9b_0_134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d29050ca9b_0_134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d29050ca9b_0_134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d29050ca9b_0_134"/>
          <p:cNvSpPr txBox="1"/>
          <p:nvPr/>
        </p:nvSpPr>
        <p:spPr>
          <a:xfrm>
            <a:off x="13482182" y="3071390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d29050ca9b_0_134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d29050ca9b_0_134"/>
          <p:cNvSpPr txBox="1"/>
          <p:nvPr/>
        </p:nvSpPr>
        <p:spPr>
          <a:xfrm>
            <a:off x="13482182" y="3868922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d29050ca9b_0_134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d29050ca9b_0_134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d29050ca9b_0_134"/>
          <p:cNvSpPr txBox="1"/>
          <p:nvPr/>
        </p:nvSpPr>
        <p:spPr>
          <a:xfrm>
            <a:off x="5208072" y="1937664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HT4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0" name="Google Shape;470;g3d29050ca9b_0_134"/>
          <p:cNvSpPr txBox="1"/>
          <p:nvPr/>
        </p:nvSpPr>
        <p:spPr>
          <a:xfrm>
            <a:off x="5208072" y="2738809"/>
            <a:ext cx="22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d29050ca9b_0_134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2" name="Google Shape;472;g3d29050ca9b_0_134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d29050ca9b_0_134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d29050ca9b_0_134"/>
          <p:cNvSpPr txBox="1"/>
          <p:nvPr/>
        </p:nvSpPr>
        <p:spPr>
          <a:xfrm>
            <a:off x="588368" y="5776526"/>
            <a:ext cx="56064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JOSUE DANIEL SOLIS OSORIO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202001574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NAOMI RASHEL YOS CUJCUJ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202001814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EMILIO RIVERA YURRITA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 GUILLERMO ARREAGA BARRIENTOS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202004762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FREDY SAMUEL QUIJADA CEBALLOS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202004812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 LUCIA FLETES ORDOÑEZ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RAMIRO AGUSTÍN TÉLLES CARCUZ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202010044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SERGIO SEBASTIÁN SANDOVAL RUIZ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202010298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ANGELA MARÍA ESTHER ESCOBAR ALVAREZ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202100019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AIDA ALEJANDRA MANSILLA ORANTES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202100239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 JOSE BLANCO GUZMAN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202100250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KEVIN JOSUE SANTOS SALAZAR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202101007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5" name="Google Shape;475;g3d29050ca9b_0_134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476" name="Google Shape;476;g3d29050ca9b_0_134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77" name="Google Shape;477;g3d29050ca9b_0_134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8" name="Google Shape;478;g3d29050ca9b_0_134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479" name="Google Shape;479;g3d29050ca9b_0_134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80" name="Google Shape;480;g3d29050ca9b_0_134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1" name="Google Shape;481;g3d29050ca9b_0_134"/>
          <p:cNvSpPr txBox="1"/>
          <p:nvPr/>
        </p:nvSpPr>
        <p:spPr>
          <a:xfrm>
            <a:off x="6446197" y="5735926"/>
            <a:ext cx="56064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JUAN JOSÉ GERARDI HERNÁNDEZ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201900532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KEVIN EDUARDO CASTAÑEDA HERNÁNDEZ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201901801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CLAUDIA PAOLA ALONZO HERNÁNDEZ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201902246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JONATHÁN ALEXANDER SÁNCHEZ BARRIOS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201903022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CARLOS ESTUARDO MONTERROSO SANTOS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201903767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LUIS RAFAEL MÉNDEZ LIVAR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201903887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RONY OMAR MIGUEL LOPEZ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201905750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DANIEL MOISES CHAN PELICO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201906099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BYRON ESTUARDO SOLIS GONZALEZ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201906588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JAVIER ALEJANDRO MONTERROSO LÓPEZ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201700831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BYRON JOSUÉ PAR RANCHO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201701078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KEVIN ESTUARDO SOTOJ GARCÍA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201710130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d29050ca9b_0_134"/>
          <p:cNvSpPr txBox="1"/>
          <p:nvPr/>
        </p:nvSpPr>
        <p:spPr>
          <a:xfrm>
            <a:off x="12301094" y="5778551"/>
            <a:ext cx="56064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JOSHUA ALEXANDER VASQUEZ DEL AGUILA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202102407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JORGE ALEJANDRO DE LEÓN BATRES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202111277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MELVIN ALEXANDER VALENCIA ESTRADA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202111556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JOSÉ DANIEL GUZMÁN HERNÁNDEZ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202111612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EDGAR JOSÍAS CÁN AJQUEJAY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202112012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DOMINIC JUAN PABLO RUANO PEREZ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202200075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ROBERTO MIGUEL GARCÍA SANTIZO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202201724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CARLOS FERNANDO ENRIQUE LOPEZ GARCIA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202210108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LUIS FERNANDO GÓMEZ RENDÓN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201801391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PABLO DANIEL FERNÁNDEZ CHACÓN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201807411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2026-03-25T23:03:33Z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2026-03-25T00:00:00Z</vt:filetime>
  </property>
  <property fmtid="{D5CDD505-2E9C-101B-9397-08002B2CF9AE}" pid="6" name="Producer">
    <vt:lpwstr>Adobe Express</vt:lpwstr>
  </property>
</Properties>
</file>