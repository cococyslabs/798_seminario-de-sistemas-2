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10287000" cx="18288000"/>
  <p:notesSz cx="18288000" cy="10287000"/>
  <p:embeddedFontLst>
    <p:embeddedFont>
      <p:font typeface="Geo"/>
      <p:regular r:id="rId37"/>
      <p:italic r:id="rId38"/>
    </p:embeddedFont>
    <p:embeddedFont>
      <p:font typeface="Garamond"/>
      <p:regular r:id="rId39"/>
      <p:bold r:id="rId40"/>
      <p:italic r:id="rId41"/>
      <p:boldItalic r:id="rId42"/>
    </p:embeddedFont>
    <p:embeddedFont>
      <p:font typeface="Arial Narrow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  <p:embeddedFont>
      <p:font typeface="Open Sans"/>
      <p:bold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itGi7v2C3ouZ0AAeO7Nkf7Jd+7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E2E0B2-6EAC-469E-8BDE-B99B1093FA7E}">
  <a:tblStyle styleId="{AEE2E0B2-6EAC-469E-8BDE-B99B1093FA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.fntdata"/><Relationship Id="rId42" Type="http://schemas.openxmlformats.org/officeDocument/2006/relationships/font" Target="fonts/Garamond-boldItalic.fntdata"/><Relationship Id="rId41" Type="http://schemas.openxmlformats.org/officeDocument/2006/relationships/font" Target="fonts/Garamond-italic.fntdata"/><Relationship Id="rId44" Type="http://schemas.openxmlformats.org/officeDocument/2006/relationships/font" Target="fonts/ArialNarrow-bold.fntdata"/><Relationship Id="rId43" Type="http://schemas.openxmlformats.org/officeDocument/2006/relationships/font" Target="fonts/ArialNarrow-regular.fntdata"/><Relationship Id="rId46" Type="http://schemas.openxmlformats.org/officeDocument/2006/relationships/font" Target="fonts/ArialNarrow-boldItalic.fntdata"/><Relationship Id="rId45" Type="http://schemas.openxmlformats.org/officeDocument/2006/relationships/font" Target="fonts/ArialNarr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Geo-regular.fntdata"/><Relationship Id="rId36" Type="http://schemas.openxmlformats.org/officeDocument/2006/relationships/slide" Target="slides/slide30.xml"/><Relationship Id="rId39" Type="http://schemas.openxmlformats.org/officeDocument/2006/relationships/font" Target="fonts/Garamond-regular.fntdata"/><Relationship Id="rId38" Type="http://schemas.openxmlformats.org/officeDocument/2006/relationships/font" Target="fonts/Ge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DMSans-boldItalic.fntdata"/><Relationship Id="rId53" Type="http://schemas.openxmlformats.org/officeDocument/2006/relationships/font" Target="fonts/CenturyGothic-regular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4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094fb2d19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e094fb2d19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0fcf20f34_0_7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4" name="Google Shape;74;g3d0fcf20f34_0_7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0fcf20f34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" name="Google Shape;14;g3d0fcf20f34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g3d0fcf20f34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0fcf20f34_0_117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d0fcf20f34_0_117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" name="Google Shape;19;g3d0fcf20f34_0_117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0"/>
          <p:cNvSpPr txBox="1"/>
          <p:nvPr>
            <p:ph type="ctrTitle"/>
          </p:nvPr>
        </p:nvSpPr>
        <p:spPr>
          <a:xfrm>
            <a:off x="897016" y="3133453"/>
            <a:ext cx="11149965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subTitle"/>
          </p:nvPr>
        </p:nvSpPr>
        <p:spPr>
          <a:xfrm>
            <a:off x="907811" y="5498914"/>
            <a:ext cx="7009130" cy="1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1"/>
          <p:cNvSpPr/>
          <p:nvPr/>
        </p:nvSpPr>
        <p:spPr>
          <a:xfrm>
            <a:off x="473908" y="1981196"/>
            <a:ext cx="0" cy="6320155"/>
          </a:xfrm>
          <a:custGeom>
            <a:rect b="b" l="l" r="r" t="t"/>
            <a:pathLst>
              <a:path extrusionOk="0" h="6320155" w="120000">
                <a:moveTo>
                  <a:pt x="0" y="6319761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1"/>
          <p:cNvSpPr/>
          <p:nvPr/>
        </p:nvSpPr>
        <p:spPr>
          <a:xfrm>
            <a:off x="302999" y="4972585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1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873994" y="4517464"/>
            <a:ext cx="16551275" cy="3496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094fb2d19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e094fb2d19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e094fb2d19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AE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9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500" u="none" cap="none" strike="noStrike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873994" y="4517464"/>
            <a:ext cx="16551275" cy="3496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1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94fb2d19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g3e094fb2d19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g3e094fb2d19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g3e094fb2d19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g3e094fb2d19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" name="Google Shape;67;g3e094fb2d19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68" name="Google Shape;68;g3e094fb2d19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9" name="Google Shape;69;g3e094fb2d19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g3e094fb2d19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e094fb2d19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28/01/2026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fcf20f34_0_7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7" name="Google Shape;77;g3d0fcf20f34_0_70"/>
          <p:cNvSpPr txBox="1"/>
          <p:nvPr/>
        </p:nvSpPr>
        <p:spPr>
          <a:xfrm>
            <a:off x="8136743" y="4184800"/>
            <a:ext cx="961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7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Calificación Practica 2</a:t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7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1</a:t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g3d0fcf20f34_0_7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"/>
          <p:cNvGrpSpPr/>
          <p:nvPr/>
        </p:nvGrpSpPr>
        <p:grpSpPr>
          <a:xfrm>
            <a:off x="302997" y="1981196"/>
            <a:ext cx="342265" cy="6320155"/>
            <a:chOff x="302997" y="1981196"/>
            <a:chExt cx="342265" cy="6320155"/>
          </a:xfrm>
        </p:grpSpPr>
        <p:sp>
          <p:nvSpPr>
            <p:cNvPr id="84" name="Google Shape;84;p1"/>
            <p:cNvSpPr/>
            <p:nvPr/>
          </p:nvSpPr>
          <p:spPr>
            <a:xfrm>
              <a:off x="473909" y="1981196"/>
              <a:ext cx="0" cy="6320155"/>
            </a:xfrm>
            <a:custGeom>
              <a:rect b="b" l="l" r="r" t="t"/>
              <a:pathLst>
                <a:path extrusionOk="0" h="6320155" w="120000">
                  <a:moveTo>
                    <a:pt x="0" y="6319761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02997" y="3981113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FD605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"/>
          <p:cNvSpPr txBox="1"/>
          <p:nvPr/>
        </p:nvSpPr>
        <p:spPr>
          <a:xfrm>
            <a:off x="907811" y="383112"/>
            <a:ext cx="11106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18/3/2026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376134" y="383112"/>
            <a:ext cx="20154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JAVIER ANDRÉS V.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88" name="Google Shape;88;p1"/>
          <p:cNvSpPr txBox="1"/>
          <p:nvPr>
            <p:ph type="ctrTitle"/>
          </p:nvPr>
        </p:nvSpPr>
        <p:spPr>
          <a:xfrm>
            <a:off x="897029" y="3133450"/>
            <a:ext cx="16494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2250">
            <a:spAutoFit/>
          </a:bodyPr>
          <a:lstStyle/>
          <a:p>
            <a:pPr indent="0" lvl="0" marL="12700" marR="5080" rtl="0" algn="l">
              <a:lnSpc>
                <a:spcPct val="10040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800">
                <a:solidFill>
                  <a:srgbClr val="FFFFFF"/>
                </a:solidFill>
              </a:rPr>
              <a:t>Arquitectura de Datos Modernos y Microsoft BI</a:t>
            </a:r>
            <a:endParaRPr sz="9800"/>
          </a:p>
        </p:txBody>
      </p:sp>
      <p:sp>
        <p:nvSpPr>
          <p:cNvPr id="89" name="Google Shape;89;p1"/>
          <p:cNvSpPr txBox="1"/>
          <p:nvPr/>
        </p:nvSpPr>
        <p:spPr>
          <a:xfrm>
            <a:off x="907811" y="6378044"/>
            <a:ext cx="10304780" cy="73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0" i="0" lang="en-US" sz="46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la integración al análisis empresarial</a:t>
            </a:r>
            <a:endParaRPr b="0" i="0" sz="4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7102920" y="383112"/>
            <a:ext cx="289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95" name="Google Shape;95;p2"/>
          <p:cNvSpPr txBox="1"/>
          <p:nvPr>
            <p:ph type="title"/>
          </p:nvPr>
        </p:nvSpPr>
        <p:spPr>
          <a:xfrm>
            <a:off x="8765698" y="1895550"/>
            <a:ext cx="8896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Introducción y contexto general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676444" y="2563613"/>
            <a:ext cx="8711565" cy="56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588645" lvl="0" marL="612775" marR="45339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	BI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601345" lvl="0" marL="614045" marR="66040" rtl="0" algn="l">
              <a:lnSpc>
                <a:spcPct val="100800"/>
              </a:lnSpc>
              <a:spcBef>
                <a:spcPts val="725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94995" lvl="0" marL="612775" marR="1831339" rtl="0" algn="l">
              <a:lnSpc>
                <a:spcPct val="100800"/>
              </a:lnSpc>
              <a:spcBef>
                <a:spcPts val="725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	herramientas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98170" lvl="0" marL="61277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Aplicación práctica y buenas prácticas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600075" lvl="0" marL="61277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65150" lvl="0" marL="61277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Cierre y próximos pasos</a:t>
            </a:r>
            <a:endParaRPr b="0" i="0" sz="3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07797" y="4485425"/>
            <a:ext cx="60852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Agenda de la Presentación</a:t>
            </a:r>
            <a:endParaRPr b="0" i="0" sz="75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7101304" y="383112"/>
            <a:ext cx="2914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04" name="Google Shape;104;p3"/>
          <p:cNvSpPr txBox="1"/>
          <p:nvPr>
            <p:ph type="title"/>
          </p:nvPr>
        </p:nvSpPr>
        <p:spPr>
          <a:xfrm>
            <a:off x="907802" y="4098537"/>
            <a:ext cx="12315190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Introducción y contexto general</a:t>
            </a:r>
            <a:endParaRPr sz="1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2260051" y="5112062"/>
            <a:ext cx="0" cy="2552065"/>
          </a:xfrm>
          <a:custGeom>
            <a:rect b="b" l="l" r="r" t="t"/>
            <a:pathLst>
              <a:path extrusionOk="0" h="2552065" w="120000">
                <a:moveTo>
                  <a:pt x="0" y="25518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25567" y="5112062"/>
            <a:ext cx="0" cy="2552065"/>
          </a:xfrm>
          <a:custGeom>
            <a:rect b="b" l="l" r="r" t="t"/>
            <a:pathLst>
              <a:path extrusionOk="0" h="2552065" w="120000">
                <a:moveTo>
                  <a:pt x="0" y="25518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7097026" y="383112"/>
            <a:ext cx="299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3376771" y="5037589"/>
            <a:ext cx="3734435" cy="1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de la sesión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8191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Comprender la arquitectura de datos modernos y el ecosistema Microsoft BI (SSMS, SSIS, SSAS, SSRS).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142272" y="5037600"/>
            <a:ext cx="4454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356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 de la inteligencia de negocios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Transición de bodegas de datos tradicionales a arquitecturas modernas y flexibles.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907802" y="5037589"/>
            <a:ext cx="362585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Relevancia de los datos en la empresa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9464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organizaciones gestionan información desde múltiples fuentes y sistemas.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17" name="Google Shape;117;p4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Bienvenida y contexto</a:t>
            </a:r>
            <a:endParaRPr sz="8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13680580" y="4586223"/>
            <a:ext cx="106045" cy="26670"/>
          </a:xfrm>
          <a:custGeom>
            <a:rect b="b" l="l" r="r" t="t"/>
            <a:pathLst>
              <a:path extrusionOk="0" h="26670" w="106044">
                <a:moveTo>
                  <a:pt x="26492" y="5930"/>
                </a:moveTo>
                <a:lnTo>
                  <a:pt x="20561" y="0"/>
                </a:lnTo>
                <a:lnTo>
                  <a:pt x="5930" y="0"/>
                </a:lnTo>
                <a:lnTo>
                  <a:pt x="0" y="5930"/>
                </a:lnTo>
                <a:lnTo>
                  <a:pt x="0" y="20561"/>
                </a:lnTo>
                <a:lnTo>
                  <a:pt x="5930" y="26492"/>
                </a:lnTo>
                <a:lnTo>
                  <a:pt x="20561" y="26492"/>
                </a:lnTo>
                <a:lnTo>
                  <a:pt x="26492" y="20561"/>
                </a:lnTo>
                <a:lnTo>
                  <a:pt x="26492" y="13246"/>
                </a:lnTo>
                <a:lnTo>
                  <a:pt x="26492" y="5930"/>
                </a:lnTo>
                <a:close/>
              </a:path>
              <a:path extrusionOk="0" h="26670" w="106044">
                <a:moveTo>
                  <a:pt x="66230" y="5930"/>
                </a:moveTo>
                <a:lnTo>
                  <a:pt x="60299" y="0"/>
                </a:lnTo>
                <a:lnTo>
                  <a:pt x="45669" y="0"/>
                </a:lnTo>
                <a:lnTo>
                  <a:pt x="39738" y="5930"/>
                </a:lnTo>
                <a:lnTo>
                  <a:pt x="39738" y="20561"/>
                </a:lnTo>
                <a:lnTo>
                  <a:pt x="45669" y="26492"/>
                </a:lnTo>
                <a:lnTo>
                  <a:pt x="60299" y="26492"/>
                </a:lnTo>
                <a:lnTo>
                  <a:pt x="66230" y="20561"/>
                </a:lnTo>
                <a:lnTo>
                  <a:pt x="66230" y="13246"/>
                </a:lnTo>
                <a:lnTo>
                  <a:pt x="66230" y="5930"/>
                </a:lnTo>
                <a:close/>
              </a:path>
              <a:path extrusionOk="0" h="26670" w="106044">
                <a:moveTo>
                  <a:pt x="105968" y="5930"/>
                </a:moveTo>
                <a:lnTo>
                  <a:pt x="100037" y="0"/>
                </a:lnTo>
                <a:lnTo>
                  <a:pt x="85407" y="0"/>
                </a:lnTo>
                <a:lnTo>
                  <a:pt x="79476" y="5930"/>
                </a:lnTo>
                <a:lnTo>
                  <a:pt x="79476" y="20561"/>
                </a:lnTo>
                <a:lnTo>
                  <a:pt x="85407" y="26492"/>
                </a:lnTo>
                <a:lnTo>
                  <a:pt x="100037" y="26492"/>
                </a:lnTo>
                <a:lnTo>
                  <a:pt x="105968" y="20561"/>
                </a:lnTo>
                <a:lnTo>
                  <a:pt x="105968" y="13246"/>
                </a:lnTo>
                <a:lnTo>
                  <a:pt x="105968" y="593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3217005" y="4441138"/>
            <a:ext cx="847725" cy="847090"/>
          </a:xfrm>
          <a:custGeom>
            <a:rect b="b" l="l" r="r" t="t"/>
            <a:pathLst>
              <a:path extrusionOk="0" h="847089" w="847725">
                <a:moveTo>
                  <a:pt x="251650" y="654342"/>
                </a:moveTo>
                <a:lnTo>
                  <a:pt x="245719" y="648411"/>
                </a:lnTo>
                <a:lnTo>
                  <a:pt x="231089" y="648411"/>
                </a:lnTo>
                <a:lnTo>
                  <a:pt x="225158" y="654342"/>
                </a:lnTo>
                <a:lnTo>
                  <a:pt x="225158" y="668972"/>
                </a:lnTo>
                <a:lnTo>
                  <a:pt x="231089" y="674903"/>
                </a:lnTo>
                <a:lnTo>
                  <a:pt x="245719" y="674903"/>
                </a:lnTo>
                <a:lnTo>
                  <a:pt x="251650" y="668972"/>
                </a:lnTo>
                <a:lnTo>
                  <a:pt x="251650" y="661657"/>
                </a:lnTo>
                <a:lnTo>
                  <a:pt x="251650" y="654342"/>
                </a:lnTo>
                <a:close/>
              </a:path>
              <a:path extrusionOk="0" h="847089" w="847725">
                <a:moveTo>
                  <a:pt x="291388" y="654342"/>
                </a:moveTo>
                <a:lnTo>
                  <a:pt x="285457" y="648411"/>
                </a:lnTo>
                <a:lnTo>
                  <a:pt x="270827" y="648411"/>
                </a:lnTo>
                <a:lnTo>
                  <a:pt x="264896" y="654342"/>
                </a:lnTo>
                <a:lnTo>
                  <a:pt x="264896" y="668972"/>
                </a:lnTo>
                <a:lnTo>
                  <a:pt x="270827" y="674903"/>
                </a:lnTo>
                <a:lnTo>
                  <a:pt x="285457" y="674903"/>
                </a:lnTo>
                <a:lnTo>
                  <a:pt x="291388" y="668972"/>
                </a:lnTo>
                <a:lnTo>
                  <a:pt x="291388" y="661657"/>
                </a:lnTo>
                <a:lnTo>
                  <a:pt x="291388" y="654342"/>
                </a:lnTo>
                <a:close/>
              </a:path>
              <a:path extrusionOk="0" h="847089" w="847725">
                <a:moveTo>
                  <a:pt x="331127" y="654342"/>
                </a:moveTo>
                <a:lnTo>
                  <a:pt x="325196" y="648411"/>
                </a:lnTo>
                <a:lnTo>
                  <a:pt x="310565" y="648411"/>
                </a:lnTo>
                <a:lnTo>
                  <a:pt x="304634" y="654342"/>
                </a:lnTo>
                <a:lnTo>
                  <a:pt x="304634" y="668972"/>
                </a:lnTo>
                <a:lnTo>
                  <a:pt x="310565" y="674903"/>
                </a:lnTo>
                <a:lnTo>
                  <a:pt x="325196" y="674903"/>
                </a:lnTo>
                <a:lnTo>
                  <a:pt x="331127" y="668972"/>
                </a:lnTo>
                <a:lnTo>
                  <a:pt x="331127" y="661657"/>
                </a:lnTo>
                <a:lnTo>
                  <a:pt x="331127" y="654342"/>
                </a:lnTo>
                <a:close/>
              </a:path>
              <a:path extrusionOk="0" h="847089" w="847725">
                <a:moveTo>
                  <a:pt x="728484" y="654342"/>
                </a:moveTo>
                <a:lnTo>
                  <a:pt x="722553" y="648411"/>
                </a:lnTo>
                <a:lnTo>
                  <a:pt x="707923" y="648411"/>
                </a:lnTo>
                <a:lnTo>
                  <a:pt x="701992" y="654342"/>
                </a:lnTo>
                <a:lnTo>
                  <a:pt x="701992" y="668972"/>
                </a:lnTo>
                <a:lnTo>
                  <a:pt x="707923" y="674903"/>
                </a:lnTo>
                <a:lnTo>
                  <a:pt x="722553" y="674903"/>
                </a:lnTo>
                <a:lnTo>
                  <a:pt x="728484" y="668972"/>
                </a:lnTo>
                <a:lnTo>
                  <a:pt x="728484" y="661657"/>
                </a:lnTo>
                <a:lnTo>
                  <a:pt x="728484" y="654342"/>
                </a:lnTo>
                <a:close/>
              </a:path>
              <a:path extrusionOk="0" h="847089" w="847725">
                <a:moveTo>
                  <a:pt x="768223" y="654342"/>
                </a:moveTo>
                <a:lnTo>
                  <a:pt x="762292" y="648411"/>
                </a:lnTo>
                <a:lnTo>
                  <a:pt x="747661" y="648411"/>
                </a:lnTo>
                <a:lnTo>
                  <a:pt x="741730" y="654342"/>
                </a:lnTo>
                <a:lnTo>
                  <a:pt x="741730" y="668972"/>
                </a:lnTo>
                <a:lnTo>
                  <a:pt x="747661" y="674903"/>
                </a:lnTo>
                <a:lnTo>
                  <a:pt x="762292" y="674903"/>
                </a:lnTo>
                <a:lnTo>
                  <a:pt x="768223" y="668972"/>
                </a:lnTo>
                <a:lnTo>
                  <a:pt x="768223" y="661657"/>
                </a:lnTo>
                <a:lnTo>
                  <a:pt x="768223" y="654342"/>
                </a:lnTo>
                <a:close/>
              </a:path>
              <a:path extrusionOk="0" h="847089" w="847725">
                <a:moveTo>
                  <a:pt x="807961" y="654342"/>
                </a:moveTo>
                <a:lnTo>
                  <a:pt x="802030" y="648411"/>
                </a:lnTo>
                <a:lnTo>
                  <a:pt x="787400" y="648411"/>
                </a:lnTo>
                <a:lnTo>
                  <a:pt x="781469" y="654342"/>
                </a:lnTo>
                <a:lnTo>
                  <a:pt x="781469" y="668972"/>
                </a:lnTo>
                <a:lnTo>
                  <a:pt x="787400" y="674903"/>
                </a:lnTo>
                <a:lnTo>
                  <a:pt x="802030" y="674903"/>
                </a:lnTo>
                <a:lnTo>
                  <a:pt x="807961" y="668972"/>
                </a:lnTo>
                <a:lnTo>
                  <a:pt x="807961" y="661657"/>
                </a:lnTo>
                <a:lnTo>
                  <a:pt x="807961" y="654342"/>
                </a:lnTo>
                <a:close/>
              </a:path>
              <a:path extrusionOk="0" h="847089" w="847725">
                <a:moveTo>
                  <a:pt x="847699" y="543560"/>
                </a:moveTo>
                <a:lnTo>
                  <a:pt x="844651" y="527050"/>
                </a:lnTo>
                <a:lnTo>
                  <a:pt x="836269" y="514350"/>
                </a:lnTo>
                <a:lnTo>
                  <a:pt x="823658" y="506730"/>
                </a:lnTo>
                <a:lnTo>
                  <a:pt x="821207" y="506145"/>
                </a:lnTo>
                <a:lnTo>
                  <a:pt x="821207" y="642620"/>
                </a:lnTo>
                <a:lnTo>
                  <a:pt x="821207" y="708660"/>
                </a:lnTo>
                <a:lnTo>
                  <a:pt x="814590" y="715010"/>
                </a:lnTo>
                <a:lnTo>
                  <a:pt x="807961" y="715010"/>
                </a:lnTo>
                <a:lnTo>
                  <a:pt x="807961" y="762000"/>
                </a:lnTo>
                <a:lnTo>
                  <a:pt x="807961" y="774700"/>
                </a:lnTo>
                <a:lnTo>
                  <a:pt x="801344" y="781050"/>
                </a:lnTo>
                <a:lnTo>
                  <a:pt x="788098" y="781050"/>
                </a:lnTo>
                <a:lnTo>
                  <a:pt x="781469" y="774700"/>
                </a:lnTo>
                <a:lnTo>
                  <a:pt x="781469" y="762000"/>
                </a:lnTo>
                <a:lnTo>
                  <a:pt x="788098" y="754380"/>
                </a:lnTo>
                <a:lnTo>
                  <a:pt x="801344" y="754380"/>
                </a:lnTo>
                <a:lnTo>
                  <a:pt x="807961" y="762000"/>
                </a:lnTo>
                <a:lnTo>
                  <a:pt x="807961" y="715010"/>
                </a:lnTo>
                <a:lnTo>
                  <a:pt x="768223" y="715010"/>
                </a:lnTo>
                <a:lnTo>
                  <a:pt x="768223" y="762000"/>
                </a:lnTo>
                <a:lnTo>
                  <a:pt x="768223" y="774700"/>
                </a:lnTo>
                <a:lnTo>
                  <a:pt x="761606" y="781050"/>
                </a:lnTo>
                <a:lnTo>
                  <a:pt x="748360" y="781050"/>
                </a:lnTo>
                <a:lnTo>
                  <a:pt x="741730" y="774700"/>
                </a:lnTo>
                <a:lnTo>
                  <a:pt x="741730" y="762000"/>
                </a:lnTo>
                <a:lnTo>
                  <a:pt x="748360" y="754380"/>
                </a:lnTo>
                <a:lnTo>
                  <a:pt x="761606" y="754380"/>
                </a:lnTo>
                <a:lnTo>
                  <a:pt x="768223" y="762000"/>
                </a:lnTo>
                <a:lnTo>
                  <a:pt x="768223" y="715010"/>
                </a:lnTo>
                <a:lnTo>
                  <a:pt x="728497" y="715010"/>
                </a:lnTo>
                <a:lnTo>
                  <a:pt x="728497" y="762000"/>
                </a:lnTo>
                <a:lnTo>
                  <a:pt x="728497" y="774700"/>
                </a:lnTo>
                <a:lnTo>
                  <a:pt x="721868" y="781050"/>
                </a:lnTo>
                <a:lnTo>
                  <a:pt x="708621" y="781050"/>
                </a:lnTo>
                <a:lnTo>
                  <a:pt x="702005" y="774700"/>
                </a:lnTo>
                <a:lnTo>
                  <a:pt x="702005" y="762000"/>
                </a:lnTo>
                <a:lnTo>
                  <a:pt x="708621" y="754380"/>
                </a:lnTo>
                <a:lnTo>
                  <a:pt x="721868" y="754380"/>
                </a:lnTo>
                <a:lnTo>
                  <a:pt x="728497" y="762000"/>
                </a:lnTo>
                <a:lnTo>
                  <a:pt x="728497" y="715010"/>
                </a:lnTo>
                <a:lnTo>
                  <a:pt x="509943" y="715010"/>
                </a:lnTo>
                <a:lnTo>
                  <a:pt x="503326" y="708660"/>
                </a:lnTo>
                <a:lnTo>
                  <a:pt x="503326" y="642620"/>
                </a:lnTo>
                <a:lnTo>
                  <a:pt x="509943" y="636270"/>
                </a:lnTo>
                <a:lnTo>
                  <a:pt x="814590" y="636270"/>
                </a:lnTo>
                <a:lnTo>
                  <a:pt x="821207" y="642620"/>
                </a:lnTo>
                <a:lnTo>
                  <a:pt x="821207" y="506145"/>
                </a:lnTo>
                <a:lnTo>
                  <a:pt x="807961" y="502920"/>
                </a:lnTo>
                <a:lnTo>
                  <a:pt x="807961" y="549910"/>
                </a:lnTo>
                <a:lnTo>
                  <a:pt x="807961" y="562610"/>
                </a:lnTo>
                <a:lnTo>
                  <a:pt x="801344" y="568960"/>
                </a:lnTo>
                <a:lnTo>
                  <a:pt x="788098" y="568960"/>
                </a:lnTo>
                <a:lnTo>
                  <a:pt x="781469" y="562610"/>
                </a:lnTo>
                <a:lnTo>
                  <a:pt x="781469" y="549910"/>
                </a:lnTo>
                <a:lnTo>
                  <a:pt x="788098" y="543560"/>
                </a:lnTo>
                <a:lnTo>
                  <a:pt x="801344" y="543560"/>
                </a:lnTo>
                <a:lnTo>
                  <a:pt x="807961" y="549910"/>
                </a:lnTo>
                <a:lnTo>
                  <a:pt x="807961" y="502920"/>
                </a:lnTo>
                <a:lnTo>
                  <a:pt x="768223" y="502920"/>
                </a:lnTo>
                <a:lnTo>
                  <a:pt x="768223" y="549910"/>
                </a:lnTo>
                <a:lnTo>
                  <a:pt x="768223" y="562610"/>
                </a:lnTo>
                <a:lnTo>
                  <a:pt x="761606" y="568960"/>
                </a:lnTo>
                <a:lnTo>
                  <a:pt x="748360" y="568960"/>
                </a:lnTo>
                <a:lnTo>
                  <a:pt x="741730" y="562610"/>
                </a:lnTo>
                <a:lnTo>
                  <a:pt x="741730" y="549910"/>
                </a:lnTo>
                <a:lnTo>
                  <a:pt x="748360" y="543560"/>
                </a:lnTo>
                <a:lnTo>
                  <a:pt x="761606" y="543560"/>
                </a:lnTo>
                <a:lnTo>
                  <a:pt x="768223" y="549910"/>
                </a:lnTo>
                <a:lnTo>
                  <a:pt x="768223" y="502920"/>
                </a:lnTo>
                <a:lnTo>
                  <a:pt x="728497" y="502920"/>
                </a:lnTo>
                <a:lnTo>
                  <a:pt x="728497" y="549910"/>
                </a:lnTo>
                <a:lnTo>
                  <a:pt x="728497" y="562610"/>
                </a:lnTo>
                <a:lnTo>
                  <a:pt x="721868" y="568960"/>
                </a:lnTo>
                <a:lnTo>
                  <a:pt x="708621" y="568960"/>
                </a:lnTo>
                <a:lnTo>
                  <a:pt x="702005" y="562610"/>
                </a:lnTo>
                <a:lnTo>
                  <a:pt x="702005" y="549910"/>
                </a:lnTo>
                <a:lnTo>
                  <a:pt x="708621" y="543560"/>
                </a:lnTo>
                <a:lnTo>
                  <a:pt x="721868" y="543560"/>
                </a:lnTo>
                <a:lnTo>
                  <a:pt x="728497" y="549910"/>
                </a:lnTo>
                <a:lnTo>
                  <a:pt x="728497" y="502920"/>
                </a:lnTo>
                <a:lnTo>
                  <a:pt x="675513" y="502920"/>
                </a:lnTo>
                <a:lnTo>
                  <a:pt x="675513" y="436880"/>
                </a:lnTo>
                <a:lnTo>
                  <a:pt x="675513" y="415290"/>
                </a:lnTo>
                <a:lnTo>
                  <a:pt x="670217" y="410210"/>
                </a:lnTo>
                <a:lnTo>
                  <a:pt x="475500" y="410210"/>
                </a:lnTo>
                <a:lnTo>
                  <a:pt x="469861" y="397510"/>
                </a:lnTo>
                <a:lnTo>
                  <a:pt x="461264" y="386080"/>
                </a:lnTo>
                <a:lnTo>
                  <a:pt x="450164" y="378460"/>
                </a:lnTo>
                <a:lnTo>
                  <a:pt x="437095" y="372110"/>
                </a:lnTo>
                <a:lnTo>
                  <a:pt x="437095" y="344170"/>
                </a:lnTo>
                <a:lnTo>
                  <a:pt x="569544" y="344170"/>
                </a:lnTo>
                <a:lnTo>
                  <a:pt x="585241" y="341630"/>
                </a:lnTo>
                <a:lnTo>
                  <a:pt x="597852" y="332740"/>
                </a:lnTo>
                <a:lnTo>
                  <a:pt x="606234" y="320040"/>
                </a:lnTo>
                <a:lnTo>
                  <a:pt x="609282" y="304800"/>
                </a:lnTo>
                <a:lnTo>
                  <a:pt x="609282" y="278130"/>
                </a:lnTo>
                <a:lnTo>
                  <a:pt x="609282" y="251460"/>
                </a:lnTo>
                <a:lnTo>
                  <a:pt x="608545" y="243840"/>
                </a:lnTo>
                <a:lnTo>
                  <a:pt x="606463" y="237490"/>
                </a:lnTo>
                <a:lnTo>
                  <a:pt x="603135" y="231140"/>
                </a:lnTo>
                <a:lnTo>
                  <a:pt x="598690" y="224790"/>
                </a:lnTo>
                <a:lnTo>
                  <a:pt x="603135" y="219710"/>
                </a:lnTo>
                <a:lnTo>
                  <a:pt x="606463" y="213360"/>
                </a:lnTo>
                <a:lnTo>
                  <a:pt x="606882" y="212090"/>
                </a:lnTo>
                <a:lnTo>
                  <a:pt x="608545" y="207010"/>
                </a:lnTo>
                <a:lnTo>
                  <a:pt x="609282" y="198120"/>
                </a:lnTo>
                <a:lnTo>
                  <a:pt x="609282" y="146050"/>
                </a:lnTo>
                <a:lnTo>
                  <a:pt x="608672" y="139700"/>
                </a:lnTo>
                <a:lnTo>
                  <a:pt x="608545" y="138430"/>
                </a:lnTo>
                <a:lnTo>
                  <a:pt x="606806" y="132080"/>
                </a:lnTo>
                <a:lnTo>
                  <a:pt x="606463" y="130810"/>
                </a:lnTo>
                <a:lnTo>
                  <a:pt x="603135" y="124460"/>
                </a:lnTo>
                <a:lnTo>
                  <a:pt x="598690" y="119380"/>
                </a:lnTo>
                <a:lnTo>
                  <a:pt x="603135" y="114300"/>
                </a:lnTo>
                <a:lnTo>
                  <a:pt x="606463" y="107950"/>
                </a:lnTo>
                <a:lnTo>
                  <a:pt x="608545" y="100330"/>
                </a:lnTo>
                <a:lnTo>
                  <a:pt x="609282" y="92710"/>
                </a:lnTo>
                <a:lnTo>
                  <a:pt x="609282" y="66040"/>
                </a:lnTo>
                <a:lnTo>
                  <a:pt x="609282" y="39370"/>
                </a:lnTo>
                <a:lnTo>
                  <a:pt x="606234" y="24130"/>
                </a:lnTo>
                <a:lnTo>
                  <a:pt x="597852" y="11430"/>
                </a:lnTo>
                <a:lnTo>
                  <a:pt x="585241" y="2540"/>
                </a:lnTo>
                <a:lnTo>
                  <a:pt x="582790" y="2146"/>
                </a:lnTo>
                <a:lnTo>
                  <a:pt x="582790" y="139700"/>
                </a:lnTo>
                <a:lnTo>
                  <a:pt x="582790" y="205740"/>
                </a:lnTo>
                <a:lnTo>
                  <a:pt x="576173" y="212090"/>
                </a:lnTo>
                <a:lnTo>
                  <a:pt x="569544" y="212090"/>
                </a:lnTo>
                <a:lnTo>
                  <a:pt x="569544" y="257810"/>
                </a:lnTo>
                <a:lnTo>
                  <a:pt x="569544" y="271780"/>
                </a:lnTo>
                <a:lnTo>
                  <a:pt x="562927" y="278130"/>
                </a:lnTo>
                <a:lnTo>
                  <a:pt x="549681" y="278130"/>
                </a:lnTo>
                <a:lnTo>
                  <a:pt x="543052" y="271780"/>
                </a:lnTo>
                <a:lnTo>
                  <a:pt x="543052" y="257810"/>
                </a:lnTo>
                <a:lnTo>
                  <a:pt x="549681" y="251460"/>
                </a:lnTo>
                <a:lnTo>
                  <a:pt x="562927" y="251460"/>
                </a:lnTo>
                <a:lnTo>
                  <a:pt x="569544" y="257810"/>
                </a:lnTo>
                <a:lnTo>
                  <a:pt x="569544" y="212090"/>
                </a:lnTo>
                <a:lnTo>
                  <a:pt x="529805" y="212090"/>
                </a:lnTo>
                <a:lnTo>
                  <a:pt x="529805" y="257810"/>
                </a:lnTo>
                <a:lnTo>
                  <a:pt x="529805" y="271780"/>
                </a:lnTo>
                <a:lnTo>
                  <a:pt x="523189" y="278130"/>
                </a:lnTo>
                <a:lnTo>
                  <a:pt x="509943" y="278130"/>
                </a:lnTo>
                <a:lnTo>
                  <a:pt x="503326" y="271780"/>
                </a:lnTo>
                <a:lnTo>
                  <a:pt x="503326" y="257810"/>
                </a:lnTo>
                <a:lnTo>
                  <a:pt x="509943" y="251460"/>
                </a:lnTo>
                <a:lnTo>
                  <a:pt x="523189" y="251460"/>
                </a:lnTo>
                <a:lnTo>
                  <a:pt x="529805" y="257810"/>
                </a:lnTo>
                <a:lnTo>
                  <a:pt x="529805" y="212090"/>
                </a:lnTo>
                <a:lnTo>
                  <a:pt x="490080" y="212090"/>
                </a:lnTo>
                <a:lnTo>
                  <a:pt x="490080" y="257810"/>
                </a:lnTo>
                <a:lnTo>
                  <a:pt x="490080" y="271780"/>
                </a:lnTo>
                <a:lnTo>
                  <a:pt x="483450" y="278130"/>
                </a:lnTo>
                <a:lnTo>
                  <a:pt x="470204" y="278130"/>
                </a:lnTo>
                <a:lnTo>
                  <a:pt x="463588" y="271780"/>
                </a:lnTo>
                <a:lnTo>
                  <a:pt x="463588" y="257810"/>
                </a:lnTo>
                <a:lnTo>
                  <a:pt x="470204" y="251460"/>
                </a:lnTo>
                <a:lnTo>
                  <a:pt x="483450" y="251460"/>
                </a:lnTo>
                <a:lnTo>
                  <a:pt x="490080" y="257810"/>
                </a:lnTo>
                <a:lnTo>
                  <a:pt x="490080" y="212090"/>
                </a:lnTo>
                <a:lnTo>
                  <a:pt x="271526" y="212090"/>
                </a:lnTo>
                <a:lnTo>
                  <a:pt x="264909" y="205740"/>
                </a:lnTo>
                <a:lnTo>
                  <a:pt x="264909" y="139700"/>
                </a:lnTo>
                <a:lnTo>
                  <a:pt x="271526" y="132080"/>
                </a:lnTo>
                <a:lnTo>
                  <a:pt x="576173" y="132080"/>
                </a:lnTo>
                <a:lnTo>
                  <a:pt x="582790" y="139700"/>
                </a:lnTo>
                <a:lnTo>
                  <a:pt x="582790" y="2146"/>
                </a:lnTo>
                <a:lnTo>
                  <a:pt x="569544" y="0"/>
                </a:lnTo>
                <a:lnTo>
                  <a:pt x="569544" y="46990"/>
                </a:lnTo>
                <a:lnTo>
                  <a:pt x="569544" y="59690"/>
                </a:lnTo>
                <a:lnTo>
                  <a:pt x="562927" y="66040"/>
                </a:lnTo>
                <a:lnTo>
                  <a:pt x="549681" y="66040"/>
                </a:lnTo>
                <a:lnTo>
                  <a:pt x="543052" y="59690"/>
                </a:lnTo>
                <a:lnTo>
                  <a:pt x="543052" y="46990"/>
                </a:lnTo>
                <a:lnTo>
                  <a:pt x="549681" y="39370"/>
                </a:lnTo>
                <a:lnTo>
                  <a:pt x="562927" y="39370"/>
                </a:lnTo>
                <a:lnTo>
                  <a:pt x="569544" y="46990"/>
                </a:lnTo>
                <a:lnTo>
                  <a:pt x="569544" y="0"/>
                </a:lnTo>
                <a:lnTo>
                  <a:pt x="529805" y="0"/>
                </a:lnTo>
                <a:lnTo>
                  <a:pt x="529805" y="46990"/>
                </a:lnTo>
                <a:lnTo>
                  <a:pt x="529805" y="59690"/>
                </a:lnTo>
                <a:lnTo>
                  <a:pt x="523189" y="66040"/>
                </a:lnTo>
                <a:lnTo>
                  <a:pt x="509943" y="66040"/>
                </a:lnTo>
                <a:lnTo>
                  <a:pt x="503326" y="59690"/>
                </a:lnTo>
                <a:lnTo>
                  <a:pt x="503326" y="46990"/>
                </a:lnTo>
                <a:lnTo>
                  <a:pt x="509943" y="39370"/>
                </a:lnTo>
                <a:lnTo>
                  <a:pt x="523189" y="39370"/>
                </a:lnTo>
                <a:lnTo>
                  <a:pt x="529805" y="46990"/>
                </a:lnTo>
                <a:lnTo>
                  <a:pt x="529805" y="0"/>
                </a:lnTo>
                <a:lnTo>
                  <a:pt x="490080" y="0"/>
                </a:lnTo>
                <a:lnTo>
                  <a:pt x="490080" y="46990"/>
                </a:lnTo>
                <a:lnTo>
                  <a:pt x="490080" y="59690"/>
                </a:lnTo>
                <a:lnTo>
                  <a:pt x="483450" y="66040"/>
                </a:lnTo>
                <a:lnTo>
                  <a:pt x="470204" y="66040"/>
                </a:lnTo>
                <a:lnTo>
                  <a:pt x="463588" y="59690"/>
                </a:lnTo>
                <a:lnTo>
                  <a:pt x="463588" y="46990"/>
                </a:lnTo>
                <a:lnTo>
                  <a:pt x="470204" y="39370"/>
                </a:lnTo>
                <a:lnTo>
                  <a:pt x="483450" y="39370"/>
                </a:lnTo>
                <a:lnTo>
                  <a:pt x="490080" y="46990"/>
                </a:lnTo>
                <a:lnTo>
                  <a:pt x="490080" y="0"/>
                </a:lnTo>
                <a:lnTo>
                  <a:pt x="278155" y="0"/>
                </a:lnTo>
                <a:lnTo>
                  <a:pt x="262445" y="2540"/>
                </a:lnTo>
                <a:lnTo>
                  <a:pt x="249834" y="11430"/>
                </a:lnTo>
                <a:lnTo>
                  <a:pt x="241452" y="24130"/>
                </a:lnTo>
                <a:lnTo>
                  <a:pt x="238417" y="39370"/>
                </a:lnTo>
                <a:lnTo>
                  <a:pt x="238417" y="92710"/>
                </a:lnTo>
                <a:lnTo>
                  <a:pt x="239141" y="100330"/>
                </a:lnTo>
                <a:lnTo>
                  <a:pt x="241223" y="107950"/>
                </a:lnTo>
                <a:lnTo>
                  <a:pt x="244551" y="114300"/>
                </a:lnTo>
                <a:lnTo>
                  <a:pt x="249008" y="119380"/>
                </a:lnTo>
                <a:lnTo>
                  <a:pt x="244551" y="124460"/>
                </a:lnTo>
                <a:lnTo>
                  <a:pt x="241223" y="130810"/>
                </a:lnTo>
                <a:lnTo>
                  <a:pt x="239141" y="138430"/>
                </a:lnTo>
                <a:lnTo>
                  <a:pt x="238417" y="146050"/>
                </a:lnTo>
                <a:lnTo>
                  <a:pt x="238417" y="198120"/>
                </a:lnTo>
                <a:lnTo>
                  <a:pt x="249008" y="224790"/>
                </a:lnTo>
                <a:lnTo>
                  <a:pt x="244551" y="231140"/>
                </a:lnTo>
                <a:lnTo>
                  <a:pt x="241223" y="237490"/>
                </a:lnTo>
                <a:lnTo>
                  <a:pt x="239141" y="243840"/>
                </a:lnTo>
                <a:lnTo>
                  <a:pt x="238417" y="251460"/>
                </a:lnTo>
                <a:lnTo>
                  <a:pt x="238417" y="304800"/>
                </a:lnTo>
                <a:lnTo>
                  <a:pt x="241452" y="320040"/>
                </a:lnTo>
                <a:lnTo>
                  <a:pt x="249834" y="332740"/>
                </a:lnTo>
                <a:lnTo>
                  <a:pt x="262445" y="341630"/>
                </a:lnTo>
                <a:lnTo>
                  <a:pt x="278155" y="344170"/>
                </a:lnTo>
                <a:lnTo>
                  <a:pt x="410603" y="344170"/>
                </a:lnTo>
                <a:lnTo>
                  <a:pt x="410603" y="372110"/>
                </a:lnTo>
                <a:lnTo>
                  <a:pt x="397522" y="378460"/>
                </a:lnTo>
                <a:lnTo>
                  <a:pt x="386422" y="386080"/>
                </a:lnTo>
                <a:lnTo>
                  <a:pt x="377812" y="397510"/>
                </a:lnTo>
                <a:lnTo>
                  <a:pt x="372186" y="410210"/>
                </a:lnTo>
                <a:lnTo>
                  <a:pt x="177482" y="410210"/>
                </a:lnTo>
                <a:lnTo>
                  <a:pt x="172186" y="415290"/>
                </a:lnTo>
                <a:lnTo>
                  <a:pt x="172186" y="502920"/>
                </a:lnTo>
                <a:lnTo>
                  <a:pt x="39738" y="502920"/>
                </a:lnTo>
                <a:lnTo>
                  <a:pt x="24028" y="506730"/>
                </a:lnTo>
                <a:lnTo>
                  <a:pt x="11417" y="514350"/>
                </a:lnTo>
                <a:lnTo>
                  <a:pt x="3035" y="527050"/>
                </a:lnTo>
                <a:lnTo>
                  <a:pt x="0" y="543560"/>
                </a:lnTo>
                <a:lnTo>
                  <a:pt x="0" y="595630"/>
                </a:lnTo>
                <a:lnTo>
                  <a:pt x="723" y="603250"/>
                </a:lnTo>
                <a:lnTo>
                  <a:pt x="2806" y="610870"/>
                </a:lnTo>
                <a:lnTo>
                  <a:pt x="6134" y="617220"/>
                </a:lnTo>
                <a:lnTo>
                  <a:pt x="10591" y="622300"/>
                </a:lnTo>
                <a:lnTo>
                  <a:pt x="6134" y="627380"/>
                </a:lnTo>
                <a:lnTo>
                  <a:pt x="2806" y="633730"/>
                </a:lnTo>
                <a:lnTo>
                  <a:pt x="723" y="641350"/>
                </a:lnTo>
                <a:lnTo>
                  <a:pt x="0" y="648970"/>
                </a:lnTo>
                <a:lnTo>
                  <a:pt x="0" y="702310"/>
                </a:lnTo>
                <a:lnTo>
                  <a:pt x="10591" y="728980"/>
                </a:lnTo>
                <a:lnTo>
                  <a:pt x="6134" y="734060"/>
                </a:lnTo>
                <a:lnTo>
                  <a:pt x="2806" y="740410"/>
                </a:lnTo>
                <a:lnTo>
                  <a:pt x="723" y="746760"/>
                </a:lnTo>
                <a:lnTo>
                  <a:pt x="0" y="754380"/>
                </a:lnTo>
                <a:lnTo>
                  <a:pt x="0" y="807720"/>
                </a:lnTo>
                <a:lnTo>
                  <a:pt x="3035" y="822960"/>
                </a:lnTo>
                <a:lnTo>
                  <a:pt x="11417" y="835660"/>
                </a:lnTo>
                <a:lnTo>
                  <a:pt x="24028" y="844550"/>
                </a:lnTo>
                <a:lnTo>
                  <a:pt x="39738" y="847090"/>
                </a:lnTo>
                <a:lnTo>
                  <a:pt x="331127" y="847090"/>
                </a:lnTo>
                <a:lnTo>
                  <a:pt x="346824" y="844550"/>
                </a:lnTo>
                <a:lnTo>
                  <a:pt x="359435" y="835660"/>
                </a:lnTo>
                <a:lnTo>
                  <a:pt x="367817" y="822960"/>
                </a:lnTo>
                <a:lnTo>
                  <a:pt x="370865" y="807720"/>
                </a:lnTo>
                <a:lnTo>
                  <a:pt x="370865" y="781050"/>
                </a:lnTo>
                <a:lnTo>
                  <a:pt x="370865" y="754380"/>
                </a:lnTo>
                <a:lnTo>
                  <a:pt x="370128" y="746760"/>
                </a:lnTo>
                <a:lnTo>
                  <a:pt x="368046" y="740410"/>
                </a:lnTo>
                <a:lnTo>
                  <a:pt x="364718" y="734060"/>
                </a:lnTo>
                <a:lnTo>
                  <a:pt x="360273" y="728980"/>
                </a:lnTo>
                <a:lnTo>
                  <a:pt x="364718" y="722630"/>
                </a:lnTo>
                <a:lnTo>
                  <a:pt x="368046" y="716280"/>
                </a:lnTo>
                <a:lnTo>
                  <a:pt x="368465" y="715010"/>
                </a:lnTo>
                <a:lnTo>
                  <a:pt x="370128" y="709930"/>
                </a:lnTo>
                <a:lnTo>
                  <a:pt x="370865" y="702310"/>
                </a:lnTo>
                <a:lnTo>
                  <a:pt x="370865" y="648970"/>
                </a:lnTo>
                <a:lnTo>
                  <a:pt x="360273" y="622300"/>
                </a:lnTo>
                <a:lnTo>
                  <a:pt x="364718" y="617220"/>
                </a:lnTo>
                <a:lnTo>
                  <a:pt x="368046" y="610870"/>
                </a:lnTo>
                <a:lnTo>
                  <a:pt x="370128" y="603250"/>
                </a:lnTo>
                <a:lnTo>
                  <a:pt x="370865" y="595630"/>
                </a:lnTo>
                <a:lnTo>
                  <a:pt x="370865" y="568960"/>
                </a:lnTo>
                <a:lnTo>
                  <a:pt x="370865" y="543560"/>
                </a:lnTo>
                <a:lnTo>
                  <a:pt x="367817" y="527050"/>
                </a:lnTo>
                <a:lnTo>
                  <a:pt x="359435" y="514350"/>
                </a:lnTo>
                <a:lnTo>
                  <a:pt x="346824" y="506730"/>
                </a:lnTo>
                <a:lnTo>
                  <a:pt x="344373" y="506145"/>
                </a:lnTo>
                <a:lnTo>
                  <a:pt x="344373" y="642620"/>
                </a:lnTo>
                <a:lnTo>
                  <a:pt x="344373" y="708660"/>
                </a:lnTo>
                <a:lnTo>
                  <a:pt x="337756" y="715010"/>
                </a:lnTo>
                <a:lnTo>
                  <a:pt x="331127" y="715010"/>
                </a:lnTo>
                <a:lnTo>
                  <a:pt x="331127" y="762000"/>
                </a:lnTo>
                <a:lnTo>
                  <a:pt x="331127" y="774700"/>
                </a:lnTo>
                <a:lnTo>
                  <a:pt x="324510" y="781050"/>
                </a:lnTo>
                <a:lnTo>
                  <a:pt x="311264" y="781050"/>
                </a:lnTo>
                <a:lnTo>
                  <a:pt x="304647" y="774700"/>
                </a:lnTo>
                <a:lnTo>
                  <a:pt x="304647" y="762000"/>
                </a:lnTo>
                <a:lnTo>
                  <a:pt x="311264" y="754380"/>
                </a:lnTo>
                <a:lnTo>
                  <a:pt x="324510" y="754380"/>
                </a:lnTo>
                <a:lnTo>
                  <a:pt x="331127" y="762000"/>
                </a:lnTo>
                <a:lnTo>
                  <a:pt x="331127" y="715010"/>
                </a:lnTo>
                <a:lnTo>
                  <a:pt x="291401" y="715010"/>
                </a:lnTo>
                <a:lnTo>
                  <a:pt x="291401" y="762000"/>
                </a:lnTo>
                <a:lnTo>
                  <a:pt x="291401" y="774700"/>
                </a:lnTo>
                <a:lnTo>
                  <a:pt x="284772" y="781050"/>
                </a:lnTo>
                <a:lnTo>
                  <a:pt x="271526" y="781050"/>
                </a:lnTo>
                <a:lnTo>
                  <a:pt x="264909" y="774700"/>
                </a:lnTo>
                <a:lnTo>
                  <a:pt x="264909" y="762000"/>
                </a:lnTo>
                <a:lnTo>
                  <a:pt x="271526" y="754380"/>
                </a:lnTo>
                <a:lnTo>
                  <a:pt x="284772" y="754380"/>
                </a:lnTo>
                <a:lnTo>
                  <a:pt x="291401" y="762000"/>
                </a:lnTo>
                <a:lnTo>
                  <a:pt x="291401" y="715010"/>
                </a:lnTo>
                <a:lnTo>
                  <a:pt x="251663" y="715010"/>
                </a:lnTo>
                <a:lnTo>
                  <a:pt x="251663" y="762000"/>
                </a:lnTo>
                <a:lnTo>
                  <a:pt x="251663" y="774700"/>
                </a:lnTo>
                <a:lnTo>
                  <a:pt x="245033" y="781050"/>
                </a:lnTo>
                <a:lnTo>
                  <a:pt x="231787" y="781050"/>
                </a:lnTo>
                <a:lnTo>
                  <a:pt x="225171" y="774700"/>
                </a:lnTo>
                <a:lnTo>
                  <a:pt x="225171" y="762000"/>
                </a:lnTo>
                <a:lnTo>
                  <a:pt x="231787" y="754380"/>
                </a:lnTo>
                <a:lnTo>
                  <a:pt x="245033" y="754380"/>
                </a:lnTo>
                <a:lnTo>
                  <a:pt x="251663" y="762000"/>
                </a:lnTo>
                <a:lnTo>
                  <a:pt x="251663" y="715010"/>
                </a:lnTo>
                <a:lnTo>
                  <a:pt x="33108" y="715010"/>
                </a:lnTo>
                <a:lnTo>
                  <a:pt x="26492" y="708660"/>
                </a:lnTo>
                <a:lnTo>
                  <a:pt x="26492" y="642620"/>
                </a:lnTo>
                <a:lnTo>
                  <a:pt x="33108" y="636270"/>
                </a:lnTo>
                <a:lnTo>
                  <a:pt x="337756" y="636270"/>
                </a:lnTo>
                <a:lnTo>
                  <a:pt x="344373" y="642620"/>
                </a:lnTo>
                <a:lnTo>
                  <a:pt x="344373" y="506145"/>
                </a:lnTo>
                <a:lnTo>
                  <a:pt x="331127" y="502920"/>
                </a:lnTo>
                <a:lnTo>
                  <a:pt x="331127" y="549910"/>
                </a:lnTo>
                <a:lnTo>
                  <a:pt x="331127" y="562610"/>
                </a:lnTo>
                <a:lnTo>
                  <a:pt x="324510" y="568960"/>
                </a:lnTo>
                <a:lnTo>
                  <a:pt x="311264" y="568960"/>
                </a:lnTo>
                <a:lnTo>
                  <a:pt x="304647" y="562610"/>
                </a:lnTo>
                <a:lnTo>
                  <a:pt x="304647" y="549910"/>
                </a:lnTo>
                <a:lnTo>
                  <a:pt x="311264" y="543560"/>
                </a:lnTo>
                <a:lnTo>
                  <a:pt x="324510" y="543560"/>
                </a:lnTo>
                <a:lnTo>
                  <a:pt x="331127" y="549910"/>
                </a:lnTo>
                <a:lnTo>
                  <a:pt x="331127" y="502920"/>
                </a:lnTo>
                <a:lnTo>
                  <a:pt x="291401" y="502920"/>
                </a:lnTo>
                <a:lnTo>
                  <a:pt x="291401" y="549910"/>
                </a:lnTo>
                <a:lnTo>
                  <a:pt x="291401" y="562610"/>
                </a:lnTo>
                <a:lnTo>
                  <a:pt x="284772" y="568960"/>
                </a:lnTo>
                <a:lnTo>
                  <a:pt x="271526" y="568960"/>
                </a:lnTo>
                <a:lnTo>
                  <a:pt x="264909" y="562610"/>
                </a:lnTo>
                <a:lnTo>
                  <a:pt x="264909" y="549910"/>
                </a:lnTo>
                <a:lnTo>
                  <a:pt x="271526" y="543560"/>
                </a:lnTo>
                <a:lnTo>
                  <a:pt x="284772" y="543560"/>
                </a:lnTo>
                <a:lnTo>
                  <a:pt x="291401" y="549910"/>
                </a:lnTo>
                <a:lnTo>
                  <a:pt x="291401" y="502920"/>
                </a:lnTo>
                <a:lnTo>
                  <a:pt x="251663" y="502920"/>
                </a:lnTo>
                <a:lnTo>
                  <a:pt x="251663" y="549910"/>
                </a:lnTo>
                <a:lnTo>
                  <a:pt x="251663" y="562610"/>
                </a:lnTo>
                <a:lnTo>
                  <a:pt x="245033" y="568960"/>
                </a:lnTo>
                <a:lnTo>
                  <a:pt x="231787" y="568960"/>
                </a:lnTo>
                <a:lnTo>
                  <a:pt x="225171" y="562610"/>
                </a:lnTo>
                <a:lnTo>
                  <a:pt x="225171" y="549910"/>
                </a:lnTo>
                <a:lnTo>
                  <a:pt x="231787" y="543560"/>
                </a:lnTo>
                <a:lnTo>
                  <a:pt x="245033" y="543560"/>
                </a:lnTo>
                <a:lnTo>
                  <a:pt x="251663" y="549910"/>
                </a:lnTo>
                <a:lnTo>
                  <a:pt x="251663" y="502920"/>
                </a:lnTo>
                <a:lnTo>
                  <a:pt x="198678" y="502920"/>
                </a:lnTo>
                <a:lnTo>
                  <a:pt x="198678" y="436880"/>
                </a:lnTo>
                <a:lnTo>
                  <a:pt x="372186" y="436880"/>
                </a:lnTo>
                <a:lnTo>
                  <a:pt x="378955" y="453390"/>
                </a:lnTo>
                <a:lnTo>
                  <a:pt x="390563" y="464820"/>
                </a:lnTo>
                <a:lnTo>
                  <a:pt x="405904" y="473710"/>
                </a:lnTo>
                <a:lnTo>
                  <a:pt x="423849" y="476250"/>
                </a:lnTo>
                <a:lnTo>
                  <a:pt x="441604" y="473710"/>
                </a:lnTo>
                <a:lnTo>
                  <a:pt x="456628" y="464820"/>
                </a:lnTo>
                <a:lnTo>
                  <a:pt x="468172" y="453390"/>
                </a:lnTo>
                <a:lnTo>
                  <a:pt x="475500" y="436880"/>
                </a:lnTo>
                <a:lnTo>
                  <a:pt x="649020" y="436880"/>
                </a:lnTo>
                <a:lnTo>
                  <a:pt x="649020" y="502920"/>
                </a:lnTo>
                <a:lnTo>
                  <a:pt x="516572" y="502920"/>
                </a:lnTo>
                <a:lnTo>
                  <a:pt x="500862" y="506730"/>
                </a:lnTo>
                <a:lnTo>
                  <a:pt x="488251" y="514350"/>
                </a:lnTo>
                <a:lnTo>
                  <a:pt x="479869" y="527050"/>
                </a:lnTo>
                <a:lnTo>
                  <a:pt x="476834" y="543560"/>
                </a:lnTo>
                <a:lnTo>
                  <a:pt x="476834" y="595630"/>
                </a:lnTo>
                <a:lnTo>
                  <a:pt x="477558" y="603250"/>
                </a:lnTo>
                <a:lnTo>
                  <a:pt x="479640" y="610870"/>
                </a:lnTo>
                <a:lnTo>
                  <a:pt x="482968" y="617220"/>
                </a:lnTo>
                <a:lnTo>
                  <a:pt x="487426" y="622300"/>
                </a:lnTo>
                <a:lnTo>
                  <a:pt x="482968" y="627380"/>
                </a:lnTo>
                <a:lnTo>
                  <a:pt x="479640" y="633730"/>
                </a:lnTo>
                <a:lnTo>
                  <a:pt x="477558" y="641350"/>
                </a:lnTo>
                <a:lnTo>
                  <a:pt x="476834" y="648970"/>
                </a:lnTo>
                <a:lnTo>
                  <a:pt x="476834" y="702310"/>
                </a:lnTo>
                <a:lnTo>
                  <a:pt x="487426" y="728980"/>
                </a:lnTo>
                <a:lnTo>
                  <a:pt x="482968" y="734060"/>
                </a:lnTo>
                <a:lnTo>
                  <a:pt x="479640" y="740410"/>
                </a:lnTo>
                <a:lnTo>
                  <a:pt x="477558" y="746760"/>
                </a:lnTo>
                <a:lnTo>
                  <a:pt x="476834" y="754380"/>
                </a:lnTo>
                <a:lnTo>
                  <a:pt x="476834" y="807720"/>
                </a:lnTo>
                <a:lnTo>
                  <a:pt x="479869" y="822960"/>
                </a:lnTo>
                <a:lnTo>
                  <a:pt x="488251" y="835660"/>
                </a:lnTo>
                <a:lnTo>
                  <a:pt x="500862" y="844550"/>
                </a:lnTo>
                <a:lnTo>
                  <a:pt x="516572" y="847090"/>
                </a:lnTo>
                <a:lnTo>
                  <a:pt x="807961" y="847090"/>
                </a:lnTo>
                <a:lnTo>
                  <a:pt x="823658" y="844550"/>
                </a:lnTo>
                <a:lnTo>
                  <a:pt x="836269" y="835660"/>
                </a:lnTo>
                <a:lnTo>
                  <a:pt x="844651" y="822960"/>
                </a:lnTo>
                <a:lnTo>
                  <a:pt x="847699" y="807720"/>
                </a:lnTo>
                <a:lnTo>
                  <a:pt x="847699" y="781050"/>
                </a:lnTo>
                <a:lnTo>
                  <a:pt x="847699" y="754380"/>
                </a:lnTo>
                <a:lnTo>
                  <a:pt x="846963" y="746760"/>
                </a:lnTo>
                <a:lnTo>
                  <a:pt x="844880" y="740410"/>
                </a:lnTo>
                <a:lnTo>
                  <a:pt x="841552" y="734060"/>
                </a:lnTo>
                <a:lnTo>
                  <a:pt x="837107" y="728980"/>
                </a:lnTo>
                <a:lnTo>
                  <a:pt x="841552" y="722630"/>
                </a:lnTo>
                <a:lnTo>
                  <a:pt x="844880" y="716280"/>
                </a:lnTo>
                <a:lnTo>
                  <a:pt x="845299" y="715010"/>
                </a:lnTo>
                <a:lnTo>
                  <a:pt x="846963" y="709930"/>
                </a:lnTo>
                <a:lnTo>
                  <a:pt x="847699" y="702310"/>
                </a:lnTo>
                <a:lnTo>
                  <a:pt x="847699" y="648970"/>
                </a:lnTo>
                <a:lnTo>
                  <a:pt x="837107" y="622300"/>
                </a:lnTo>
                <a:lnTo>
                  <a:pt x="841552" y="617220"/>
                </a:lnTo>
                <a:lnTo>
                  <a:pt x="844880" y="610870"/>
                </a:lnTo>
                <a:lnTo>
                  <a:pt x="846963" y="603250"/>
                </a:lnTo>
                <a:lnTo>
                  <a:pt x="847699" y="595630"/>
                </a:lnTo>
                <a:lnTo>
                  <a:pt x="847699" y="568960"/>
                </a:lnTo>
                <a:lnTo>
                  <a:pt x="847699" y="54356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9176" y="4440523"/>
            <a:ext cx="106845" cy="18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7223" y="4549529"/>
            <a:ext cx="152438" cy="15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244" y="5027279"/>
            <a:ext cx="152425" cy="1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753" y="4810938"/>
            <a:ext cx="187528" cy="10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9172" y="5100683"/>
            <a:ext cx="106845" cy="18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5529" y="5027297"/>
            <a:ext cx="152425" cy="1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8907" y="4810941"/>
            <a:ext cx="187540" cy="10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55515" y="4549525"/>
            <a:ext cx="152438" cy="15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4103" y="4753502"/>
            <a:ext cx="76987" cy="7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5"/>
          <p:cNvGrpSpPr/>
          <p:nvPr/>
        </p:nvGrpSpPr>
        <p:grpSpPr>
          <a:xfrm>
            <a:off x="7296699" y="4668471"/>
            <a:ext cx="391795" cy="391795"/>
            <a:chOff x="7296699" y="4668471"/>
            <a:chExt cx="391795" cy="391795"/>
          </a:xfrm>
        </p:grpSpPr>
        <p:pic>
          <p:nvPicPr>
            <p:cNvPr id="134" name="Google Shape;134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420791" y="4901937"/>
              <a:ext cx="143611" cy="73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5"/>
            <p:cNvSpPr/>
            <p:nvPr/>
          </p:nvSpPr>
          <p:spPr>
            <a:xfrm>
              <a:off x="7296699" y="4668471"/>
              <a:ext cx="391795" cy="391795"/>
            </a:xfrm>
            <a:custGeom>
              <a:rect b="b" l="l" r="r" t="t"/>
              <a:pathLst>
                <a:path extrusionOk="0" h="391795" w="391795">
                  <a:moveTo>
                    <a:pt x="195897" y="0"/>
                  </a:moveTo>
                  <a:lnTo>
                    <a:pt x="151031" y="5182"/>
                  </a:lnTo>
                  <a:lnTo>
                    <a:pt x="109818" y="19940"/>
                  </a:lnTo>
                  <a:lnTo>
                    <a:pt x="73442" y="43088"/>
                  </a:lnTo>
                  <a:lnTo>
                    <a:pt x="43088" y="73442"/>
                  </a:lnTo>
                  <a:lnTo>
                    <a:pt x="19940" y="109818"/>
                  </a:lnTo>
                  <a:lnTo>
                    <a:pt x="5182" y="151031"/>
                  </a:lnTo>
                  <a:lnTo>
                    <a:pt x="0" y="195897"/>
                  </a:lnTo>
                  <a:lnTo>
                    <a:pt x="5182" y="240759"/>
                  </a:lnTo>
                  <a:lnTo>
                    <a:pt x="19940" y="281970"/>
                  </a:lnTo>
                  <a:lnTo>
                    <a:pt x="43088" y="318346"/>
                  </a:lnTo>
                  <a:lnTo>
                    <a:pt x="73442" y="348702"/>
                  </a:lnTo>
                  <a:lnTo>
                    <a:pt x="109818" y="371852"/>
                  </a:lnTo>
                  <a:lnTo>
                    <a:pt x="151031" y="386611"/>
                  </a:lnTo>
                  <a:lnTo>
                    <a:pt x="195897" y="391795"/>
                  </a:lnTo>
                  <a:lnTo>
                    <a:pt x="240763" y="386611"/>
                  </a:lnTo>
                  <a:lnTo>
                    <a:pt x="281976" y="371852"/>
                  </a:lnTo>
                  <a:lnTo>
                    <a:pt x="318352" y="348702"/>
                  </a:lnTo>
                  <a:lnTo>
                    <a:pt x="338911" y="328142"/>
                  </a:lnTo>
                  <a:lnTo>
                    <a:pt x="107505" y="328142"/>
                  </a:lnTo>
                  <a:lnTo>
                    <a:pt x="102717" y="323354"/>
                  </a:lnTo>
                  <a:lnTo>
                    <a:pt x="102717" y="305282"/>
                  </a:lnTo>
                  <a:lnTo>
                    <a:pt x="110052" y="269048"/>
                  </a:lnTo>
                  <a:lnTo>
                    <a:pt x="130043" y="239421"/>
                  </a:lnTo>
                  <a:lnTo>
                    <a:pt x="159665" y="219427"/>
                  </a:lnTo>
                  <a:lnTo>
                    <a:pt x="195897" y="212090"/>
                  </a:lnTo>
                  <a:lnTo>
                    <a:pt x="389924" y="212090"/>
                  </a:lnTo>
                  <a:lnTo>
                    <a:pt x="391794" y="195897"/>
                  </a:lnTo>
                  <a:lnTo>
                    <a:pt x="390351" y="183400"/>
                  </a:lnTo>
                  <a:lnTo>
                    <a:pt x="195897" y="183400"/>
                  </a:lnTo>
                  <a:lnTo>
                    <a:pt x="172618" y="178687"/>
                  </a:lnTo>
                  <a:lnTo>
                    <a:pt x="153585" y="165842"/>
                  </a:lnTo>
                  <a:lnTo>
                    <a:pt x="140742" y="146806"/>
                  </a:lnTo>
                  <a:lnTo>
                    <a:pt x="136029" y="123520"/>
                  </a:lnTo>
                  <a:lnTo>
                    <a:pt x="140741" y="100240"/>
                  </a:lnTo>
                  <a:lnTo>
                    <a:pt x="153582" y="81208"/>
                  </a:lnTo>
                  <a:lnTo>
                    <a:pt x="172615" y="68365"/>
                  </a:lnTo>
                  <a:lnTo>
                    <a:pt x="195897" y="63652"/>
                  </a:lnTo>
                  <a:lnTo>
                    <a:pt x="338916" y="63652"/>
                  </a:lnTo>
                  <a:lnTo>
                    <a:pt x="318352" y="43088"/>
                  </a:lnTo>
                  <a:lnTo>
                    <a:pt x="281976" y="19940"/>
                  </a:lnTo>
                  <a:lnTo>
                    <a:pt x="240763" y="5182"/>
                  </a:lnTo>
                  <a:lnTo>
                    <a:pt x="195897" y="0"/>
                  </a:lnTo>
                  <a:close/>
                </a:path>
                <a:path extrusionOk="0" h="391795" w="391795">
                  <a:moveTo>
                    <a:pt x="389924" y="212090"/>
                  </a:moveTo>
                  <a:lnTo>
                    <a:pt x="195897" y="212090"/>
                  </a:lnTo>
                  <a:lnTo>
                    <a:pt x="232131" y="219427"/>
                  </a:lnTo>
                  <a:lnTo>
                    <a:pt x="261754" y="239421"/>
                  </a:lnTo>
                  <a:lnTo>
                    <a:pt x="281743" y="269048"/>
                  </a:lnTo>
                  <a:lnTo>
                    <a:pt x="289077" y="305282"/>
                  </a:lnTo>
                  <a:lnTo>
                    <a:pt x="289077" y="323354"/>
                  </a:lnTo>
                  <a:lnTo>
                    <a:pt x="284289" y="328142"/>
                  </a:lnTo>
                  <a:lnTo>
                    <a:pt x="338911" y="328142"/>
                  </a:lnTo>
                  <a:lnTo>
                    <a:pt x="348706" y="318346"/>
                  </a:lnTo>
                  <a:lnTo>
                    <a:pt x="371854" y="281970"/>
                  </a:lnTo>
                  <a:lnTo>
                    <a:pt x="386612" y="240759"/>
                  </a:lnTo>
                  <a:lnTo>
                    <a:pt x="389924" y="212090"/>
                  </a:lnTo>
                  <a:close/>
                </a:path>
                <a:path extrusionOk="0" h="391795" w="391795">
                  <a:moveTo>
                    <a:pt x="338916" y="63652"/>
                  </a:moveTo>
                  <a:lnTo>
                    <a:pt x="195897" y="63652"/>
                  </a:lnTo>
                  <a:lnTo>
                    <a:pt x="219176" y="68365"/>
                  </a:lnTo>
                  <a:lnTo>
                    <a:pt x="238209" y="81208"/>
                  </a:lnTo>
                  <a:lnTo>
                    <a:pt x="251052" y="100240"/>
                  </a:lnTo>
                  <a:lnTo>
                    <a:pt x="255765" y="123520"/>
                  </a:lnTo>
                  <a:lnTo>
                    <a:pt x="251048" y="146806"/>
                  </a:lnTo>
                  <a:lnTo>
                    <a:pt x="238202" y="165842"/>
                  </a:lnTo>
                  <a:lnTo>
                    <a:pt x="219167" y="178687"/>
                  </a:lnTo>
                  <a:lnTo>
                    <a:pt x="195897" y="183400"/>
                  </a:lnTo>
                  <a:lnTo>
                    <a:pt x="390351" y="183400"/>
                  </a:lnTo>
                  <a:lnTo>
                    <a:pt x="386612" y="151031"/>
                  </a:lnTo>
                  <a:lnTo>
                    <a:pt x="371854" y="109818"/>
                  </a:lnTo>
                  <a:lnTo>
                    <a:pt x="348706" y="73442"/>
                  </a:lnTo>
                  <a:lnTo>
                    <a:pt x="338916" y="63652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5"/>
          <p:cNvSpPr/>
          <p:nvPr/>
        </p:nvSpPr>
        <p:spPr>
          <a:xfrm>
            <a:off x="1266940" y="4530977"/>
            <a:ext cx="17780" cy="101600"/>
          </a:xfrm>
          <a:custGeom>
            <a:rect b="b" l="l" r="r" t="t"/>
            <a:pathLst>
              <a:path extrusionOk="0" h="101600" w="17780">
                <a:moveTo>
                  <a:pt x="13487" y="0"/>
                </a:moveTo>
                <a:lnTo>
                  <a:pt x="3886" y="0"/>
                </a:lnTo>
                <a:lnTo>
                  <a:pt x="0" y="3886"/>
                </a:lnTo>
                <a:lnTo>
                  <a:pt x="0" y="97231"/>
                </a:lnTo>
                <a:lnTo>
                  <a:pt x="3886" y="101117"/>
                </a:lnTo>
                <a:lnTo>
                  <a:pt x="8686" y="101117"/>
                </a:lnTo>
                <a:lnTo>
                  <a:pt x="13487" y="101117"/>
                </a:lnTo>
                <a:lnTo>
                  <a:pt x="17373" y="97231"/>
                </a:lnTo>
                <a:lnTo>
                  <a:pt x="17373" y="3886"/>
                </a:lnTo>
                <a:lnTo>
                  <a:pt x="1348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79226" y="4567228"/>
            <a:ext cx="55244" cy="96520"/>
          </a:xfrm>
          <a:custGeom>
            <a:rect b="b" l="l" r="r" t="t"/>
            <a:pathLst>
              <a:path extrusionOk="0" h="96520" w="55244">
                <a:moveTo>
                  <a:pt x="10604" y="0"/>
                </a:moveTo>
                <a:lnTo>
                  <a:pt x="1917" y="3987"/>
                </a:lnTo>
                <a:lnTo>
                  <a:pt x="0" y="9118"/>
                </a:lnTo>
                <a:lnTo>
                  <a:pt x="37134" y="90081"/>
                </a:lnTo>
                <a:lnTo>
                  <a:pt x="39154" y="94411"/>
                </a:lnTo>
                <a:lnTo>
                  <a:pt x="44284" y="96304"/>
                </a:lnTo>
                <a:lnTo>
                  <a:pt x="52971" y="92316"/>
                </a:lnTo>
                <a:lnTo>
                  <a:pt x="54889" y="87185"/>
                </a:lnTo>
                <a:lnTo>
                  <a:pt x="15735" y="1892"/>
                </a:lnTo>
                <a:lnTo>
                  <a:pt x="10604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17105" y="4569903"/>
            <a:ext cx="54610" cy="94615"/>
          </a:xfrm>
          <a:custGeom>
            <a:rect b="b" l="l" r="r" t="t"/>
            <a:pathLst>
              <a:path extrusionOk="0" h="94614" w="54609">
                <a:moveTo>
                  <a:pt x="47370" y="0"/>
                </a:moveTo>
                <a:lnTo>
                  <a:pt x="41148" y="609"/>
                </a:lnTo>
                <a:lnTo>
                  <a:pt x="38442" y="2565"/>
                </a:lnTo>
                <a:lnTo>
                  <a:pt x="0" y="86385"/>
                </a:lnTo>
                <a:lnTo>
                  <a:pt x="1917" y="91541"/>
                </a:lnTo>
                <a:lnTo>
                  <a:pt x="6273" y="93548"/>
                </a:lnTo>
                <a:lnTo>
                  <a:pt x="8369" y="94513"/>
                </a:lnTo>
                <a:lnTo>
                  <a:pt x="10756" y="94602"/>
                </a:lnTo>
                <a:lnTo>
                  <a:pt x="15074" y="93002"/>
                </a:lnTo>
                <a:lnTo>
                  <a:pt x="16827" y="91376"/>
                </a:lnTo>
                <a:lnTo>
                  <a:pt x="54292" y="9829"/>
                </a:lnTo>
                <a:lnTo>
                  <a:pt x="54000" y="6502"/>
                </a:lnTo>
                <a:lnTo>
                  <a:pt x="50406" y="1396"/>
                </a:lnTo>
                <a:lnTo>
                  <a:pt x="4737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25188" y="4439332"/>
            <a:ext cx="93345" cy="132080"/>
          </a:xfrm>
          <a:custGeom>
            <a:rect b="b" l="l" r="r" t="t"/>
            <a:pathLst>
              <a:path extrusionOk="0" h="132079" w="93344">
                <a:moveTo>
                  <a:pt x="40157" y="0"/>
                </a:moveTo>
                <a:lnTo>
                  <a:pt x="34747" y="990"/>
                </a:lnTo>
                <a:lnTo>
                  <a:pt x="507" y="50736"/>
                </a:lnTo>
                <a:lnTo>
                  <a:pt x="0" y="53073"/>
                </a:lnTo>
                <a:lnTo>
                  <a:pt x="838" y="57607"/>
                </a:lnTo>
                <a:lnTo>
                  <a:pt x="2146" y="59613"/>
                </a:lnTo>
                <a:lnTo>
                  <a:pt x="4038" y="60921"/>
                </a:lnTo>
                <a:lnTo>
                  <a:pt x="7988" y="63639"/>
                </a:lnTo>
                <a:lnTo>
                  <a:pt x="13398" y="62636"/>
                </a:lnTo>
                <a:lnTo>
                  <a:pt x="34442" y="32067"/>
                </a:lnTo>
                <a:lnTo>
                  <a:pt x="52311" y="128854"/>
                </a:lnTo>
                <a:lnTo>
                  <a:pt x="55892" y="131851"/>
                </a:lnTo>
                <a:lnTo>
                  <a:pt x="61671" y="131711"/>
                </a:lnTo>
                <a:lnTo>
                  <a:pt x="63931" y="131292"/>
                </a:lnTo>
                <a:lnTo>
                  <a:pt x="65938" y="129984"/>
                </a:lnTo>
                <a:lnTo>
                  <a:pt x="68554" y="126187"/>
                </a:lnTo>
                <a:lnTo>
                  <a:pt x="69049" y="123850"/>
                </a:lnTo>
                <a:lnTo>
                  <a:pt x="51523" y="28917"/>
                </a:lnTo>
                <a:lnTo>
                  <a:pt x="82105" y="49936"/>
                </a:lnTo>
                <a:lnTo>
                  <a:pt x="87477" y="48920"/>
                </a:lnTo>
                <a:lnTo>
                  <a:pt x="92900" y="41046"/>
                </a:lnTo>
                <a:lnTo>
                  <a:pt x="91922" y="35661"/>
                </a:lnTo>
                <a:lnTo>
                  <a:pt x="4015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82052" y="4585309"/>
            <a:ext cx="26670" cy="62230"/>
          </a:xfrm>
          <a:custGeom>
            <a:rect b="b" l="l" r="r" t="t"/>
            <a:pathLst>
              <a:path extrusionOk="0" h="62229" w="26669">
                <a:moveTo>
                  <a:pt x="18376" y="11303"/>
                </a:moveTo>
                <a:lnTo>
                  <a:pt x="17678" y="7734"/>
                </a:lnTo>
                <a:lnTo>
                  <a:pt x="17132" y="4660"/>
                </a:lnTo>
                <a:lnTo>
                  <a:pt x="14986" y="2108"/>
                </a:lnTo>
                <a:lnTo>
                  <a:pt x="9105" y="0"/>
                </a:lnTo>
                <a:lnTo>
                  <a:pt x="5816" y="622"/>
                </a:lnTo>
                <a:lnTo>
                  <a:pt x="1079" y="4699"/>
                </a:lnTo>
                <a:lnTo>
                  <a:pt x="0" y="7848"/>
                </a:lnTo>
                <a:lnTo>
                  <a:pt x="698" y="11417"/>
                </a:lnTo>
                <a:lnTo>
                  <a:pt x="1231" y="14490"/>
                </a:lnTo>
                <a:lnTo>
                  <a:pt x="3390" y="17043"/>
                </a:lnTo>
                <a:lnTo>
                  <a:pt x="9271" y="19151"/>
                </a:lnTo>
                <a:lnTo>
                  <a:pt x="12560" y="18529"/>
                </a:lnTo>
                <a:lnTo>
                  <a:pt x="17284" y="14452"/>
                </a:lnTo>
                <a:lnTo>
                  <a:pt x="18376" y="11303"/>
                </a:lnTo>
                <a:close/>
              </a:path>
              <a:path extrusionOk="0" h="62229" w="26669">
                <a:moveTo>
                  <a:pt x="26314" y="54254"/>
                </a:moveTo>
                <a:lnTo>
                  <a:pt x="25514" y="50114"/>
                </a:lnTo>
                <a:lnTo>
                  <a:pt x="24980" y="47028"/>
                </a:lnTo>
                <a:lnTo>
                  <a:pt x="22834" y="44475"/>
                </a:lnTo>
                <a:lnTo>
                  <a:pt x="16941" y="42354"/>
                </a:lnTo>
                <a:lnTo>
                  <a:pt x="13652" y="42964"/>
                </a:lnTo>
                <a:lnTo>
                  <a:pt x="8915" y="47053"/>
                </a:lnTo>
                <a:lnTo>
                  <a:pt x="7823" y="50203"/>
                </a:lnTo>
                <a:lnTo>
                  <a:pt x="8432" y="53276"/>
                </a:lnTo>
                <a:lnTo>
                  <a:pt x="9169" y="57429"/>
                </a:lnTo>
                <a:lnTo>
                  <a:pt x="11315" y="59994"/>
                </a:lnTo>
                <a:lnTo>
                  <a:pt x="17208" y="62103"/>
                </a:lnTo>
                <a:lnTo>
                  <a:pt x="20485" y="61493"/>
                </a:lnTo>
                <a:lnTo>
                  <a:pt x="25234" y="57416"/>
                </a:lnTo>
                <a:lnTo>
                  <a:pt x="26314" y="54254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9756" y="4530081"/>
            <a:ext cx="136956" cy="17831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1333174" y="4439330"/>
            <a:ext cx="93345" cy="132080"/>
          </a:xfrm>
          <a:custGeom>
            <a:rect b="b" l="l" r="r" t="t"/>
            <a:pathLst>
              <a:path extrusionOk="0" h="132079" w="93344">
                <a:moveTo>
                  <a:pt x="52743" y="0"/>
                </a:moveTo>
                <a:lnTo>
                  <a:pt x="977" y="35661"/>
                </a:lnTo>
                <a:lnTo>
                  <a:pt x="0" y="41046"/>
                </a:lnTo>
                <a:lnTo>
                  <a:pt x="5410" y="48920"/>
                </a:lnTo>
                <a:lnTo>
                  <a:pt x="10795" y="49936"/>
                </a:lnTo>
                <a:lnTo>
                  <a:pt x="14744" y="47244"/>
                </a:lnTo>
                <a:lnTo>
                  <a:pt x="41363" y="28917"/>
                </a:lnTo>
                <a:lnTo>
                  <a:pt x="23850" y="123850"/>
                </a:lnTo>
                <a:lnTo>
                  <a:pt x="24345" y="126187"/>
                </a:lnTo>
                <a:lnTo>
                  <a:pt x="26962" y="129984"/>
                </a:lnTo>
                <a:lnTo>
                  <a:pt x="28968" y="131292"/>
                </a:lnTo>
                <a:lnTo>
                  <a:pt x="32816" y="131851"/>
                </a:lnTo>
                <a:lnTo>
                  <a:pt x="37007" y="131851"/>
                </a:lnTo>
                <a:lnTo>
                  <a:pt x="40589" y="128854"/>
                </a:lnTo>
                <a:lnTo>
                  <a:pt x="58458" y="32067"/>
                </a:lnTo>
                <a:lnTo>
                  <a:pt x="78511" y="61290"/>
                </a:lnTo>
                <a:lnTo>
                  <a:pt x="81521" y="62750"/>
                </a:lnTo>
                <a:lnTo>
                  <a:pt x="87769" y="62293"/>
                </a:lnTo>
                <a:lnTo>
                  <a:pt x="90525" y="60388"/>
                </a:lnTo>
                <a:lnTo>
                  <a:pt x="93192" y="54724"/>
                </a:lnTo>
                <a:lnTo>
                  <a:pt x="92900" y="51396"/>
                </a:lnTo>
                <a:lnTo>
                  <a:pt x="58153" y="1003"/>
                </a:lnTo>
                <a:lnTo>
                  <a:pt x="52743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342872" y="4585296"/>
            <a:ext cx="26670" cy="62230"/>
          </a:xfrm>
          <a:custGeom>
            <a:rect b="b" l="l" r="r" t="t"/>
            <a:pathLst>
              <a:path extrusionOk="0" h="62229" w="26669">
                <a:moveTo>
                  <a:pt x="18503" y="50215"/>
                </a:moveTo>
                <a:lnTo>
                  <a:pt x="17411" y="47066"/>
                </a:lnTo>
                <a:lnTo>
                  <a:pt x="12674" y="42976"/>
                </a:lnTo>
                <a:lnTo>
                  <a:pt x="9385" y="42367"/>
                </a:lnTo>
                <a:lnTo>
                  <a:pt x="3492" y="44488"/>
                </a:lnTo>
                <a:lnTo>
                  <a:pt x="1346" y="47040"/>
                </a:lnTo>
                <a:lnTo>
                  <a:pt x="812" y="50126"/>
                </a:lnTo>
                <a:lnTo>
                  <a:pt x="0" y="54267"/>
                </a:lnTo>
                <a:lnTo>
                  <a:pt x="1092" y="57429"/>
                </a:lnTo>
                <a:lnTo>
                  <a:pt x="5842" y="61506"/>
                </a:lnTo>
                <a:lnTo>
                  <a:pt x="9118" y="62115"/>
                </a:lnTo>
                <a:lnTo>
                  <a:pt x="15011" y="60007"/>
                </a:lnTo>
                <a:lnTo>
                  <a:pt x="17157" y="57442"/>
                </a:lnTo>
                <a:lnTo>
                  <a:pt x="17894" y="53289"/>
                </a:lnTo>
                <a:lnTo>
                  <a:pt x="18503" y="50215"/>
                </a:lnTo>
                <a:close/>
              </a:path>
              <a:path extrusionOk="0" h="62229" w="26669">
                <a:moveTo>
                  <a:pt x="26314" y="7848"/>
                </a:moveTo>
                <a:lnTo>
                  <a:pt x="25222" y="4699"/>
                </a:lnTo>
                <a:lnTo>
                  <a:pt x="20485" y="609"/>
                </a:lnTo>
                <a:lnTo>
                  <a:pt x="17208" y="0"/>
                </a:lnTo>
                <a:lnTo>
                  <a:pt x="11315" y="2108"/>
                </a:lnTo>
                <a:lnTo>
                  <a:pt x="9169" y="4648"/>
                </a:lnTo>
                <a:lnTo>
                  <a:pt x="8115" y="10490"/>
                </a:lnTo>
                <a:lnTo>
                  <a:pt x="8610" y="12839"/>
                </a:lnTo>
                <a:lnTo>
                  <a:pt x="11214" y="16637"/>
                </a:lnTo>
                <a:lnTo>
                  <a:pt x="13220" y="17945"/>
                </a:lnTo>
                <a:lnTo>
                  <a:pt x="15481" y="18364"/>
                </a:lnTo>
                <a:lnTo>
                  <a:pt x="17741" y="18783"/>
                </a:lnTo>
                <a:lnTo>
                  <a:pt x="20091" y="18288"/>
                </a:lnTo>
                <a:lnTo>
                  <a:pt x="23888" y="15684"/>
                </a:lnTo>
                <a:lnTo>
                  <a:pt x="25184" y="13677"/>
                </a:lnTo>
                <a:lnTo>
                  <a:pt x="26314" y="7848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94496" y="4530084"/>
            <a:ext cx="137015" cy="17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305966" y="4701488"/>
            <a:ext cx="141605" cy="38735"/>
          </a:xfrm>
          <a:custGeom>
            <a:rect b="b" l="l" r="r" t="t"/>
            <a:pathLst>
              <a:path extrusionOk="0" h="38735" w="141605">
                <a:moveTo>
                  <a:pt x="106794" y="19837"/>
                </a:moveTo>
                <a:lnTo>
                  <a:pt x="45466" y="0"/>
                </a:lnTo>
                <a:lnTo>
                  <a:pt x="0" y="15824"/>
                </a:lnTo>
                <a:lnTo>
                  <a:pt x="58788" y="38493"/>
                </a:lnTo>
                <a:lnTo>
                  <a:pt x="106794" y="19837"/>
                </a:lnTo>
                <a:close/>
              </a:path>
              <a:path extrusionOk="0" h="38735" w="141605">
                <a:moveTo>
                  <a:pt x="141452" y="23914"/>
                </a:moveTo>
                <a:lnTo>
                  <a:pt x="141439" y="14859"/>
                </a:lnTo>
                <a:lnTo>
                  <a:pt x="137769" y="11188"/>
                </a:lnTo>
                <a:lnTo>
                  <a:pt x="133248" y="11188"/>
                </a:lnTo>
                <a:lnTo>
                  <a:pt x="128714" y="11188"/>
                </a:lnTo>
                <a:lnTo>
                  <a:pt x="125044" y="14859"/>
                </a:lnTo>
                <a:lnTo>
                  <a:pt x="125044" y="23914"/>
                </a:lnTo>
                <a:lnTo>
                  <a:pt x="128714" y="27584"/>
                </a:lnTo>
                <a:lnTo>
                  <a:pt x="137782" y="27584"/>
                </a:lnTo>
                <a:lnTo>
                  <a:pt x="141452" y="23914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38377" y="4659908"/>
            <a:ext cx="186055" cy="219710"/>
          </a:xfrm>
          <a:custGeom>
            <a:rect b="b" l="l" r="r" t="t"/>
            <a:pathLst>
              <a:path extrusionOk="0" h="219710" w="186055">
                <a:moveTo>
                  <a:pt x="117144" y="56565"/>
                </a:moveTo>
                <a:lnTo>
                  <a:pt x="70599" y="38608"/>
                </a:lnTo>
                <a:lnTo>
                  <a:pt x="0" y="61442"/>
                </a:lnTo>
                <a:lnTo>
                  <a:pt x="48755" y="80365"/>
                </a:lnTo>
                <a:lnTo>
                  <a:pt x="117144" y="56565"/>
                </a:lnTo>
                <a:close/>
              </a:path>
              <a:path extrusionOk="0" h="219710" w="186055">
                <a:moveTo>
                  <a:pt x="128562" y="148310"/>
                </a:moveTo>
                <a:lnTo>
                  <a:pt x="121666" y="144538"/>
                </a:lnTo>
                <a:lnTo>
                  <a:pt x="116344" y="138976"/>
                </a:lnTo>
                <a:lnTo>
                  <a:pt x="112915" y="132080"/>
                </a:lnTo>
                <a:lnTo>
                  <a:pt x="111747" y="123431"/>
                </a:lnTo>
                <a:lnTo>
                  <a:pt x="57340" y="102311"/>
                </a:lnTo>
                <a:lnTo>
                  <a:pt x="57340" y="191592"/>
                </a:lnTo>
                <a:lnTo>
                  <a:pt x="128562" y="219252"/>
                </a:lnTo>
                <a:lnTo>
                  <a:pt x="128562" y="148310"/>
                </a:lnTo>
                <a:close/>
              </a:path>
              <a:path extrusionOk="0" h="219710" w="186055">
                <a:moveTo>
                  <a:pt x="145453" y="128816"/>
                </a:moveTo>
                <a:lnTo>
                  <a:pt x="145440" y="119761"/>
                </a:lnTo>
                <a:lnTo>
                  <a:pt x="141770" y="116090"/>
                </a:lnTo>
                <a:lnTo>
                  <a:pt x="137248" y="116090"/>
                </a:lnTo>
                <a:lnTo>
                  <a:pt x="132715" y="116090"/>
                </a:lnTo>
                <a:lnTo>
                  <a:pt x="129044" y="119761"/>
                </a:lnTo>
                <a:lnTo>
                  <a:pt x="129044" y="128816"/>
                </a:lnTo>
                <a:lnTo>
                  <a:pt x="132715" y="132486"/>
                </a:lnTo>
                <a:lnTo>
                  <a:pt x="141782" y="132486"/>
                </a:lnTo>
                <a:lnTo>
                  <a:pt x="145453" y="128816"/>
                </a:lnTo>
                <a:close/>
              </a:path>
              <a:path extrusionOk="0" h="219710" w="186055">
                <a:moveTo>
                  <a:pt x="145453" y="12725"/>
                </a:moveTo>
                <a:lnTo>
                  <a:pt x="145440" y="3670"/>
                </a:lnTo>
                <a:lnTo>
                  <a:pt x="141770" y="0"/>
                </a:lnTo>
                <a:lnTo>
                  <a:pt x="137248" y="0"/>
                </a:lnTo>
                <a:lnTo>
                  <a:pt x="132715" y="0"/>
                </a:lnTo>
                <a:lnTo>
                  <a:pt x="129044" y="3670"/>
                </a:lnTo>
                <a:lnTo>
                  <a:pt x="129044" y="12725"/>
                </a:lnTo>
                <a:lnTo>
                  <a:pt x="132715" y="16395"/>
                </a:lnTo>
                <a:lnTo>
                  <a:pt x="141782" y="16395"/>
                </a:lnTo>
                <a:lnTo>
                  <a:pt x="145453" y="12725"/>
                </a:lnTo>
                <a:close/>
              </a:path>
              <a:path extrusionOk="0" h="219710" w="186055">
                <a:moveTo>
                  <a:pt x="185661" y="32715"/>
                </a:moveTo>
                <a:lnTo>
                  <a:pt x="157581" y="23634"/>
                </a:lnTo>
                <a:lnTo>
                  <a:pt x="152768" y="30010"/>
                </a:lnTo>
                <a:lnTo>
                  <a:pt x="145237" y="33769"/>
                </a:lnTo>
                <a:lnTo>
                  <a:pt x="129247" y="33769"/>
                </a:lnTo>
                <a:lnTo>
                  <a:pt x="121716" y="30010"/>
                </a:lnTo>
                <a:lnTo>
                  <a:pt x="116903" y="23634"/>
                </a:lnTo>
                <a:lnTo>
                  <a:pt x="96862" y="30111"/>
                </a:lnTo>
                <a:lnTo>
                  <a:pt x="142519" y="47726"/>
                </a:lnTo>
                <a:lnTo>
                  <a:pt x="185661" y="32715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95717" y="4726139"/>
            <a:ext cx="160020" cy="267335"/>
          </a:xfrm>
          <a:custGeom>
            <a:rect b="b" l="l" r="r" t="t"/>
            <a:pathLst>
              <a:path extrusionOk="0" h="267335" w="160019">
                <a:moveTo>
                  <a:pt x="71221" y="171653"/>
                </a:moveTo>
                <a:lnTo>
                  <a:pt x="0" y="143979"/>
                </a:lnTo>
                <a:lnTo>
                  <a:pt x="0" y="243979"/>
                </a:lnTo>
                <a:lnTo>
                  <a:pt x="60502" y="267335"/>
                </a:lnTo>
                <a:lnTo>
                  <a:pt x="63373" y="263969"/>
                </a:lnTo>
                <a:lnTo>
                  <a:pt x="67068" y="261404"/>
                </a:lnTo>
                <a:lnTo>
                  <a:pt x="71221" y="259892"/>
                </a:lnTo>
                <a:lnTo>
                  <a:pt x="71221" y="171653"/>
                </a:lnTo>
                <a:close/>
              </a:path>
              <a:path extrusionOk="0" h="267335" w="160019">
                <a:moveTo>
                  <a:pt x="145008" y="23190"/>
                </a:moveTo>
                <a:lnTo>
                  <a:pt x="84886" y="0"/>
                </a:lnTo>
                <a:lnTo>
                  <a:pt x="16408" y="23837"/>
                </a:lnTo>
                <a:lnTo>
                  <a:pt x="60845" y="41084"/>
                </a:lnTo>
                <a:lnTo>
                  <a:pt x="65684" y="35623"/>
                </a:lnTo>
                <a:lnTo>
                  <a:pt x="72618" y="32499"/>
                </a:lnTo>
                <a:lnTo>
                  <a:pt x="87210" y="32499"/>
                </a:lnTo>
                <a:lnTo>
                  <a:pt x="94145" y="35623"/>
                </a:lnTo>
                <a:lnTo>
                  <a:pt x="98971" y="41084"/>
                </a:lnTo>
                <a:lnTo>
                  <a:pt x="145008" y="23190"/>
                </a:lnTo>
                <a:close/>
              </a:path>
              <a:path extrusionOk="0" h="267335" w="160019">
                <a:moveTo>
                  <a:pt x="159816" y="144005"/>
                </a:moveTo>
                <a:lnTo>
                  <a:pt x="88595" y="171665"/>
                </a:lnTo>
                <a:lnTo>
                  <a:pt x="88595" y="259905"/>
                </a:lnTo>
                <a:lnTo>
                  <a:pt x="92748" y="261416"/>
                </a:lnTo>
                <a:lnTo>
                  <a:pt x="96431" y="263969"/>
                </a:lnTo>
                <a:lnTo>
                  <a:pt x="99301" y="267335"/>
                </a:lnTo>
                <a:lnTo>
                  <a:pt x="159816" y="243840"/>
                </a:lnTo>
                <a:lnTo>
                  <a:pt x="159816" y="144005"/>
                </a:lnTo>
                <a:close/>
              </a:path>
              <a:path extrusionOk="0" h="267335" w="160019">
                <a:moveTo>
                  <a:pt x="159816" y="36042"/>
                </a:moveTo>
                <a:lnTo>
                  <a:pt x="105410" y="57200"/>
                </a:lnTo>
                <a:lnTo>
                  <a:pt x="105486" y="58064"/>
                </a:lnTo>
                <a:lnTo>
                  <a:pt x="104254" y="65849"/>
                </a:lnTo>
                <a:lnTo>
                  <a:pt x="100825" y="72732"/>
                </a:lnTo>
                <a:lnTo>
                  <a:pt x="95491" y="78295"/>
                </a:lnTo>
                <a:lnTo>
                  <a:pt x="88595" y="82080"/>
                </a:lnTo>
                <a:lnTo>
                  <a:pt x="88595" y="153022"/>
                </a:lnTo>
                <a:lnTo>
                  <a:pt x="159816" y="125361"/>
                </a:lnTo>
                <a:lnTo>
                  <a:pt x="159816" y="36042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52423" y="4723676"/>
            <a:ext cx="646430" cy="565150"/>
          </a:xfrm>
          <a:custGeom>
            <a:rect b="b" l="l" r="r" t="t"/>
            <a:pathLst>
              <a:path extrusionOk="0" h="565150" w="646430">
                <a:moveTo>
                  <a:pt x="167817" y="227584"/>
                </a:moveTo>
                <a:lnTo>
                  <a:pt x="167805" y="218528"/>
                </a:lnTo>
                <a:lnTo>
                  <a:pt x="164147" y="214858"/>
                </a:lnTo>
                <a:lnTo>
                  <a:pt x="159613" y="214858"/>
                </a:lnTo>
                <a:lnTo>
                  <a:pt x="155079" y="214858"/>
                </a:lnTo>
                <a:lnTo>
                  <a:pt x="151409" y="218528"/>
                </a:lnTo>
                <a:lnTo>
                  <a:pt x="151409" y="227584"/>
                </a:lnTo>
                <a:lnTo>
                  <a:pt x="155092" y="231254"/>
                </a:lnTo>
                <a:lnTo>
                  <a:pt x="164147" y="231254"/>
                </a:lnTo>
                <a:lnTo>
                  <a:pt x="167817" y="227584"/>
                </a:lnTo>
                <a:close/>
              </a:path>
              <a:path extrusionOk="0" h="565150" w="646430">
                <a:moveTo>
                  <a:pt x="225920" y="139712"/>
                </a:moveTo>
                <a:lnTo>
                  <a:pt x="168592" y="117538"/>
                </a:lnTo>
                <a:lnTo>
                  <a:pt x="168592" y="199186"/>
                </a:lnTo>
                <a:lnTo>
                  <a:pt x="175501" y="202882"/>
                </a:lnTo>
                <a:lnTo>
                  <a:pt x="180771" y="208419"/>
                </a:lnTo>
                <a:lnTo>
                  <a:pt x="184099" y="215303"/>
                </a:lnTo>
                <a:lnTo>
                  <a:pt x="185153" y="224040"/>
                </a:lnTo>
                <a:lnTo>
                  <a:pt x="225920" y="239750"/>
                </a:lnTo>
                <a:lnTo>
                  <a:pt x="225920" y="139712"/>
                </a:lnTo>
                <a:close/>
              </a:path>
              <a:path extrusionOk="0" h="565150" w="646430">
                <a:moveTo>
                  <a:pt x="225920" y="31800"/>
                </a:moveTo>
                <a:lnTo>
                  <a:pt x="178447" y="13385"/>
                </a:lnTo>
                <a:lnTo>
                  <a:pt x="175729" y="16357"/>
                </a:lnTo>
                <a:lnTo>
                  <a:pt x="172351" y="18643"/>
                </a:lnTo>
                <a:lnTo>
                  <a:pt x="168592" y="20053"/>
                </a:lnTo>
                <a:lnTo>
                  <a:pt x="168592" y="98907"/>
                </a:lnTo>
                <a:lnTo>
                  <a:pt x="225920" y="121081"/>
                </a:lnTo>
                <a:lnTo>
                  <a:pt x="225920" y="31800"/>
                </a:lnTo>
                <a:close/>
              </a:path>
              <a:path extrusionOk="0" h="565150" w="646430">
                <a:moveTo>
                  <a:pt x="463181" y="551065"/>
                </a:moveTo>
                <a:lnTo>
                  <a:pt x="459295" y="547179"/>
                </a:lnTo>
                <a:lnTo>
                  <a:pt x="454494" y="547179"/>
                </a:lnTo>
                <a:lnTo>
                  <a:pt x="371843" y="547179"/>
                </a:lnTo>
                <a:lnTo>
                  <a:pt x="371843" y="463804"/>
                </a:lnTo>
                <a:lnTo>
                  <a:pt x="272821" y="463804"/>
                </a:lnTo>
                <a:lnTo>
                  <a:pt x="272821" y="547179"/>
                </a:lnTo>
                <a:lnTo>
                  <a:pt x="187109" y="547179"/>
                </a:lnTo>
                <a:lnTo>
                  <a:pt x="183222" y="551065"/>
                </a:lnTo>
                <a:lnTo>
                  <a:pt x="183222" y="560666"/>
                </a:lnTo>
                <a:lnTo>
                  <a:pt x="187109" y="564553"/>
                </a:lnTo>
                <a:lnTo>
                  <a:pt x="459295" y="564553"/>
                </a:lnTo>
                <a:lnTo>
                  <a:pt x="463181" y="560666"/>
                </a:lnTo>
                <a:lnTo>
                  <a:pt x="463181" y="551065"/>
                </a:lnTo>
                <a:close/>
              </a:path>
              <a:path extrusionOk="0" h="565150" w="646430">
                <a:moveTo>
                  <a:pt x="477799" y="117538"/>
                </a:moveTo>
                <a:lnTo>
                  <a:pt x="420471" y="139712"/>
                </a:lnTo>
                <a:lnTo>
                  <a:pt x="420471" y="239547"/>
                </a:lnTo>
                <a:lnTo>
                  <a:pt x="461251" y="223761"/>
                </a:lnTo>
                <a:lnTo>
                  <a:pt x="462356" y="216103"/>
                </a:lnTo>
                <a:lnTo>
                  <a:pt x="465696" y="209308"/>
                </a:lnTo>
                <a:lnTo>
                  <a:pt x="470954" y="203873"/>
                </a:lnTo>
                <a:lnTo>
                  <a:pt x="477799" y="200240"/>
                </a:lnTo>
                <a:lnTo>
                  <a:pt x="477799" y="117538"/>
                </a:lnTo>
                <a:close/>
              </a:path>
              <a:path extrusionOk="0" h="565150" w="646430">
                <a:moveTo>
                  <a:pt x="477799" y="21120"/>
                </a:moveTo>
                <a:lnTo>
                  <a:pt x="473671" y="19570"/>
                </a:lnTo>
                <a:lnTo>
                  <a:pt x="470027" y="16979"/>
                </a:lnTo>
                <a:lnTo>
                  <a:pt x="467194" y="13614"/>
                </a:lnTo>
                <a:lnTo>
                  <a:pt x="420471" y="31762"/>
                </a:lnTo>
                <a:lnTo>
                  <a:pt x="420471" y="121094"/>
                </a:lnTo>
                <a:lnTo>
                  <a:pt x="477799" y="98920"/>
                </a:lnTo>
                <a:lnTo>
                  <a:pt x="477799" y="21120"/>
                </a:lnTo>
                <a:close/>
              </a:path>
              <a:path extrusionOk="0" h="565150" w="646430">
                <a:moveTo>
                  <a:pt x="646379" y="427329"/>
                </a:moveTo>
                <a:lnTo>
                  <a:pt x="646303" y="376948"/>
                </a:lnTo>
                <a:lnTo>
                  <a:pt x="101" y="376948"/>
                </a:lnTo>
                <a:lnTo>
                  <a:pt x="101" y="420370"/>
                </a:lnTo>
                <a:lnTo>
                  <a:pt x="25" y="427329"/>
                </a:lnTo>
                <a:lnTo>
                  <a:pt x="2768" y="434035"/>
                </a:lnTo>
                <a:lnTo>
                  <a:pt x="12661" y="443852"/>
                </a:lnTo>
                <a:lnTo>
                  <a:pt x="19380" y="446557"/>
                </a:lnTo>
                <a:lnTo>
                  <a:pt x="627037" y="446544"/>
                </a:lnTo>
                <a:lnTo>
                  <a:pt x="633755" y="443852"/>
                </a:lnTo>
                <a:lnTo>
                  <a:pt x="643636" y="434035"/>
                </a:lnTo>
                <a:lnTo>
                  <a:pt x="646379" y="427329"/>
                </a:lnTo>
                <a:close/>
              </a:path>
              <a:path extrusionOk="0" h="565150" w="646430">
                <a:moveTo>
                  <a:pt x="646379" y="19329"/>
                </a:moveTo>
                <a:lnTo>
                  <a:pt x="643648" y="12598"/>
                </a:lnTo>
                <a:lnTo>
                  <a:pt x="633780" y="2692"/>
                </a:lnTo>
                <a:lnTo>
                  <a:pt x="627214" y="0"/>
                </a:lnTo>
                <a:lnTo>
                  <a:pt x="512191" y="0"/>
                </a:lnTo>
                <a:lnTo>
                  <a:pt x="510565" y="6604"/>
                </a:lnTo>
                <a:lnTo>
                  <a:pt x="510451" y="7048"/>
                </a:lnTo>
                <a:lnTo>
                  <a:pt x="506857" y="13195"/>
                </a:lnTo>
                <a:lnTo>
                  <a:pt x="501662" y="18072"/>
                </a:lnTo>
                <a:lnTo>
                  <a:pt x="495173" y="21336"/>
                </a:lnTo>
                <a:lnTo>
                  <a:pt x="495173" y="199936"/>
                </a:lnTo>
                <a:lnTo>
                  <a:pt x="502285" y="203619"/>
                </a:lnTo>
                <a:lnTo>
                  <a:pt x="507758" y="209194"/>
                </a:lnTo>
                <a:lnTo>
                  <a:pt x="511251" y="216192"/>
                </a:lnTo>
                <a:lnTo>
                  <a:pt x="512406" y="224116"/>
                </a:lnTo>
                <a:lnTo>
                  <a:pt x="511187" y="231940"/>
                </a:lnTo>
                <a:lnTo>
                  <a:pt x="507707" y="238874"/>
                </a:lnTo>
                <a:lnTo>
                  <a:pt x="502323" y="244449"/>
                </a:lnTo>
                <a:lnTo>
                  <a:pt x="495338" y="248221"/>
                </a:lnTo>
                <a:lnTo>
                  <a:pt x="487553" y="249682"/>
                </a:lnTo>
                <a:lnTo>
                  <a:pt x="479856" y="248716"/>
                </a:lnTo>
                <a:lnTo>
                  <a:pt x="472795" y="245503"/>
                </a:lnTo>
                <a:lnTo>
                  <a:pt x="466915" y="240195"/>
                </a:lnTo>
                <a:lnTo>
                  <a:pt x="347903" y="286385"/>
                </a:lnTo>
                <a:lnTo>
                  <a:pt x="348742" y="286385"/>
                </a:lnTo>
                <a:lnTo>
                  <a:pt x="346697" y="296265"/>
                </a:lnTo>
                <a:lnTo>
                  <a:pt x="341210" y="304330"/>
                </a:lnTo>
                <a:lnTo>
                  <a:pt x="333095" y="309753"/>
                </a:lnTo>
                <a:lnTo>
                  <a:pt x="323189" y="311746"/>
                </a:lnTo>
                <a:lnTo>
                  <a:pt x="313283" y="309753"/>
                </a:lnTo>
                <a:lnTo>
                  <a:pt x="305181" y="304330"/>
                </a:lnTo>
                <a:lnTo>
                  <a:pt x="299694" y="296265"/>
                </a:lnTo>
                <a:lnTo>
                  <a:pt x="297624" y="286385"/>
                </a:lnTo>
                <a:lnTo>
                  <a:pt x="298183" y="286385"/>
                </a:lnTo>
                <a:lnTo>
                  <a:pt x="200393" y="248577"/>
                </a:lnTo>
                <a:lnTo>
                  <a:pt x="178701" y="240195"/>
                </a:lnTo>
                <a:lnTo>
                  <a:pt x="178498" y="240195"/>
                </a:lnTo>
                <a:lnTo>
                  <a:pt x="172567" y="245059"/>
                </a:lnTo>
                <a:lnTo>
                  <a:pt x="165544" y="247916"/>
                </a:lnTo>
                <a:lnTo>
                  <a:pt x="133972" y="223062"/>
                </a:lnTo>
                <a:lnTo>
                  <a:pt x="135140" y="215138"/>
                </a:lnTo>
                <a:lnTo>
                  <a:pt x="138633" y="208153"/>
                </a:lnTo>
                <a:lnTo>
                  <a:pt x="144106" y="202565"/>
                </a:lnTo>
                <a:lnTo>
                  <a:pt x="151218" y="198894"/>
                </a:lnTo>
                <a:lnTo>
                  <a:pt x="151218" y="195021"/>
                </a:lnTo>
                <a:lnTo>
                  <a:pt x="151218" y="72745"/>
                </a:lnTo>
                <a:lnTo>
                  <a:pt x="151218" y="53174"/>
                </a:lnTo>
                <a:lnTo>
                  <a:pt x="151218" y="30454"/>
                </a:lnTo>
                <a:lnTo>
                  <a:pt x="151218" y="20281"/>
                </a:lnTo>
                <a:lnTo>
                  <a:pt x="145110" y="17005"/>
                </a:lnTo>
                <a:lnTo>
                  <a:pt x="140119" y="12357"/>
                </a:lnTo>
                <a:lnTo>
                  <a:pt x="136461" y="6604"/>
                </a:lnTo>
                <a:lnTo>
                  <a:pt x="134353" y="0"/>
                </a:lnTo>
                <a:lnTo>
                  <a:pt x="41783" y="0"/>
                </a:lnTo>
                <a:lnTo>
                  <a:pt x="41783" y="34340"/>
                </a:lnTo>
                <a:lnTo>
                  <a:pt x="41783" y="49288"/>
                </a:lnTo>
                <a:lnTo>
                  <a:pt x="41783" y="76631"/>
                </a:lnTo>
                <a:lnTo>
                  <a:pt x="41783" y="191135"/>
                </a:lnTo>
                <a:lnTo>
                  <a:pt x="37896" y="195021"/>
                </a:lnTo>
                <a:lnTo>
                  <a:pt x="28295" y="195021"/>
                </a:lnTo>
                <a:lnTo>
                  <a:pt x="24409" y="191135"/>
                </a:lnTo>
                <a:lnTo>
                  <a:pt x="24409" y="76631"/>
                </a:lnTo>
                <a:lnTo>
                  <a:pt x="28295" y="72745"/>
                </a:lnTo>
                <a:lnTo>
                  <a:pt x="37896" y="72745"/>
                </a:lnTo>
                <a:lnTo>
                  <a:pt x="41783" y="76631"/>
                </a:lnTo>
                <a:lnTo>
                  <a:pt x="41783" y="49288"/>
                </a:lnTo>
                <a:lnTo>
                  <a:pt x="37896" y="53174"/>
                </a:lnTo>
                <a:lnTo>
                  <a:pt x="28295" y="53174"/>
                </a:lnTo>
                <a:lnTo>
                  <a:pt x="24409" y="49288"/>
                </a:lnTo>
                <a:lnTo>
                  <a:pt x="24409" y="34340"/>
                </a:lnTo>
                <a:lnTo>
                  <a:pt x="28295" y="30454"/>
                </a:lnTo>
                <a:lnTo>
                  <a:pt x="37896" y="30454"/>
                </a:lnTo>
                <a:lnTo>
                  <a:pt x="41783" y="34340"/>
                </a:lnTo>
                <a:lnTo>
                  <a:pt x="41783" y="0"/>
                </a:lnTo>
                <a:lnTo>
                  <a:pt x="19189" y="0"/>
                </a:lnTo>
                <a:lnTo>
                  <a:pt x="12611" y="2692"/>
                </a:lnTo>
                <a:lnTo>
                  <a:pt x="2743" y="12598"/>
                </a:lnTo>
                <a:lnTo>
                  <a:pt x="0" y="19329"/>
                </a:lnTo>
                <a:lnTo>
                  <a:pt x="88" y="359575"/>
                </a:lnTo>
                <a:lnTo>
                  <a:pt x="646290" y="359575"/>
                </a:lnTo>
                <a:lnTo>
                  <a:pt x="646303" y="311746"/>
                </a:lnTo>
                <a:lnTo>
                  <a:pt x="646328" y="249682"/>
                </a:lnTo>
                <a:lnTo>
                  <a:pt x="646379" y="19329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2216910" y="4440516"/>
            <a:ext cx="0" cy="3562350"/>
          </a:xfrm>
          <a:custGeom>
            <a:rect b="b" l="l" r="r" t="t"/>
            <a:pathLst>
              <a:path extrusionOk="0" h="3562350" w="120000">
                <a:moveTo>
                  <a:pt x="0" y="3562172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68671" y="4440516"/>
            <a:ext cx="0" cy="3562350"/>
          </a:xfrm>
          <a:custGeom>
            <a:rect b="b" l="l" r="r" t="t"/>
            <a:pathLst>
              <a:path extrusionOk="0" h="3562350" w="120000">
                <a:moveTo>
                  <a:pt x="0" y="3562172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7098168" y="383112"/>
            <a:ext cx="295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3204279" y="5846229"/>
            <a:ext cx="412813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42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Desacoplamiento de sistemas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sistemas operacionales (OLTP) y analíticos (OLAP) trabajan de forma autónoma, mejorando el rendimiento y la seguridad.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7056039" y="5846227"/>
            <a:ext cx="4151629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93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Separación de responsabilidades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que la integración, el análisis y la presentación de datos sean procesos independientes y optimizados.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07802" y="5846229"/>
            <a:ext cx="4126865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25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Capas diferenciadas en el ciclo de datos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etapa (ingesta, transformación, modelado, consumo) tiene funciones y herramientas específicas.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57" name="Google Shape;157;p5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¿Qué es una arquitectura de datos moderna?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2260051" y="5019350"/>
            <a:ext cx="0" cy="2737485"/>
          </a:xfrm>
          <a:custGeom>
            <a:rect b="b" l="l" r="r" t="t"/>
            <a:pathLst>
              <a:path extrusionOk="0" h="2737484" w="120000">
                <a:moveTo>
                  <a:pt x="0" y="27373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025586" y="5019350"/>
            <a:ext cx="0" cy="2737485"/>
          </a:xfrm>
          <a:custGeom>
            <a:rect b="b" l="l" r="r" t="t"/>
            <a:pathLst>
              <a:path extrusionOk="0" h="2737484" w="120000">
                <a:moveTo>
                  <a:pt x="0" y="27373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7097254" y="383112"/>
            <a:ext cx="295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376747" y="4944875"/>
            <a:ext cx="49113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6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Flexibilidad y escalabilidad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842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Preparación de datos más adaptable a necesidades cambiantes.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Mejor integración con sistemas analíticos y de negocio.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142280" y="4944878"/>
            <a:ext cx="3888740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Nuevas capas en la arquitectura moderna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9085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de staging y almacenamiento intermedio.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98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Soporte para múltiples formatos y fuentes heterogéneas.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907802" y="4944878"/>
            <a:ext cx="3821429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3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Limitaciones de la bodega tradicional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6573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Dependencia de procesos ETL rígidos y centralizados.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Dificultad para manejar grandes volúmenes y variedad de datos.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70" name="Google Shape;170;p6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De la bodega tradicional al enfoque moderno</a:t>
            </a:r>
            <a:endParaRPr sz="8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293474" y="42769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17114352" y="383112"/>
            <a:ext cx="280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77" name="Google Shape;177;p7"/>
          <p:cNvSpPr txBox="1"/>
          <p:nvPr>
            <p:ph type="title"/>
          </p:nvPr>
        </p:nvSpPr>
        <p:spPr>
          <a:xfrm>
            <a:off x="907811" y="3403415"/>
            <a:ext cx="10998835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Fundamentos y capas en soluciones BI</a:t>
            </a:r>
            <a:endParaRPr sz="1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2260051" y="3889050"/>
            <a:ext cx="0" cy="4998085"/>
          </a:xfrm>
          <a:custGeom>
            <a:rect b="b" l="l" r="r" t="t"/>
            <a:pathLst>
              <a:path extrusionOk="0" h="4998084" w="120000">
                <a:moveTo>
                  <a:pt x="0" y="49979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25586" y="3889050"/>
            <a:ext cx="0" cy="4998085"/>
          </a:xfrm>
          <a:custGeom>
            <a:rect b="b" l="l" r="r" t="t"/>
            <a:pathLst>
              <a:path extrusionOk="0" h="4998084" w="120000">
                <a:moveTo>
                  <a:pt x="0" y="49979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907802" y="383112"/>
            <a:ext cx="4143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17095426" y="383112"/>
            <a:ext cx="2978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13376749" y="3814575"/>
            <a:ext cx="4285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5509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Ubicación de herramientas Microsoft BI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en la ingesta y ETL; SSAS en el modelado analítico; SSRS en la presentación de reportes; SSMS como consola de administración transversal.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7142280" y="3814578"/>
            <a:ext cx="3997325" cy="50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712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Capas clave en la arquitectura BI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52145" rtl="0" algn="just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Ingesta y ETL para extraer y transformar datos antes del análisis.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768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Almacenamiento analítico: staging, data warehouse o data marts.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714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semántico: cubos multidimensionales o modelos tabulares.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Consumo: reportes, dashboards y análisis en herramientas como Power BI.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907802" y="3814578"/>
            <a:ext cx="3900804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fuentes de datos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3812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sistemas ERP, CRM, archivos Excel, servicios web y bases transaccionales.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90" name="Google Shape;190;p8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Capas típicas en una solución BI</a:t>
            </a:r>
            <a:endParaRPr sz="8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615" cy="517949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9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198" name="Google Shape;198;p9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9"/>
          <p:cNvSpPr txBox="1"/>
          <p:nvPr/>
        </p:nvSpPr>
        <p:spPr>
          <a:xfrm>
            <a:off x="17097418" y="383112"/>
            <a:ext cx="2959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907737" y="383112"/>
            <a:ext cx="4143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02" name="Google Shape;202;p9"/>
          <p:cNvSpPr txBox="1"/>
          <p:nvPr>
            <p:ph type="title"/>
          </p:nvPr>
        </p:nvSpPr>
        <p:spPr>
          <a:xfrm>
            <a:off x="907799" y="1430875"/>
            <a:ext cx="69732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Introducción a Microsoft BI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907802" y="4152384"/>
            <a:ext cx="7617459" cy="49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Microsoft BI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SSMS, SSIS, SSAS y SSRS para cubrir todo el ciclo de datos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Visión integral de BI empresarial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Conecta ingestión, transformación, modelado y consumo analítico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Roles diferenciados de las herramientas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ETL; SSAS: modelado analítico; SSRS: reportería; SSMS: administración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Soluciones escalables y gobernadas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Permiten separar responsabilidades y optimizar cada etapa del proceso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17139933" y="383112"/>
            <a:ext cx="250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10" name="Google Shape;210;p10"/>
          <p:cNvSpPr txBox="1"/>
          <p:nvPr>
            <p:ph type="title"/>
          </p:nvPr>
        </p:nvSpPr>
        <p:spPr>
          <a:xfrm>
            <a:off x="907799" y="4098525"/>
            <a:ext cx="9650700" cy="53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Herramientas principales de Microsoft BI</a:t>
            </a:r>
            <a:endParaRPr sz="1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399" cy="51796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1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218" name="Google Shape;218;p11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8973092" y="2039211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1"/>
          <p:cNvSpPr txBox="1"/>
          <p:nvPr/>
        </p:nvSpPr>
        <p:spPr>
          <a:xfrm>
            <a:off x="17188623" y="383112"/>
            <a:ext cx="196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907731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22" name="Google Shape;222;p11"/>
          <p:cNvSpPr txBox="1"/>
          <p:nvPr>
            <p:ph type="title"/>
          </p:nvPr>
        </p:nvSpPr>
        <p:spPr>
          <a:xfrm>
            <a:off x="907802" y="1442896"/>
            <a:ext cx="6427470" cy="2816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6675">
            <a:spAutoFit/>
          </a:bodyPr>
          <a:lstStyle/>
          <a:p>
            <a:pPr indent="0" lvl="0" marL="12700" marR="5080" rtl="0" algn="l">
              <a:lnSpc>
                <a:spcPct val="10029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850"/>
              <a:t>SQL Server Management Studio (SSMS)</a:t>
            </a:r>
            <a:endParaRPr sz="6850"/>
          </a:p>
        </p:txBody>
      </p:sp>
      <p:sp>
        <p:nvSpPr>
          <p:cNvPr id="223" name="Google Shape;223;p11"/>
          <p:cNvSpPr txBox="1"/>
          <p:nvPr/>
        </p:nvSpPr>
        <p:spPr>
          <a:xfrm>
            <a:off x="907802" y="4745781"/>
            <a:ext cx="6856730" cy="462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integral de SQL Server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gestionar bases de datos, usuarios y permisos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Ejecución y monitoreo de scripts T-SQL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creación y validación de objetos SQL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Supervisión de servicios BI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 instancias de SSIS, SSAS y SSRS desde una sola consola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Soporte transversal en proyectos BI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Centraliza la operación y el gobierno de la plataforma analítica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2260051" y="4959662"/>
            <a:ext cx="0" cy="2856865"/>
          </a:xfrm>
          <a:custGeom>
            <a:rect b="b" l="l" r="r" t="t"/>
            <a:pathLst>
              <a:path extrusionOk="0" h="2856865" w="120000">
                <a:moveTo>
                  <a:pt x="0" y="28566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025586" y="4959662"/>
            <a:ext cx="0" cy="2856865"/>
          </a:xfrm>
          <a:custGeom>
            <a:rect b="b" l="l" r="r" t="t"/>
            <a:pathLst>
              <a:path extrusionOk="0" h="2856865" w="120000">
                <a:moveTo>
                  <a:pt x="0" y="28566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17147775" y="383112"/>
            <a:ext cx="2438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3376758" y="4885189"/>
            <a:ext cx="3940175" cy="29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6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paquetes: Control Flow y Data Flow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Control Flow orquesta la secuencia de tareas; Data Flow gestiona el movimiento y transformación de datos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7142280" y="4885189"/>
            <a:ext cx="360680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9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procesos ETL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extracción, transformación y carga de datos (ETL)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907802" y="4885189"/>
            <a:ext cx="378714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para integración de datos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permite mover y transformar datos desde múltiples fuentes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36" name="Google Shape;236;p1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SQL Server Integration Services (SSIS)</a:t>
            </a:r>
            <a:endParaRPr sz="8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3"/>
          <p:cNvGrpSpPr/>
          <p:nvPr/>
        </p:nvGrpSpPr>
        <p:grpSpPr>
          <a:xfrm>
            <a:off x="13099212" y="4701565"/>
            <a:ext cx="779145" cy="847821"/>
            <a:chOff x="13099212" y="4701565"/>
            <a:chExt cx="779145" cy="847821"/>
          </a:xfrm>
        </p:grpSpPr>
        <p:sp>
          <p:nvSpPr>
            <p:cNvPr id="242" name="Google Shape;242;p13"/>
            <p:cNvSpPr/>
            <p:nvPr/>
          </p:nvSpPr>
          <p:spPr>
            <a:xfrm>
              <a:off x="13219731" y="5382815"/>
              <a:ext cx="538480" cy="146050"/>
            </a:xfrm>
            <a:custGeom>
              <a:rect b="b" l="l" r="r" t="t"/>
              <a:pathLst>
                <a:path extrusionOk="0" h="146050" w="538480">
                  <a:moveTo>
                    <a:pt x="518710" y="106468"/>
                  </a:moveTo>
                  <a:lnTo>
                    <a:pt x="319549" y="106468"/>
                  </a:lnTo>
                  <a:lnTo>
                    <a:pt x="305019" y="112600"/>
                  </a:lnTo>
                  <a:lnTo>
                    <a:pt x="300175" y="126090"/>
                  </a:lnTo>
                  <a:lnTo>
                    <a:pt x="305019" y="139580"/>
                  </a:lnTo>
                  <a:lnTo>
                    <a:pt x="319549" y="145711"/>
                  </a:lnTo>
                  <a:lnTo>
                    <a:pt x="518710" y="145711"/>
                  </a:lnTo>
                  <a:lnTo>
                    <a:pt x="533241" y="139580"/>
                  </a:lnTo>
                  <a:lnTo>
                    <a:pt x="538084" y="126090"/>
                  </a:lnTo>
                  <a:lnTo>
                    <a:pt x="533241" y="112600"/>
                  </a:lnTo>
                  <a:lnTo>
                    <a:pt x="518710" y="106468"/>
                  </a:lnTo>
                  <a:close/>
                </a:path>
                <a:path extrusionOk="0" h="146050" w="538480">
                  <a:moveTo>
                    <a:pt x="218724" y="106468"/>
                  </a:moveTo>
                  <a:lnTo>
                    <a:pt x="19550" y="106468"/>
                  </a:lnTo>
                  <a:lnTo>
                    <a:pt x="4817" y="112600"/>
                  </a:lnTo>
                  <a:lnTo>
                    <a:pt x="0" y="126090"/>
                  </a:lnTo>
                  <a:lnTo>
                    <a:pt x="4957" y="139580"/>
                  </a:lnTo>
                  <a:lnTo>
                    <a:pt x="19550" y="145711"/>
                  </a:lnTo>
                  <a:lnTo>
                    <a:pt x="218724" y="145711"/>
                  </a:lnTo>
                  <a:lnTo>
                    <a:pt x="233247" y="139580"/>
                  </a:lnTo>
                  <a:lnTo>
                    <a:pt x="238088" y="126090"/>
                  </a:lnTo>
                  <a:lnTo>
                    <a:pt x="233247" y="112600"/>
                  </a:lnTo>
                  <a:lnTo>
                    <a:pt x="218724" y="106468"/>
                  </a:lnTo>
                  <a:close/>
                </a:path>
                <a:path extrusionOk="0" h="146050" w="538480">
                  <a:moveTo>
                    <a:pt x="269130" y="0"/>
                  </a:moveTo>
                  <a:lnTo>
                    <a:pt x="255640" y="4817"/>
                  </a:lnTo>
                  <a:lnTo>
                    <a:pt x="249508" y="19550"/>
                  </a:lnTo>
                  <a:lnTo>
                    <a:pt x="249508" y="95051"/>
                  </a:lnTo>
                  <a:lnTo>
                    <a:pt x="251069" y="102762"/>
                  </a:lnTo>
                  <a:lnTo>
                    <a:pt x="255284" y="109078"/>
                  </a:lnTo>
                  <a:lnTo>
                    <a:pt x="261456" y="113346"/>
                  </a:lnTo>
                  <a:lnTo>
                    <a:pt x="268889" y="114914"/>
                  </a:lnTo>
                  <a:lnTo>
                    <a:pt x="276600" y="113346"/>
                  </a:lnTo>
                  <a:lnTo>
                    <a:pt x="282916" y="109078"/>
                  </a:lnTo>
                  <a:lnTo>
                    <a:pt x="287184" y="102762"/>
                  </a:lnTo>
                  <a:lnTo>
                    <a:pt x="288751" y="95051"/>
                  </a:lnTo>
                  <a:lnTo>
                    <a:pt x="288751" y="19550"/>
                  </a:lnTo>
                  <a:lnTo>
                    <a:pt x="282620" y="4957"/>
                  </a:lnTo>
                  <a:lnTo>
                    <a:pt x="269130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3" name="Google Shape;24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28516" y="5467929"/>
              <a:ext cx="120688" cy="814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3"/>
            <p:cNvSpPr/>
            <p:nvPr/>
          </p:nvSpPr>
          <p:spPr>
            <a:xfrm>
              <a:off x="13099212" y="4701565"/>
              <a:ext cx="779145" cy="709295"/>
            </a:xfrm>
            <a:custGeom>
              <a:rect b="b" l="l" r="r" t="t"/>
              <a:pathLst>
                <a:path extrusionOk="0" h="709295" w="779144">
                  <a:moveTo>
                    <a:pt x="369023" y="0"/>
                  </a:moveTo>
                  <a:lnTo>
                    <a:pt x="330047" y="0"/>
                  </a:lnTo>
                  <a:lnTo>
                    <a:pt x="330047" y="91147"/>
                  </a:lnTo>
                  <a:lnTo>
                    <a:pt x="327621" y="97802"/>
                  </a:lnTo>
                  <a:lnTo>
                    <a:pt x="320357" y="100825"/>
                  </a:lnTo>
                  <a:lnTo>
                    <a:pt x="271183" y="100825"/>
                  </a:lnTo>
                  <a:lnTo>
                    <a:pt x="263918" y="97802"/>
                  </a:lnTo>
                  <a:lnTo>
                    <a:pt x="261505" y="91147"/>
                  </a:lnTo>
                  <a:lnTo>
                    <a:pt x="263918" y="84493"/>
                  </a:lnTo>
                  <a:lnTo>
                    <a:pt x="271183" y="81457"/>
                  </a:lnTo>
                  <a:lnTo>
                    <a:pt x="320357" y="81457"/>
                  </a:lnTo>
                  <a:lnTo>
                    <a:pt x="327621" y="84493"/>
                  </a:lnTo>
                  <a:lnTo>
                    <a:pt x="330047" y="91147"/>
                  </a:lnTo>
                  <a:lnTo>
                    <a:pt x="330047" y="0"/>
                  </a:lnTo>
                  <a:lnTo>
                    <a:pt x="228041" y="0"/>
                  </a:lnTo>
                  <a:lnTo>
                    <a:pt x="228041" y="91147"/>
                  </a:lnTo>
                  <a:lnTo>
                    <a:pt x="225590" y="97802"/>
                  </a:lnTo>
                  <a:lnTo>
                    <a:pt x="218541" y="100825"/>
                  </a:lnTo>
                  <a:lnTo>
                    <a:pt x="169367" y="100825"/>
                  </a:lnTo>
                  <a:lnTo>
                    <a:pt x="162102" y="97802"/>
                  </a:lnTo>
                  <a:lnTo>
                    <a:pt x="159689" y="91147"/>
                  </a:lnTo>
                  <a:lnTo>
                    <a:pt x="162102" y="84493"/>
                  </a:lnTo>
                  <a:lnTo>
                    <a:pt x="169367" y="81457"/>
                  </a:lnTo>
                  <a:lnTo>
                    <a:pt x="218541" y="81457"/>
                  </a:lnTo>
                  <a:lnTo>
                    <a:pt x="225729" y="84493"/>
                  </a:lnTo>
                  <a:lnTo>
                    <a:pt x="228041" y="91147"/>
                  </a:lnTo>
                  <a:lnTo>
                    <a:pt x="228041" y="0"/>
                  </a:lnTo>
                  <a:lnTo>
                    <a:pt x="125907" y="0"/>
                  </a:lnTo>
                  <a:lnTo>
                    <a:pt x="125907" y="91147"/>
                  </a:lnTo>
                  <a:lnTo>
                    <a:pt x="123482" y="97802"/>
                  </a:lnTo>
                  <a:lnTo>
                    <a:pt x="116217" y="100825"/>
                  </a:lnTo>
                  <a:lnTo>
                    <a:pt x="67043" y="100825"/>
                  </a:lnTo>
                  <a:lnTo>
                    <a:pt x="59791" y="97802"/>
                  </a:lnTo>
                  <a:lnTo>
                    <a:pt x="57365" y="91147"/>
                  </a:lnTo>
                  <a:lnTo>
                    <a:pt x="59791" y="84493"/>
                  </a:lnTo>
                  <a:lnTo>
                    <a:pt x="67043" y="81457"/>
                  </a:lnTo>
                  <a:lnTo>
                    <a:pt x="116217" y="81457"/>
                  </a:lnTo>
                  <a:lnTo>
                    <a:pt x="123482" y="84493"/>
                  </a:lnTo>
                  <a:lnTo>
                    <a:pt x="125907" y="91147"/>
                  </a:lnTo>
                  <a:lnTo>
                    <a:pt x="125907" y="0"/>
                  </a:lnTo>
                  <a:lnTo>
                    <a:pt x="67551" y="0"/>
                  </a:lnTo>
                  <a:lnTo>
                    <a:pt x="41287" y="5321"/>
                  </a:lnTo>
                  <a:lnTo>
                    <a:pt x="19812" y="19812"/>
                  </a:lnTo>
                  <a:lnTo>
                    <a:pt x="5321" y="41287"/>
                  </a:lnTo>
                  <a:lnTo>
                    <a:pt x="0" y="67551"/>
                  </a:lnTo>
                  <a:lnTo>
                    <a:pt x="0" y="640207"/>
                  </a:lnTo>
                  <a:lnTo>
                    <a:pt x="19812" y="687527"/>
                  </a:lnTo>
                  <a:lnTo>
                    <a:pt x="67551" y="707263"/>
                  </a:lnTo>
                  <a:lnTo>
                    <a:pt x="140563" y="707263"/>
                  </a:lnTo>
                  <a:lnTo>
                    <a:pt x="134747" y="697649"/>
                  </a:lnTo>
                  <a:lnTo>
                    <a:pt x="131622" y="688390"/>
                  </a:lnTo>
                  <a:lnTo>
                    <a:pt x="130365" y="678776"/>
                  </a:lnTo>
                  <a:lnTo>
                    <a:pt x="130124" y="668020"/>
                  </a:lnTo>
                  <a:lnTo>
                    <a:pt x="67551" y="668020"/>
                  </a:lnTo>
                  <a:lnTo>
                    <a:pt x="56629" y="665848"/>
                  </a:lnTo>
                  <a:lnTo>
                    <a:pt x="47625" y="659892"/>
                  </a:lnTo>
                  <a:lnTo>
                    <a:pt x="41490" y="651052"/>
                  </a:lnTo>
                  <a:lnTo>
                    <a:pt x="39230" y="640207"/>
                  </a:lnTo>
                  <a:lnTo>
                    <a:pt x="39230" y="187248"/>
                  </a:lnTo>
                  <a:lnTo>
                    <a:pt x="369023" y="187248"/>
                  </a:lnTo>
                  <a:lnTo>
                    <a:pt x="369023" y="100825"/>
                  </a:lnTo>
                  <a:lnTo>
                    <a:pt x="369023" y="81457"/>
                  </a:lnTo>
                  <a:lnTo>
                    <a:pt x="369023" y="0"/>
                  </a:lnTo>
                  <a:close/>
                </a:path>
                <a:path extrusionOk="0" h="709295" w="779144">
                  <a:moveTo>
                    <a:pt x="629780" y="602970"/>
                  </a:moveTo>
                  <a:lnTo>
                    <a:pt x="627176" y="590296"/>
                  </a:lnTo>
                  <a:lnTo>
                    <a:pt x="620102" y="579869"/>
                  </a:lnTo>
                  <a:lnTo>
                    <a:pt x="609676" y="572795"/>
                  </a:lnTo>
                  <a:lnTo>
                    <a:pt x="600735" y="570966"/>
                  </a:lnTo>
                  <a:lnTo>
                    <a:pt x="600735" y="639470"/>
                  </a:lnTo>
                  <a:lnTo>
                    <a:pt x="598309" y="646125"/>
                  </a:lnTo>
                  <a:lnTo>
                    <a:pt x="591045" y="649160"/>
                  </a:lnTo>
                  <a:lnTo>
                    <a:pt x="548830" y="649160"/>
                  </a:lnTo>
                  <a:lnTo>
                    <a:pt x="541566" y="646125"/>
                  </a:lnTo>
                  <a:lnTo>
                    <a:pt x="539153" y="639470"/>
                  </a:lnTo>
                  <a:lnTo>
                    <a:pt x="541566" y="632815"/>
                  </a:lnTo>
                  <a:lnTo>
                    <a:pt x="548830" y="629793"/>
                  </a:lnTo>
                  <a:lnTo>
                    <a:pt x="591045" y="629793"/>
                  </a:lnTo>
                  <a:lnTo>
                    <a:pt x="598309" y="632815"/>
                  </a:lnTo>
                  <a:lnTo>
                    <a:pt x="600735" y="639470"/>
                  </a:lnTo>
                  <a:lnTo>
                    <a:pt x="600735" y="570966"/>
                  </a:lnTo>
                  <a:lnTo>
                    <a:pt x="597001" y="570191"/>
                  </a:lnTo>
                  <a:lnTo>
                    <a:pt x="501891" y="570191"/>
                  </a:lnTo>
                  <a:lnTo>
                    <a:pt x="501891" y="639470"/>
                  </a:lnTo>
                  <a:lnTo>
                    <a:pt x="499465" y="646125"/>
                  </a:lnTo>
                  <a:lnTo>
                    <a:pt x="492201" y="649160"/>
                  </a:lnTo>
                  <a:lnTo>
                    <a:pt x="449986" y="649160"/>
                  </a:lnTo>
                  <a:lnTo>
                    <a:pt x="442722" y="646125"/>
                  </a:lnTo>
                  <a:lnTo>
                    <a:pt x="440309" y="639470"/>
                  </a:lnTo>
                  <a:lnTo>
                    <a:pt x="442722" y="632815"/>
                  </a:lnTo>
                  <a:lnTo>
                    <a:pt x="449986" y="629793"/>
                  </a:lnTo>
                  <a:lnTo>
                    <a:pt x="492201" y="629793"/>
                  </a:lnTo>
                  <a:lnTo>
                    <a:pt x="499465" y="632815"/>
                  </a:lnTo>
                  <a:lnTo>
                    <a:pt x="501891" y="639470"/>
                  </a:lnTo>
                  <a:lnTo>
                    <a:pt x="501891" y="570191"/>
                  </a:lnTo>
                  <a:lnTo>
                    <a:pt x="338924" y="570191"/>
                  </a:lnTo>
                  <a:lnTo>
                    <a:pt x="338924" y="639470"/>
                  </a:lnTo>
                  <a:lnTo>
                    <a:pt x="336359" y="646125"/>
                  </a:lnTo>
                  <a:lnTo>
                    <a:pt x="328803" y="649160"/>
                  </a:lnTo>
                  <a:lnTo>
                    <a:pt x="188239" y="649160"/>
                  </a:lnTo>
                  <a:lnTo>
                    <a:pt x="180975" y="646125"/>
                  </a:lnTo>
                  <a:lnTo>
                    <a:pt x="178562" y="639470"/>
                  </a:lnTo>
                  <a:lnTo>
                    <a:pt x="180975" y="632815"/>
                  </a:lnTo>
                  <a:lnTo>
                    <a:pt x="188239" y="629793"/>
                  </a:lnTo>
                  <a:lnTo>
                    <a:pt x="329298" y="629793"/>
                  </a:lnTo>
                  <a:lnTo>
                    <a:pt x="336562" y="632815"/>
                  </a:lnTo>
                  <a:lnTo>
                    <a:pt x="338924" y="639470"/>
                  </a:lnTo>
                  <a:lnTo>
                    <a:pt x="338924" y="570191"/>
                  </a:lnTo>
                  <a:lnTo>
                    <a:pt x="182283" y="570191"/>
                  </a:lnTo>
                  <a:lnTo>
                    <a:pt x="169621" y="572795"/>
                  </a:lnTo>
                  <a:lnTo>
                    <a:pt x="159194" y="579869"/>
                  </a:lnTo>
                  <a:lnTo>
                    <a:pt x="152120" y="590296"/>
                  </a:lnTo>
                  <a:lnTo>
                    <a:pt x="149504" y="602970"/>
                  </a:lnTo>
                  <a:lnTo>
                    <a:pt x="149504" y="675982"/>
                  </a:lnTo>
                  <a:lnTo>
                    <a:pt x="152044" y="688644"/>
                  </a:lnTo>
                  <a:lnTo>
                    <a:pt x="159004" y="699071"/>
                  </a:lnTo>
                  <a:lnTo>
                    <a:pt x="169418" y="706145"/>
                  </a:lnTo>
                  <a:lnTo>
                    <a:pt x="182283" y="708761"/>
                  </a:lnTo>
                  <a:lnTo>
                    <a:pt x="597001" y="708761"/>
                  </a:lnTo>
                  <a:lnTo>
                    <a:pt x="609676" y="706145"/>
                  </a:lnTo>
                  <a:lnTo>
                    <a:pt x="620102" y="699071"/>
                  </a:lnTo>
                  <a:lnTo>
                    <a:pt x="627176" y="688644"/>
                  </a:lnTo>
                  <a:lnTo>
                    <a:pt x="629780" y="675982"/>
                  </a:lnTo>
                  <a:lnTo>
                    <a:pt x="629780" y="649160"/>
                  </a:lnTo>
                  <a:lnTo>
                    <a:pt x="629780" y="629793"/>
                  </a:lnTo>
                  <a:lnTo>
                    <a:pt x="629780" y="602970"/>
                  </a:lnTo>
                  <a:close/>
                </a:path>
                <a:path extrusionOk="0" h="709295" w="779144">
                  <a:moveTo>
                    <a:pt x="629780" y="445020"/>
                  </a:moveTo>
                  <a:lnTo>
                    <a:pt x="627176" y="432358"/>
                  </a:lnTo>
                  <a:lnTo>
                    <a:pt x="620102" y="421932"/>
                  </a:lnTo>
                  <a:lnTo>
                    <a:pt x="609676" y="414845"/>
                  </a:lnTo>
                  <a:lnTo>
                    <a:pt x="600735" y="413016"/>
                  </a:lnTo>
                  <a:lnTo>
                    <a:pt x="600735" y="481533"/>
                  </a:lnTo>
                  <a:lnTo>
                    <a:pt x="598309" y="488188"/>
                  </a:lnTo>
                  <a:lnTo>
                    <a:pt x="591045" y="491210"/>
                  </a:lnTo>
                  <a:lnTo>
                    <a:pt x="548830" y="491210"/>
                  </a:lnTo>
                  <a:lnTo>
                    <a:pt x="541566" y="488188"/>
                  </a:lnTo>
                  <a:lnTo>
                    <a:pt x="539153" y="481533"/>
                  </a:lnTo>
                  <a:lnTo>
                    <a:pt x="541566" y="474865"/>
                  </a:lnTo>
                  <a:lnTo>
                    <a:pt x="548830" y="471843"/>
                  </a:lnTo>
                  <a:lnTo>
                    <a:pt x="591045" y="471843"/>
                  </a:lnTo>
                  <a:lnTo>
                    <a:pt x="598309" y="474865"/>
                  </a:lnTo>
                  <a:lnTo>
                    <a:pt x="600735" y="481533"/>
                  </a:lnTo>
                  <a:lnTo>
                    <a:pt x="600735" y="413016"/>
                  </a:lnTo>
                  <a:lnTo>
                    <a:pt x="597001" y="412242"/>
                  </a:lnTo>
                  <a:lnTo>
                    <a:pt x="501891" y="412242"/>
                  </a:lnTo>
                  <a:lnTo>
                    <a:pt x="501891" y="481533"/>
                  </a:lnTo>
                  <a:lnTo>
                    <a:pt x="499465" y="488188"/>
                  </a:lnTo>
                  <a:lnTo>
                    <a:pt x="492201" y="491210"/>
                  </a:lnTo>
                  <a:lnTo>
                    <a:pt x="449986" y="491210"/>
                  </a:lnTo>
                  <a:lnTo>
                    <a:pt x="442722" y="488188"/>
                  </a:lnTo>
                  <a:lnTo>
                    <a:pt x="440309" y="481533"/>
                  </a:lnTo>
                  <a:lnTo>
                    <a:pt x="442722" y="474865"/>
                  </a:lnTo>
                  <a:lnTo>
                    <a:pt x="449986" y="471843"/>
                  </a:lnTo>
                  <a:lnTo>
                    <a:pt x="492201" y="471843"/>
                  </a:lnTo>
                  <a:lnTo>
                    <a:pt x="499465" y="474865"/>
                  </a:lnTo>
                  <a:lnTo>
                    <a:pt x="501891" y="481533"/>
                  </a:lnTo>
                  <a:lnTo>
                    <a:pt x="501891" y="412242"/>
                  </a:lnTo>
                  <a:lnTo>
                    <a:pt x="338924" y="412242"/>
                  </a:lnTo>
                  <a:lnTo>
                    <a:pt x="338924" y="481533"/>
                  </a:lnTo>
                  <a:lnTo>
                    <a:pt x="336359" y="488188"/>
                  </a:lnTo>
                  <a:lnTo>
                    <a:pt x="328803" y="491210"/>
                  </a:lnTo>
                  <a:lnTo>
                    <a:pt x="188239" y="491210"/>
                  </a:lnTo>
                  <a:lnTo>
                    <a:pt x="180975" y="488188"/>
                  </a:lnTo>
                  <a:lnTo>
                    <a:pt x="178562" y="481533"/>
                  </a:lnTo>
                  <a:lnTo>
                    <a:pt x="180975" y="474865"/>
                  </a:lnTo>
                  <a:lnTo>
                    <a:pt x="188239" y="471843"/>
                  </a:lnTo>
                  <a:lnTo>
                    <a:pt x="329298" y="471843"/>
                  </a:lnTo>
                  <a:lnTo>
                    <a:pt x="336562" y="474865"/>
                  </a:lnTo>
                  <a:lnTo>
                    <a:pt x="338924" y="481533"/>
                  </a:lnTo>
                  <a:lnTo>
                    <a:pt x="338924" y="412242"/>
                  </a:lnTo>
                  <a:lnTo>
                    <a:pt x="182283" y="412242"/>
                  </a:lnTo>
                  <a:lnTo>
                    <a:pt x="169621" y="414845"/>
                  </a:lnTo>
                  <a:lnTo>
                    <a:pt x="159194" y="421932"/>
                  </a:lnTo>
                  <a:lnTo>
                    <a:pt x="152120" y="432358"/>
                  </a:lnTo>
                  <a:lnTo>
                    <a:pt x="149504" y="445020"/>
                  </a:lnTo>
                  <a:lnTo>
                    <a:pt x="149504" y="518033"/>
                  </a:lnTo>
                  <a:lnTo>
                    <a:pt x="152044" y="530694"/>
                  </a:lnTo>
                  <a:lnTo>
                    <a:pt x="159004" y="541134"/>
                  </a:lnTo>
                  <a:lnTo>
                    <a:pt x="169418" y="548208"/>
                  </a:lnTo>
                  <a:lnTo>
                    <a:pt x="182283" y="550811"/>
                  </a:lnTo>
                  <a:lnTo>
                    <a:pt x="597001" y="550811"/>
                  </a:lnTo>
                  <a:lnTo>
                    <a:pt x="609676" y="548208"/>
                  </a:lnTo>
                  <a:lnTo>
                    <a:pt x="620102" y="541134"/>
                  </a:lnTo>
                  <a:lnTo>
                    <a:pt x="627176" y="530694"/>
                  </a:lnTo>
                  <a:lnTo>
                    <a:pt x="629780" y="518033"/>
                  </a:lnTo>
                  <a:lnTo>
                    <a:pt x="629780" y="491210"/>
                  </a:lnTo>
                  <a:lnTo>
                    <a:pt x="629780" y="471843"/>
                  </a:lnTo>
                  <a:lnTo>
                    <a:pt x="629780" y="445020"/>
                  </a:lnTo>
                  <a:close/>
                </a:path>
                <a:path extrusionOk="0" h="709295" w="779144">
                  <a:moveTo>
                    <a:pt x="629780" y="287083"/>
                  </a:moveTo>
                  <a:lnTo>
                    <a:pt x="627176" y="274205"/>
                  </a:lnTo>
                  <a:lnTo>
                    <a:pt x="620102" y="263804"/>
                  </a:lnTo>
                  <a:lnTo>
                    <a:pt x="609663" y="256844"/>
                  </a:lnTo>
                  <a:lnTo>
                    <a:pt x="600735" y="255054"/>
                  </a:lnTo>
                  <a:lnTo>
                    <a:pt x="600735" y="323342"/>
                  </a:lnTo>
                  <a:lnTo>
                    <a:pt x="598309" y="330161"/>
                  </a:lnTo>
                  <a:lnTo>
                    <a:pt x="591045" y="333273"/>
                  </a:lnTo>
                  <a:lnTo>
                    <a:pt x="548830" y="333273"/>
                  </a:lnTo>
                  <a:lnTo>
                    <a:pt x="541566" y="330161"/>
                  </a:lnTo>
                  <a:lnTo>
                    <a:pt x="539140" y="323342"/>
                  </a:lnTo>
                  <a:lnTo>
                    <a:pt x="541566" y="316509"/>
                  </a:lnTo>
                  <a:lnTo>
                    <a:pt x="548830" y="313410"/>
                  </a:lnTo>
                  <a:lnTo>
                    <a:pt x="591045" y="313410"/>
                  </a:lnTo>
                  <a:lnTo>
                    <a:pt x="598309" y="316509"/>
                  </a:lnTo>
                  <a:lnTo>
                    <a:pt x="600735" y="323342"/>
                  </a:lnTo>
                  <a:lnTo>
                    <a:pt x="600735" y="255054"/>
                  </a:lnTo>
                  <a:lnTo>
                    <a:pt x="597001" y="254304"/>
                  </a:lnTo>
                  <a:lnTo>
                    <a:pt x="501891" y="254304"/>
                  </a:lnTo>
                  <a:lnTo>
                    <a:pt x="501891" y="323342"/>
                  </a:lnTo>
                  <a:lnTo>
                    <a:pt x="499478" y="330161"/>
                  </a:lnTo>
                  <a:lnTo>
                    <a:pt x="492213" y="333273"/>
                  </a:lnTo>
                  <a:lnTo>
                    <a:pt x="449986" y="333273"/>
                  </a:lnTo>
                  <a:lnTo>
                    <a:pt x="442722" y="330161"/>
                  </a:lnTo>
                  <a:lnTo>
                    <a:pt x="440296" y="323342"/>
                  </a:lnTo>
                  <a:lnTo>
                    <a:pt x="442722" y="316509"/>
                  </a:lnTo>
                  <a:lnTo>
                    <a:pt x="449986" y="313410"/>
                  </a:lnTo>
                  <a:lnTo>
                    <a:pt x="492213" y="313410"/>
                  </a:lnTo>
                  <a:lnTo>
                    <a:pt x="499478" y="316509"/>
                  </a:lnTo>
                  <a:lnTo>
                    <a:pt x="501891" y="323342"/>
                  </a:lnTo>
                  <a:lnTo>
                    <a:pt x="501891" y="254304"/>
                  </a:lnTo>
                  <a:lnTo>
                    <a:pt x="338924" y="254304"/>
                  </a:lnTo>
                  <a:lnTo>
                    <a:pt x="338924" y="323342"/>
                  </a:lnTo>
                  <a:lnTo>
                    <a:pt x="336359" y="330161"/>
                  </a:lnTo>
                  <a:lnTo>
                    <a:pt x="328803" y="333273"/>
                  </a:lnTo>
                  <a:lnTo>
                    <a:pt x="188239" y="333273"/>
                  </a:lnTo>
                  <a:lnTo>
                    <a:pt x="180975" y="330161"/>
                  </a:lnTo>
                  <a:lnTo>
                    <a:pt x="178549" y="323342"/>
                  </a:lnTo>
                  <a:lnTo>
                    <a:pt x="180975" y="316509"/>
                  </a:lnTo>
                  <a:lnTo>
                    <a:pt x="188239" y="313410"/>
                  </a:lnTo>
                  <a:lnTo>
                    <a:pt x="329298" y="313410"/>
                  </a:lnTo>
                  <a:lnTo>
                    <a:pt x="336562" y="316509"/>
                  </a:lnTo>
                  <a:lnTo>
                    <a:pt x="338924" y="323342"/>
                  </a:lnTo>
                  <a:lnTo>
                    <a:pt x="338924" y="254304"/>
                  </a:lnTo>
                  <a:lnTo>
                    <a:pt x="182283" y="254304"/>
                  </a:lnTo>
                  <a:lnTo>
                    <a:pt x="169621" y="256844"/>
                  </a:lnTo>
                  <a:lnTo>
                    <a:pt x="159194" y="263804"/>
                  </a:lnTo>
                  <a:lnTo>
                    <a:pt x="152107" y="274205"/>
                  </a:lnTo>
                  <a:lnTo>
                    <a:pt x="149504" y="287083"/>
                  </a:lnTo>
                  <a:lnTo>
                    <a:pt x="149504" y="360095"/>
                  </a:lnTo>
                  <a:lnTo>
                    <a:pt x="152044" y="372681"/>
                  </a:lnTo>
                  <a:lnTo>
                    <a:pt x="159004" y="382943"/>
                  </a:lnTo>
                  <a:lnTo>
                    <a:pt x="169405" y="389851"/>
                  </a:lnTo>
                  <a:lnTo>
                    <a:pt x="182283" y="392379"/>
                  </a:lnTo>
                  <a:lnTo>
                    <a:pt x="597001" y="392379"/>
                  </a:lnTo>
                  <a:lnTo>
                    <a:pt x="609663" y="389851"/>
                  </a:lnTo>
                  <a:lnTo>
                    <a:pt x="620102" y="382943"/>
                  </a:lnTo>
                  <a:lnTo>
                    <a:pt x="627176" y="372681"/>
                  </a:lnTo>
                  <a:lnTo>
                    <a:pt x="629780" y="360095"/>
                  </a:lnTo>
                  <a:lnTo>
                    <a:pt x="629780" y="333273"/>
                  </a:lnTo>
                  <a:lnTo>
                    <a:pt x="629780" y="313410"/>
                  </a:lnTo>
                  <a:lnTo>
                    <a:pt x="629780" y="287083"/>
                  </a:lnTo>
                  <a:close/>
                </a:path>
                <a:path extrusionOk="0" h="709295" w="779144">
                  <a:moveTo>
                    <a:pt x="702297" y="69037"/>
                  </a:moveTo>
                  <a:lnTo>
                    <a:pt x="700316" y="67551"/>
                  </a:lnTo>
                  <a:lnTo>
                    <a:pt x="677214" y="67551"/>
                  </a:lnTo>
                  <a:lnTo>
                    <a:pt x="677214" y="98336"/>
                  </a:lnTo>
                  <a:lnTo>
                    <a:pt x="674789" y="105168"/>
                  </a:lnTo>
                  <a:lnTo>
                    <a:pt x="667524" y="108267"/>
                  </a:lnTo>
                  <a:lnTo>
                    <a:pt x="459422" y="108267"/>
                  </a:lnTo>
                  <a:lnTo>
                    <a:pt x="452158" y="105168"/>
                  </a:lnTo>
                  <a:lnTo>
                    <a:pt x="449745" y="98336"/>
                  </a:lnTo>
                  <a:lnTo>
                    <a:pt x="452158" y="91516"/>
                  </a:lnTo>
                  <a:lnTo>
                    <a:pt x="459422" y="88404"/>
                  </a:lnTo>
                  <a:lnTo>
                    <a:pt x="667524" y="88404"/>
                  </a:lnTo>
                  <a:lnTo>
                    <a:pt x="674789" y="91516"/>
                  </a:lnTo>
                  <a:lnTo>
                    <a:pt x="677214" y="98336"/>
                  </a:lnTo>
                  <a:lnTo>
                    <a:pt x="677214" y="67551"/>
                  </a:lnTo>
                  <a:lnTo>
                    <a:pt x="426643" y="67551"/>
                  </a:lnTo>
                  <a:lnTo>
                    <a:pt x="425157" y="69037"/>
                  </a:lnTo>
                  <a:lnTo>
                    <a:pt x="425157" y="127647"/>
                  </a:lnTo>
                  <a:lnTo>
                    <a:pt x="426643" y="129628"/>
                  </a:lnTo>
                  <a:lnTo>
                    <a:pt x="700316" y="129628"/>
                  </a:lnTo>
                  <a:lnTo>
                    <a:pt x="702297" y="128143"/>
                  </a:lnTo>
                  <a:lnTo>
                    <a:pt x="702297" y="108267"/>
                  </a:lnTo>
                  <a:lnTo>
                    <a:pt x="702297" y="88404"/>
                  </a:lnTo>
                  <a:lnTo>
                    <a:pt x="702297" y="69037"/>
                  </a:lnTo>
                  <a:close/>
                </a:path>
                <a:path extrusionOk="0" h="709295" w="779144">
                  <a:moveTo>
                    <a:pt x="778789" y="67551"/>
                  </a:moveTo>
                  <a:lnTo>
                    <a:pt x="774827" y="47675"/>
                  </a:lnTo>
                  <a:lnTo>
                    <a:pt x="773557" y="41287"/>
                  </a:lnTo>
                  <a:lnTo>
                    <a:pt x="759231" y="19812"/>
                  </a:lnTo>
                  <a:lnTo>
                    <a:pt x="737933" y="5321"/>
                  </a:lnTo>
                  <a:lnTo>
                    <a:pt x="721664" y="2019"/>
                  </a:lnTo>
                  <a:lnTo>
                    <a:pt x="721664" y="71018"/>
                  </a:lnTo>
                  <a:lnTo>
                    <a:pt x="721664" y="126149"/>
                  </a:lnTo>
                  <a:lnTo>
                    <a:pt x="719848" y="134962"/>
                  </a:lnTo>
                  <a:lnTo>
                    <a:pt x="714908" y="142240"/>
                  </a:lnTo>
                  <a:lnTo>
                    <a:pt x="707631" y="147180"/>
                  </a:lnTo>
                  <a:lnTo>
                    <a:pt x="698817" y="148996"/>
                  </a:lnTo>
                  <a:lnTo>
                    <a:pt x="428625" y="148996"/>
                  </a:lnTo>
                  <a:lnTo>
                    <a:pt x="419544" y="147180"/>
                  </a:lnTo>
                  <a:lnTo>
                    <a:pt x="412115" y="142240"/>
                  </a:lnTo>
                  <a:lnTo>
                    <a:pt x="407123" y="134962"/>
                  </a:lnTo>
                  <a:lnTo>
                    <a:pt x="405282" y="126149"/>
                  </a:lnTo>
                  <a:lnTo>
                    <a:pt x="405282" y="71018"/>
                  </a:lnTo>
                  <a:lnTo>
                    <a:pt x="407123" y="61925"/>
                  </a:lnTo>
                  <a:lnTo>
                    <a:pt x="412115" y="54508"/>
                  </a:lnTo>
                  <a:lnTo>
                    <a:pt x="419544" y="49517"/>
                  </a:lnTo>
                  <a:lnTo>
                    <a:pt x="428625" y="47675"/>
                  </a:lnTo>
                  <a:lnTo>
                    <a:pt x="698817" y="47675"/>
                  </a:lnTo>
                  <a:lnTo>
                    <a:pt x="707631" y="49517"/>
                  </a:lnTo>
                  <a:lnTo>
                    <a:pt x="714908" y="54508"/>
                  </a:lnTo>
                  <a:lnTo>
                    <a:pt x="719848" y="61925"/>
                  </a:lnTo>
                  <a:lnTo>
                    <a:pt x="721664" y="71018"/>
                  </a:lnTo>
                  <a:lnTo>
                    <a:pt x="721664" y="2019"/>
                  </a:lnTo>
                  <a:lnTo>
                    <a:pt x="711733" y="0"/>
                  </a:lnTo>
                  <a:lnTo>
                    <a:pt x="388404" y="0"/>
                  </a:lnTo>
                  <a:lnTo>
                    <a:pt x="388404" y="187248"/>
                  </a:lnTo>
                  <a:lnTo>
                    <a:pt x="739546" y="187248"/>
                  </a:lnTo>
                  <a:lnTo>
                    <a:pt x="739457" y="640207"/>
                  </a:lnTo>
                  <a:lnTo>
                    <a:pt x="737374" y="650849"/>
                  </a:lnTo>
                  <a:lnTo>
                    <a:pt x="731418" y="659828"/>
                  </a:lnTo>
                  <a:lnTo>
                    <a:pt x="722579" y="665835"/>
                  </a:lnTo>
                  <a:lnTo>
                    <a:pt x="711733" y="668020"/>
                  </a:lnTo>
                  <a:lnTo>
                    <a:pt x="649147" y="668020"/>
                  </a:lnTo>
                  <a:lnTo>
                    <a:pt x="648919" y="678776"/>
                  </a:lnTo>
                  <a:lnTo>
                    <a:pt x="647776" y="687527"/>
                  </a:lnTo>
                  <a:lnTo>
                    <a:pt x="647661" y="688390"/>
                  </a:lnTo>
                  <a:lnTo>
                    <a:pt x="644550" y="697649"/>
                  </a:lnTo>
                  <a:lnTo>
                    <a:pt x="638721" y="707263"/>
                  </a:lnTo>
                  <a:lnTo>
                    <a:pt x="711733" y="707263"/>
                  </a:lnTo>
                  <a:lnTo>
                    <a:pt x="737933" y="701954"/>
                  </a:lnTo>
                  <a:lnTo>
                    <a:pt x="759231" y="687527"/>
                  </a:lnTo>
                  <a:lnTo>
                    <a:pt x="773557" y="666191"/>
                  </a:lnTo>
                  <a:lnTo>
                    <a:pt x="778789" y="640207"/>
                  </a:lnTo>
                  <a:lnTo>
                    <a:pt x="778789" y="148996"/>
                  </a:lnTo>
                  <a:lnTo>
                    <a:pt x="778789" y="67551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13"/>
          <p:cNvGrpSpPr/>
          <p:nvPr/>
        </p:nvGrpSpPr>
        <p:grpSpPr>
          <a:xfrm>
            <a:off x="8150022" y="5210190"/>
            <a:ext cx="141605" cy="339399"/>
            <a:chOff x="8150022" y="5210190"/>
            <a:chExt cx="141605" cy="339399"/>
          </a:xfrm>
        </p:grpSpPr>
        <p:pic>
          <p:nvPicPr>
            <p:cNvPr id="246" name="Google Shape;24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78278" y="5210190"/>
              <a:ext cx="84772" cy="84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3"/>
            <p:cNvSpPr/>
            <p:nvPr/>
          </p:nvSpPr>
          <p:spPr>
            <a:xfrm>
              <a:off x="8150022" y="5294954"/>
              <a:ext cx="141605" cy="254635"/>
            </a:xfrm>
            <a:custGeom>
              <a:rect b="b" l="l" r="r" t="t"/>
              <a:pathLst>
                <a:path extrusionOk="0" h="254635" w="141604">
                  <a:moveTo>
                    <a:pt x="84772" y="0"/>
                  </a:moveTo>
                  <a:lnTo>
                    <a:pt x="56514" y="0"/>
                  </a:lnTo>
                  <a:lnTo>
                    <a:pt x="34520" y="4440"/>
                  </a:lnTo>
                  <a:lnTo>
                    <a:pt x="16556" y="16551"/>
                  </a:lnTo>
                  <a:lnTo>
                    <a:pt x="4442" y="34515"/>
                  </a:lnTo>
                  <a:lnTo>
                    <a:pt x="0" y="56515"/>
                  </a:lnTo>
                  <a:lnTo>
                    <a:pt x="0" y="127152"/>
                  </a:lnTo>
                  <a:lnTo>
                    <a:pt x="28257" y="141287"/>
                  </a:lnTo>
                  <a:lnTo>
                    <a:pt x="28257" y="254317"/>
                  </a:lnTo>
                  <a:lnTo>
                    <a:pt x="113029" y="254317"/>
                  </a:lnTo>
                  <a:lnTo>
                    <a:pt x="113029" y="141287"/>
                  </a:lnTo>
                  <a:lnTo>
                    <a:pt x="141287" y="127152"/>
                  </a:lnTo>
                  <a:lnTo>
                    <a:pt x="141287" y="56515"/>
                  </a:lnTo>
                  <a:lnTo>
                    <a:pt x="136845" y="34515"/>
                  </a:lnTo>
                  <a:lnTo>
                    <a:pt x="124731" y="16551"/>
                  </a:lnTo>
                  <a:lnTo>
                    <a:pt x="106767" y="4440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13"/>
          <p:cNvGrpSpPr/>
          <p:nvPr/>
        </p:nvGrpSpPr>
        <p:grpSpPr>
          <a:xfrm>
            <a:off x="7980484" y="5210190"/>
            <a:ext cx="141605" cy="339398"/>
            <a:chOff x="7980484" y="5210190"/>
            <a:chExt cx="141605" cy="339398"/>
          </a:xfrm>
        </p:grpSpPr>
        <p:pic>
          <p:nvPicPr>
            <p:cNvPr id="249" name="Google Shape;24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08737" y="5210190"/>
              <a:ext cx="84772" cy="84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3"/>
            <p:cNvSpPr/>
            <p:nvPr/>
          </p:nvSpPr>
          <p:spPr>
            <a:xfrm>
              <a:off x="7980484" y="5294953"/>
              <a:ext cx="141605" cy="254635"/>
            </a:xfrm>
            <a:custGeom>
              <a:rect b="b" l="l" r="r" t="t"/>
              <a:pathLst>
                <a:path extrusionOk="0" h="254635" w="141604">
                  <a:moveTo>
                    <a:pt x="84772" y="0"/>
                  </a:moveTo>
                  <a:lnTo>
                    <a:pt x="56515" y="0"/>
                  </a:lnTo>
                  <a:lnTo>
                    <a:pt x="34515" y="4442"/>
                  </a:lnTo>
                  <a:lnTo>
                    <a:pt x="16551" y="16556"/>
                  </a:lnTo>
                  <a:lnTo>
                    <a:pt x="4440" y="34520"/>
                  </a:lnTo>
                  <a:lnTo>
                    <a:pt x="0" y="56514"/>
                  </a:lnTo>
                  <a:lnTo>
                    <a:pt x="0" y="127152"/>
                  </a:lnTo>
                  <a:lnTo>
                    <a:pt x="28257" y="141287"/>
                  </a:lnTo>
                  <a:lnTo>
                    <a:pt x="28257" y="254317"/>
                  </a:lnTo>
                  <a:lnTo>
                    <a:pt x="113030" y="254317"/>
                  </a:lnTo>
                  <a:lnTo>
                    <a:pt x="113030" y="141287"/>
                  </a:lnTo>
                  <a:lnTo>
                    <a:pt x="141287" y="127152"/>
                  </a:lnTo>
                  <a:lnTo>
                    <a:pt x="141287" y="56514"/>
                  </a:lnTo>
                  <a:lnTo>
                    <a:pt x="136845" y="34520"/>
                  </a:lnTo>
                  <a:lnTo>
                    <a:pt x="124731" y="16556"/>
                  </a:lnTo>
                  <a:lnTo>
                    <a:pt x="106767" y="444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13"/>
          <p:cNvSpPr/>
          <p:nvPr/>
        </p:nvSpPr>
        <p:spPr>
          <a:xfrm>
            <a:off x="7457719" y="4701564"/>
            <a:ext cx="819785" cy="537210"/>
          </a:xfrm>
          <a:custGeom>
            <a:rect b="b" l="l" r="r" t="t"/>
            <a:pathLst>
              <a:path extrusionOk="0" h="537210" w="819784">
                <a:moveTo>
                  <a:pt x="551014" y="113030"/>
                </a:moveTo>
                <a:lnTo>
                  <a:pt x="519061" y="113030"/>
                </a:lnTo>
                <a:lnTo>
                  <a:pt x="516801" y="105384"/>
                </a:lnTo>
                <a:lnTo>
                  <a:pt x="514019" y="97980"/>
                </a:lnTo>
                <a:lnTo>
                  <a:pt x="510755" y="90830"/>
                </a:lnTo>
                <a:lnTo>
                  <a:pt x="507466" y="84772"/>
                </a:lnTo>
                <a:lnTo>
                  <a:pt x="507022" y="83959"/>
                </a:lnTo>
                <a:lnTo>
                  <a:pt x="529615" y="61366"/>
                </a:lnTo>
                <a:lnTo>
                  <a:pt x="512254" y="44005"/>
                </a:lnTo>
                <a:lnTo>
                  <a:pt x="489661" y="21412"/>
                </a:lnTo>
                <a:lnTo>
                  <a:pt x="467067" y="44005"/>
                </a:lnTo>
                <a:lnTo>
                  <a:pt x="466242" y="43561"/>
                </a:lnTo>
                <a:lnTo>
                  <a:pt x="466242" y="141287"/>
                </a:lnTo>
                <a:lnTo>
                  <a:pt x="461797" y="163283"/>
                </a:lnTo>
                <a:lnTo>
                  <a:pt x="449694" y="181254"/>
                </a:lnTo>
                <a:lnTo>
                  <a:pt x="431723" y="193357"/>
                </a:lnTo>
                <a:lnTo>
                  <a:pt x="409727" y="197802"/>
                </a:lnTo>
                <a:lnTo>
                  <a:pt x="387731" y="193357"/>
                </a:lnTo>
                <a:lnTo>
                  <a:pt x="369773" y="181254"/>
                </a:lnTo>
                <a:lnTo>
                  <a:pt x="357657" y="163283"/>
                </a:lnTo>
                <a:lnTo>
                  <a:pt x="353212" y="141287"/>
                </a:lnTo>
                <a:lnTo>
                  <a:pt x="357657" y="119291"/>
                </a:lnTo>
                <a:lnTo>
                  <a:pt x="369773" y="101333"/>
                </a:lnTo>
                <a:lnTo>
                  <a:pt x="387731" y="89217"/>
                </a:lnTo>
                <a:lnTo>
                  <a:pt x="409727" y="84772"/>
                </a:lnTo>
                <a:lnTo>
                  <a:pt x="431723" y="89217"/>
                </a:lnTo>
                <a:lnTo>
                  <a:pt x="449694" y="101333"/>
                </a:lnTo>
                <a:lnTo>
                  <a:pt x="461797" y="119291"/>
                </a:lnTo>
                <a:lnTo>
                  <a:pt x="466242" y="141287"/>
                </a:lnTo>
                <a:lnTo>
                  <a:pt x="466242" y="43561"/>
                </a:lnTo>
                <a:lnTo>
                  <a:pt x="460184" y="40259"/>
                </a:lnTo>
                <a:lnTo>
                  <a:pt x="453034" y="36995"/>
                </a:lnTo>
                <a:lnTo>
                  <a:pt x="445630" y="34226"/>
                </a:lnTo>
                <a:lnTo>
                  <a:pt x="437984" y="31965"/>
                </a:lnTo>
                <a:lnTo>
                  <a:pt x="437984" y="0"/>
                </a:lnTo>
                <a:lnTo>
                  <a:pt x="381469" y="0"/>
                </a:lnTo>
                <a:lnTo>
                  <a:pt x="381469" y="31965"/>
                </a:lnTo>
                <a:lnTo>
                  <a:pt x="373824" y="34226"/>
                </a:lnTo>
                <a:lnTo>
                  <a:pt x="366420" y="36995"/>
                </a:lnTo>
                <a:lnTo>
                  <a:pt x="359270" y="40259"/>
                </a:lnTo>
                <a:lnTo>
                  <a:pt x="352399" y="44005"/>
                </a:lnTo>
                <a:lnTo>
                  <a:pt x="329806" y="21412"/>
                </a:lnTo>
                <a:lnTo>
                  <a:pt x="289852" y="61366"/>
                </a:lnTo>
                <a:lnTo>
                  <a:pt x="312445" y="83959"/>
                </a:lnTo>
                <a:lnTo>
                  <a:pt x="308698" y="90830"/>
                </a:lnTo>
                <a:lnTo>
                  <a:pt x="305435" y="97980"/>
                </a:lnTo>
                <a:lnTo>
                  <a:pt x="302666" y="105384"/>
                </a:lnTo>
                <a:lnTo>
                  <a:pt x="300405" y="113030"/>
                </a:lnTo>
                <a:lnTo>
                  <a:pt x="268452" y="113030"/>
                </a:lnTo>
                <a:lnTo>
                  <a:pt x="268452" y="169545"/>
                </a:lnTo>
                <a:lnTo>
                  <a:pt x="300405" y="169545"/>
                </a:lnTo>
                <a:lnTo>
                  <a:pt x="302666" y="177190"/>
                </a:lnTo>
                <a:lnTo>
                  <a:pt x="305447" y="184594"/>
                </a:lnTo>
                <a:lnTo>
                  <a:pt x="308711" y="191744"/>
                </a:lnTo>
                <a:lnTo>
                  <a:pt x="312445" y="198615"/>
                </a:lnTo>
                <a:lnTo>
                  <a:pt x="289852" y="221208"/>
                </a:lnTo>
                <a:lnTo>
                  <a:pt x="329806" y="261162"/>
                </a:lnTo>
                <a:lnTo>
                  <a:pt x="352399" y="238582"/>
                </a:lnTo>
                <a:lnTo>
                  <a:pt x="359270" y="242316"/>
                </a:lnTo>
                <a:lnTo>
                  <a:pt x="366420" y="245579"/>
                </a:lnTo>
                <a:lnTo>
                  <a:pt x="373824" y="248348"/>
                </a:lnTo>
                <a:lnTo>
                  <a:pt x="381469" y="250609"/>
                </a:lnTo>
                <a:lnTo>
                  <a:pt x="381469" y="282575"/>
                </a:lnTo>
                <a:lnTo>
                  <a:pt x="437984" y="282575"/>
                </a:lnTo>
                <a:lnTo>
                  <a:pt x="437984" y="250609"/>
                </a:lnTo>
                <a:lnTo>
                  <a:pt x="445630" y="248348"/>
                </a:lnTo>
                <a:lnTo>
                  <a:pt x="453034" y="245579"/>
                </a:lnTo>
                <a:lnTo>
                  <a:pt x="460184" y="242316"/>
                </a:lnTo>
                <a:lnTo>
                  <a:pt x="467067" y="238582"/>
                </a:lnTo>
                <a:lnTo>
                  <a:pt x="489661" y="261162"/>
                </a:lnTo>
                <a:lnTo>
                  <a:pt x="512241" y="238582"/>
                </a:lnTo>
                <a:lnTo>
                  <a:pt x="529615" y="221208"/>
                </a:lnTo>
                <a:lnTo>
                  <a:pt x="507022" y="198615"/>
                </a:lnTo>
                <a:lnTo>
                  <a:pt x="519061" y="169545"/>
                </a:lnTo>
                <a:lnTo>
                  <a:pt x="551014" y="169545"/>
                </a:lnTo>
                <a:lnTo>
                  <a:pt x="551014" y="113030"/>
                </a:lnTo>
                <a:close/>
              </a:path>
              <a:path extrusionOk="0" h="537210" w="819784">
                <a:moveTo>
                  <a:pt x="819454" y="197802"/>
                </a:moveTo>
                <a:lnTo>
                  <a:pt x="664044" y="197802"/>
                </a:lnTo>
                <a:lnTo>
                  <a:pt x="692302" y="240195"/>
                </a:lnTo>
                <a:lnTo>
                  <a:pt x="395605" y="381469"/>
                </a:lnTo>
                <a:lnTo>
                  <a:pt x="310832" y="324967"/>
                </a:lnTo>
                <a:lnTo>
                  <a:pt x="0" y="466242"/>
                </a:lnTo>
                <a:lnTo>
                  <a:pt x="42392" y="536892"/>
                </a:lnTo>
                <a:lnTo>
                  <a:pt x="310832" y="409727"/>
                </a:lnTo>
                <a:lnTo>
                  <a:pt x="395605" y="466242"/>
                </a:lnTo>
                <a:lnTo>
                  <a:pt x="734682" y="296710"/>
                </a:lnTo>
                <a:lnTo>
                  <a:pt x="762939" y="339090"/>
                </a:lnTo>
                <a:lnTo>
                  <a:pt x="819454" y="197802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7443609" y="5407977"/>
            <a:ext cx="113030" cy="141605"/>
          </a:xfrm>
          <a:custGeom>
            <a:rect b="b" l="l" r="r" t="t"/>
            <a:pathLst>
              <a:path extrusionOk="0" h="141604" w="113029">
                <a:moveTo>
                  <a:pt x="113029" y="0"/>
                </a:moveTo>
                <a:lnTo>
                  <a:pt x="0" y="0"/>
                </a:lnTo>
                <a:lnTo>
                  <a:pt x="0" y="141287"/>
                </a:lnTo>
                <a:lnTo>
                  <a:pt x="113029" y="141287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7613142" y="5323204"/>
            <a:ext cx="113030" cy="226060"/>
          </a:xfrm>
          <a:custGeom>
            <a:rect b="b" l="l" r="r" t="t"/>
            <a:pathLst>
              <a:path extrusionOk="0" h="226060" w="113029">
                <a:moveTo>
                  <a:pt x="113029" y="0"/>
                </a:moveTo>
                <a:lnTo>
                  <a:pt x="0" y="0"/>
                </a:lnTo>
                <a:lnTo>
                  <a:pt x="0" y="226060"/>
                </a:lnTo>
                <a:lnTo>
                  <a:pt x="113029" y="226060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7782686" y="5224310"/>
            <a:ext cx="113030" cy="325120"/>
          </a:xfrm>
          <a:custGeom>
            <a:rect b="b" l="l" r="r" t="t"/>
            <a:pathLst>
              <a:path extrusionOk="0" h="325120" w="113029">
                <a:moveTo>
                  <a:pt x="113029" y="0"/>
                </a:moveTo>
                <a:lnTo>
                  <a:pt x="0" y="0"/>
                </a:lnTo>
                <a:lnTo>
                  <a:pt x="0" y="324954"/>
                </a:lnTo>
                <a:lnTo>
                  <a:pt x="113029" y="324954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788007" y="4701638"/>
            <a:ext cx="795655" cy="848360"/>
          </a:xfrm>
          <a:custGeom>
            <a:rect b="b" l="l" r="r" t="t"/>
            <a:pathLst>
              <a:path extrusionOk="0" h="848360" w="795655">
                <a:moveTo>
                  <a:pt x="452323" y="745490"/>
                </a:moveTo>
                <a:lnTo>
                  <a:pt x="449884" y="745490"/>
                </a:lnTo>
                <a:lnTo>
                  <a:pt x="418084" y="777240"/>
                </a:lnTo>
                <a:lnTo>
                  <a:pt x="417880" y="778510"/>
                </a:lnTo>
                <a:lnTo>
                  <a:pt x="417880" y="779780"/>
                </a:lnTo>
                <a:lnTo>
                  <a:pt x="418084" y="779780"/>
                </a:lnTo>
                <a:lnTo>
                  <a:pt x="484428" y="845819"/>
                </a:lnTo>
                <a:lnTo>
                  <a:pt x="487553" y="848360"/>
                </a:lnTo>
                <a:lnTo>
                  <a:pt x="492556" y="848360"/>
                </a:lnTo>
                <a:lnTo>
                  <a:pt x="495681" y="845819"/>
                </a:lnTo>
                <a:lnTo>
                  <a:pt x="518718" y="822960"/>
                </a:lnTo>
                <a:lnTo>
                  <a:pt x="521766" y="819150"/>
                </a:lnTo>
                <a:lnTo>
                  <a:pt x="521754" y="815340"/>
                </a:lnTo>
                <a:lnTo>
                  <a:pt x="518668" y="811530"/>
                </a:lnTo>
                <a:lnTo>
                  <a:pt x="452323" y="745490"/>
                </a:lnTo>
                <a:close/>
              </a:path>
              <a:path extrusionOk="0" h="848360" w="795655">
                <a:moveTo>
                  <a:pt x="399884" y="711200"/>
                </a:moveTo>
                <a:lnTo>
                  <a:pt x="383908" y="727710"/>
                </a:lnTo>
                <a:lnTo>
                  <a:pt x="411937" y="755650"/>
                </a:lnTo>
                <a:lnTo>
                  <a:pt x="427926" y="739140"/>
                </a:lnTo>
                <a:lnTo>
                  <a:pt x="399884" y="711200"/>
                </a:lnTo>
                <a:close/>
              </a:path>
              <a:path extrusionOk="0" h="848360" w="795655">
                <a:moveTo>
                  <a:pt x="292573" y="477520"/>
                </a:moveTo>
                <a:lnTo>
                  <a:pt x="251777" y="478790"/>
                </a:lnTo>
                <a:lnTo>
                  <a:pt x="212585" y="494030"/>
                </a:lnTo>
                <a:lnTo>
                  <a:pt x="211721" y="494030"/>
                </a:lnTo>
                <a:lnTo>
                  <a:pt x="211251" y="495300"/>
                </a:lnTo>
                <a:lnTo>
                  <a:pt x="197716" y="504190"/>
                </a:lnTo>
                <a:lnTo>
                  <a:pt x="185534" y="514350"/>
                </a:lnTo>
                <a:lnTo>
                  <a:pt x="174847" y="527050"/>
                </a:lnTo>
                <a:lnTo>
                  <a:pt x="165798" y="541020"/>
                </a:lnTo>
                <a:lnTo>
                  <a:pt x="165354" y="542290"/>
                </a:lnTo>
                <a:lnTo>
                  <a:pt x="165087" y="542290"/>
                </a:lnTo>
                <a:lnTo>
                  <a:pt x="158175" y="556260"/>
                </a:lnTo>
                <a:lnTo>
                  <a:pt x="153187" y="572770"/>
                </a:lnTo>
                <a:lnTo>
                  <a:pt x="150171" y="588010"/>
                </a:lnTo>
                <a:lnTo>
                  <a:pt x="149250" y="603250"/>
                </a:lnTo>
                <a:lnTo>
                  <a:pt x="149345" y="610870"/>
                </a:lnTo>
                <a:lnTo>
                  <a:pt x="160766" y="656590"/>
                </a:lnTo>
                <a:lnTo>
                  <a:pt x="186448" y="693420"/>
                </a:lnTo>
                <a:lnTo>
                  <a:pt x="187731" y="694690"/>
                </a:lnTo>
                <a:lnTo>
                  <a:pt x="188099" y="694690"/>
                </a:lnTo>
                <a:lnTo>
                  <a:pt x="188442" y="695960"/>
                </a:lnTo>
                <a:lnTo>
                  <a:pt x="188760" y="695960"/>
                </a:lnTo>
                <a:lnTo>
                  <a:pt x="224187" y="720090"/>
                </a:lnTo>
                <a:lnTo>
                  <a:pt x="264372" y="730250"/>
                </a:lnTo>
                <a:lnTo>
                  <a:pt x="305810" y="727710"/>
                </a:lnTo>
                <a:lnTo>
                  <a:pt x="344995" y="709930"/>
                </a:lnTo>
                <a:lnTo>
                  <a:pt x="273989" y="709930"/>
                </a:lnTo>
                <a:lnTo>
                  <a:pt x="236230" y="702310"/>
                </a:lnTo>
                <a:lnTo>
                  <a:pt x="181915" y="652780"/>
                </a:lnTo>
                <a:lnTo>
                  <a:pt x="170853" y="615950"/>
                </a:lnTo>
                <a:lnTo>
                  <a:pt x="170662" y="613410"/>
                </a:lnTo>
                <a:lnTo>
                  <a:pt x="170383" y="610870"/>
                </a:lnTo>
                <a:lnTo>
                  <a:pt x="170346" y="603250"/>
                </a:lnTo>
                <a:lnTo>
                  <a:pt x="171732" y="588010"/>
                </a:lnTo>
                <a:lnTo>
                  <a:pt x="171847" y="586740"/>
                </a:lnTo>
                <a:lnTo>
                  <a:pt x="171963" y="585470"/>
                </a:lnTo>
                <a:lnTo>
                  <a:pt x="172078" y="584200"/>
                </a:lnTo>
                <a:lnTo>
                  <a:pt x="177604" y="565150"/>
                </a:lnTo>
                <a:lnTo>
                  <a:pt x="186609" y="547370"/>
                </a:lnTo>
                <a:lnTo>
                  <a:pt x="198894" y="530860"/>
                </a:lnTo>
                <a:lnTo>
                  <a:pt x="199618" y="530860"/>
                </a:lnTo>
                <a:lnTo>
                  <a:pt x="200025" y="529590"/>
                </a:lnTo>
                <a:lnTo>
                  <a:pt x="201129" y="529590"/>
                </a:lnTo>
                <a:lnTo>
                  <a:pt x="211404" y="519430"/>
                </a:lnTo>
                <a:lnTo>
                  <a:pt x="222715" y="511809"/>
                </a:lnTo>
                <a:lnTo>
                  <a:pt x="234914" y="506730"/>
                </a:lnTo>
                <a:lnTo>
                  <a:pt x="247853" y="501650"/>
                </a:lnTo>
                <a:lnTo>
                  <a:pt x="249707" y="501650"/>
                </a:lnTo>
                <a:lnTo>
                  <a:pt x="263062" y="499109"/>
                </a:lnTo>
                <a:lnTo>
                  <a:pt x="276575" y="497840"/>
                </a:lnTo>
                <a:lnTo>
                  <a:pt x="342433" y="497840"/>
                </a:lnTo>
                <a:lnTo>
                  <a:pt x="331668" y="490220"/>
                </a:lnTo>
                <a:lnTo>
                  <a:pt x="292573" y="477520"/>
                </a:lnTo>
                <a:close/>
              </a:path>
              <a:path extrusionOk="0" h="848360" w="795655">
                <a:moveTo>
                  <a:pt x="374837" y="707390"/>
                </a:moveTo>
                <a:lnTo>
                  <a:pt x="349008" y="707390"/>
                </a:lnTo>
                <a:lnTo>
                  <a:pt x="354291" y="708660"/>
                </a:lnTo>
                <a:lnTo>
                  <a:pt x="357670" y="711200"/>
                </a:lnTo>
                <a:lnTo>
                  <a:pt x="363385" y="717550"/>
                </a:lnTo>
                <a:lnTo>
                  <a:pt x="365429" y="717550"/>
                </a:lnTo>
                <a:lnTo>
                  <a:pt x="365975" y="716280"/>
                </a:lnTo>
                <a:lnTo>
                  <a:pt x="374837" y="707390"/>
                </a:lnTo>
                <a:close/>
              </a:path>
              <a:path extrusionOk="0" h="848360" w="795655">
                <a:moveTo>
                  <a:pt x="342433" y="497840"/>
                </a:moveTo>
                <a:lnTo>
                  <a:pt x="276575" y="497840"/>
                </a:lnTo>
                <a:lnTo>
                  <a:pt x="290082" y="499109"/>
                </a:lnTo>
                <a:lnTo>
                  <a:pt x="303415" y="501650"/>
                </a:lnTo>
                <a:lnTo>
                  <a:pt x="305155" y="501650"/>
                </a:lnTo>
                <a:lnTo>
                  <a:pt x="339690" y="519430"/>
                </a:lnTo>
                <a:lnTo>
                  <a:pt x="365161" y="546100"/>
                </a:lnTo>
                <a:lnTo>
                  <a:pt x="379552" y="581660"/>
                </a:lnTo>
                <a:lnTo>
                  <a:pt x="380286" y="603250"/>
                </a:lnTo>
                <a:lnTo>
                  <a:pt x="380329" y="604520"/>
                </a:lnTo>
                <a:lnTo>
                  <a:pt x="380415" y="607060"/>
                </a:lnTo>
                <a:lnTo>
                  <a:pt x="380459" y="608330"/>
                </a:lnTo>
                <a:lnTo>
                  <a:pt x="380545" y="610870"/>
                </a:lnTo>
                <a:lnTo>
                  <a:pt x="380631" y="613410"/>
                </a:lnTo>
                <a:lnTo>
                  <a:pt x="380718" y="615950"/>
                </a:lnTo>
                <a:lnTo>
                  <a:pt x="380804" y="618490"/>
                </a:lnTo>
                <a:lnTo>
                  <a:pt x="368301" y="656590"/>
                </a:lnTo>
                <a:lnTo>
                  <a:pt x="312024" y="703580"/>
                </a:lnTo>
                <a:lnTo>
                  <a:pt x="273989" y="709930"/>
                </a:lnTo>
                <a:lnTo>
                  <a:pt x="344995" y="709930"/>
                </a:lnTo>
                <a:lnTo>
                  <a:pt x="349008" y="707390"/>
                </a:lnTo>
                <a:lnTo>
                  <a:pt x="374837" y="707390"/>
                </a:lnTo>
                <a:lnTo>
                  <a:pt x="390029" y="692150"/>
                </a:lnTo>
                <a:lnTo>
                  <a:pt x="390194" y="692150"/>
                </a:lnTo>
                <a:lnTo>
                  <a:pt x="390194" y="690880"/>
                </a:lnTo>
                <a:lnTo>
                  <a:pt x="390029" y="690880"/>
                </a:lnTo>
                <a:lnTo>
                  <a:pt x="380860" y="681990"/>
                </a:lnTo>
                <a:lnTo>
                  <a:pt x="380276" y="676910"/>
                </a:lnTo>
                <a:lnTo>
                  <a:pt x="382854" y="673100"/>
                </a:lnTo>
                <a:lnTo>
                  <a:pt x="399672" y="632460"/>
                </a:lnTo>
                <a:lnTo>
                  <a:pt x="402366" y="590550"/>
                </a:lnTo>
                <a:lnTo>
                  <a:pt x="391303" y="551180"/>
                </a:lnTo>
                <a:lnTo>
                  <a:pt x="366852" y="515620"/>
                </a:lnTo>
                <a:lnTo>
                  <a:pt x="366483" y="514350"/>
                </a:lnTo>
                <a:lnTo>
                  <a:pt x="365760" y="514350"/>
                </a:lnTo>
                <a:lnTo>
                  <a:pt x="342433" y="497840"/>
                </a:lnTo>
                <a:close/>
              </a:path>
              <a:path extrusionOk="0" h="848360" w="795655">
                <a:moveTo>
                  <a:pt x="271538" y="215900"/>
                </a:moveTo>
                <a:lnTo>
                  <a:pt x="0" y="215900"/>
                </a:lnTo>
                <a:lnTo>
                  <a:pt x="0" y="692150"/>
                </a:lnTo>
                <a:lnTo>
                  <a:pt x="158635" y="692150"/>
                </a:lnTo>
                <a:lnTo>
                  <a:pt x="148222" y="676910"/>
                </a:lnTo>
                <a:lnTo>
                  <a:pt x="139958" y="660400"/>
                </a:lnTo>
                <a:lnTo>
                  <a:pt x="133930" y="642620"/>
                </a:lnTo>
                <a:lnTo>
                  <a:pt x="130225" y="623570"/>
                </a:lnTo>
                <a:lnTo>
                  <a:pt x="32854" y="623570"/>
                </a:lnTo>
                <a:lnTo>
                  <a:pt x="28308" y="618490"/>
                </a:lnTo>
                <a:lnTo>
                  <a:pt x="28308" y="608330"/>
                </a:lnTo>
                <a:lnTo>
                  <a:pt x="32854" y="603250"/>
                </a:lnTo>
                <a:lnTo>
                  <a:pt x="51612" y="603250"/>
                </a:lnTo>
                <a:lnTo>
                  <a:pt x="51612" y="454659"/>
                </a:lnTo>
                <a:lnTo>
                  <a:pt x="52692" y="452120"/>
                </a:lnTo>
                <a:lnTo>
                  <a:pt x="56502" y="448309"/>
                </a:lnTo>
                <a:lnTo>
                  <a:pt x="59093" y="447040"/>
                </a:lnTo>
                <a:lnTo>
                  <a:pt x="146418" y="447040"/>
                </a:lnTo>
                <a:lnTo>
                  <a:pt x="146418" y="421640"/>
                </a:lnTo>
                <a:lnTo>
                  <a:pt x="147497" y="419100"/>
                </a:lnTo>
                <a:lnTo>
                  <a:pt x="151307" y="415290"/>
                </a:lnTo>
                <a:lnTo>
                  <a:pt x="153898" y="414019"/>
                </a:lnTo>
                <a:lnTo>
                  <a:pt x="363385" y="414020"/>
                </a:lnTo>
                <a:lnTo>
                  <a:pt x="363385" y="346710"/>
                </a:lnTo>
                <a:lnTo>
                  <a:pt x="56629" y="346710"/>
                </a:lnTo>
                <a:lnTo>
                  <a:pt x="53212" y="345440"/>
                </a:lnTo>
                <a:lnTo>
                  <a:pt x="49517" y="339090"/>
                </a:lnTo>
                <a:lnTo>
                  <a:pt x="49517" y="335280"/>
                </a:lnTo>
                <a:lnTo>
                  <a:pt x="53212" y="328930"/>
                </a:lnTo>
                <a:lnTo>
                  <a:pt x="56629" y="326390"/>
                </a:lnTo>
                <a:lnTo>
                  <a:pt x="363385" y="326390"/>
                </a:lnTo>
                <a:lnTo>
                  <a:pt x="363385" y="307340"/>
                </a:lnTo>
                <a:lnTo>
                  <a:pt x="276428" y="307340"/>
                </a:lnTo>
                <a:lnTo>
                  <a:pt x="272605" y="303530"/>
                </a:lnTo>
                <a:lnTo>
                  <a:pt x="271538" y="299720"/>
                </a:lnTo>
                <a:lnTo>
                  <a:pt x="271538" y="297180"/>
                </a:lnTo>
                <a:lnTo>
                  <a:pt x="54673" y="297180"/>
                </a:lnTo>
                <a:lnTo>
                  <a:pt x="50114" y="293370"/>
                </a:lnTo>
                <a:lnTo>
                  <a:pt x="50114" y="281940"/>
                </a:lnTo>
                <a:lnTo>
                  <a:pt x="54673" y="276860"/>
                </a:lnTo>
                <a:lnTo>
                  <a:pt x="271538" y="276860"/>
                </a:lnTo>
                <a:lnTo>
                  <a:pt x="271538" y="215900"/>
                </a:lnTo>
                <a:close/>
              </a:path>
              <a:path extrusionOk="0" h="848360" w="795655">
                <a:moveTo>
                  <a:pt x="311772" y="525780"/>
                </a:moveTo>
                <a:lnTo>
                  <a:pt x="311772" y="603250"/>
                </a:lnTo>
                <a:lnTo>
                  <a:pt x="330530" y="603250"/>
                </a:lnTo>
                <a:lnTo>
                  <a:pt x="335076" y="608330"/>
                </a:lnTo>
                <a:lnTo>
                  <a:pt x="335076" y="618490"/>
                </a:lnTo>
                <a:lnTo>
                  <a:pt x="330530" y="623570"/>
                </a:lnTo>
                <a:lnTo>
                  <a:pt x="192773" y="623570"/>
                </a:lnTo>
                <a:lnTo>
                  <a:pt x="204207" y="650240"/>
                </a:lnTo>
                <a:lnTo>
                  <a:pt x="223364" y="671830"/>
                </a:lnTo>
                <a:lnTo>
                  <a:pt x="248298" y="684530"/>
                </a:lnTo>
                <a:lnTo>
                  <a:pt x="277063" y="689610"/>
                </a:lnTo>
                <a:lnTo>
                  <a:pt x="305705" y="684530"/>
                </a:lnTo>
                <a:lnTo>
                  <a:pt x="330312" y="670560"/>
                </a:lnTo>
                <a:lnTo>
                  <a:pt x="348973" y="648970"/>
                </a:lnTo>
                <a:lnTo>
                  <a:pt x="359778" y="621030"/>
                </a:lnTo>
                <a:lnTo>
                  <a:pt x="360806" y="595630"/>
                </a:lnTo>
                <a:lnTo>
                  <a:pt x="360908" y="593090"/>
                </a:lnTo>
                <a:lnTo>
                  <a:pt x="352544" y="565150"/>
                </a:lnTo>
                <a:lnTo>
                  <a:pt x="335794" y="542290"/>
                </a:lnTo>
                <a:lnTo>
                  <a:pt x="311772" y="525780"/>
                </a:lnTo>
                <a:close/>
              </a:path>
              <a:path extrusionOk="0" h="848360" w="795655">
                <a:moveTo>
                  <a:pt x="101815" y="467359"/>
                </a:moveTo>
                <a:lnTo>
                  <a:pt x="71958" y="467359"/>
                </a:lnTo>
                <a:lnTo>
                  <a:pt x="71958" y="603250"/>
                </a:lnTo>
                <a:lnTo>
                  <a:pt x="101815" y="603250"/>
                </a:lnTo>
                <a:lnTo>
                  <a:pt x="101815" y="467359"/>
                </a:lnTo>
                <a:close/>
              </a:path>
              <a:path extrusionOk="0" h="848360" w="795655">
                <a:moveTo>
                  <a:pt x="146418" y="447040"/>
                </a:moveTo>
                <a:lnTo>
                  <a:pt x="114693" y="447040"/>
                </a:lnTo>
                <a:lnTo>
                  <a:pt x="117284" y="448309"/>
                </a:lnTo>
                <a:lnTo>
                  <a:pt x="121094" y="452120"/>
                </a:lnTo>
                <a:lnTo>
                  <a:pt x="122161" y="454659"/>
                </a:lnTo>
                <a:lnTo>
                  <a:pt x="122161" y="603250"/>
                </a:lnTo>
                <a:lnTo>
                  <a:pt x="128917" y="603250"/>
                </a:lnTo>
                <a:lnTo>
                  <a:pt x="129919" y="588010"/>
                </a:lnTo>
                <a:lnTo>
                  <a:pt x="130002" y="586740"/>
                </a:lnTo>
                <a:lnTo>
                  <a:pt x="130085" y="585470"/>
                </a:lnTo>
                <a:lnTo>
                  <a:pt x="133424" y="567690"/>
                </a:lnTo>
                <a:lnTo>
                  <a:pt x="138885" y="549910"/>
                </a:lnTo>
                <a:lnTo>
                  <a:pt x="146418" y="534670"/>
                </a:lnTo>
                <a:lnTo>
                  <a:pt x="146418" y="447040"/>
                </a:lnTo>
                <a:close/>
              </a:path>
              <a:path extrusionOk="0" h="848360" w="795655">
                <a:moveTo>
                  <a:pt x="196621" y="571500"/>
                </a:moveTo>
                <a:lnTo>
                  <a:pt x="194004" y="579120"/>
                </a:lnTo>
                <a:lnTo>
                  <a:pt x="192103" y="586740"/>
                </a:lnTo>
                <a:lnTo>
                  <a:pt x="190931" y="595630"/>
                </a:lnTo>
                <a:lnTo>
                  <a:pt x="190500" y="603250"/>
                </a:lnTo>
                <a:lnTo>
                  <a:pt x="196621" y="603250"/>
                </a:lnTo>
                <a:lnTo>
                  <a:pt x="196621" y="571500"/>
                </a:lnTo>
                <a:close/>
              </a:path>
              <a:path extrusionOk="0" h="848360" w="795655">
                <a:moveTo>
                  <a:pt x="241223" y="525780"/>
                </a:moveTo>
                <a:lnTo>
                  <a:pt x="234647" y="528320"/>
                </a:lnTo>
                <a:lnTo>
                  <a:pt x="228390" y="533400"/>
                </a:lnTo>
                <a:lnTo>
                  <a:pt x="222485" y="537210"/>
                </a:lnTo>
                <a:lnTo>
                  <a:pt x="216966" y="542290"/>
                </a:lnTo>
                <a:lnTo>
                  <a:pt x="216966" y="603250"/>
                </a:lnTo>
                <a:lnTo>
                  <a:pt x="241223" y="603250"/>
                </a:lnTo>
                <a:lnTo>
                  <a:pt x="241223" y="525780"/>
                </a:lnTo>
                <a:close/>
              </a:path>
              <a:path extrusionOk="0" h="848360" w="795655">
                <a:moveTo>
                  <a:pt x="283988" y="518159"/>
                </a:moveTo>
                <a:lnTo>
                  <a:pt x="269015" y="518159"/>
                </a:lnTo>
                <a:lnTo>
                  <a:pt x="261569" y="519430"/>
                </a:lnTo>
                <a:lnTo>
                  <a:pt x="261569" y="603250"/>
                </a:lnTo>
                <a:lnTo>
                  <a:pt x="291426" y="603250"/>
                </a:lnTo>
                <a:lnTo>
                  <a:pt x="291426" y="519430"/>
                </a:lnTo>
                <a:lnTo>
                  <a:pt x="283988" y="518159"/>
                </a:lnTo>
                <a:close/>
              </a:path>
              <a:path extrusionOk="0" h="848360" w="795655">
                <a:moveTo>
                  <a:pt x="196634" y="434340"/>
                </a:moveTo>
                <a:lnTo>
                  <a:pt x="166763" y="434340"/>
                </a:lnTo>
                <a:lnTo>
                  <a:pt x="166763" y="505459"/>
                </a:lnTo>
                <a:lnTo>
                  <a:pt x="168414" y="502920"/>
                </a:lnTo>
                <a:lnTo>
                  <a:pt x="170116" y="501650"/>
                </a:lnTo>
                <a:lnTo>
                  <a:pt x="171881" y="500380"/>
                </a:lnTo>
                <a:lnTo>
                  <a:pt x="177656" y="494030"/>
                </a:lnTo>
                <a:lnTo>
                  <a:pt x="183715" y="488950"/>
                </a:lnTo>
                <a:lnTo>
                  <a:pt x="190044" y="483870"/>
                </a:lnTo>
                <a:lnTo>
                  <a:pt x="196634" y="480059"/>
                </a:lnTo>
                <a:lnTo>
                  <a:pt x="196634" y="434340"/>
                </a:lnTo>
                <a:close/>
              </a:path>
              <a:path extrusionOk="0" h="848360" w="795655">
                <a:moveTo>
                  <a:pt x="363385" y="457200"/>
                </a:moveTo>
                <a:lnTo>
                  <a:pt x="292352" y="457200"/>
                </a:lnTo>
                <a:lnTo>
                  <a:pt x="329396" y="466090"/>
                </a:lnTo>
                <a:lnTo>
                  <a:pt x="363385" y="485140"/>
                </a:lnTo>
                <a:lnTo>
                  <a:pt x="363385" y="457200"/>
                </a:lnTo>
                <a:close/>
              </a:path>
              <a:path extrusionOk="0" h="848360" w="795655">
                <a:moveTo>
                  <a:pt x="703643" y="0"/>
                </a:moveTo>
                <a:lnTo>
                  <a:pt x="432117" y="0"/>
                </a:lnTo>
                <a:lnTo>
                  <a:pt x="432117" y="477520"/>
                </a:lnTo>
                <a:lnTo>
                  <a:pt x="795477" y="477520"/>
                </a:lnTo>
                <a:lnTo>
                  <a:pt x="795477" y="410209"/>
                </a:lnTo>
                <a:lnTo>
                  <a:pt x="464959" y="410209"/>
                </a:lnTo>
                <a:lnTo>
                  <a:pt x="460413" y="405130"/>
                </a:lnTo>
                <a:lnTo>
                  <a:pt x="460413" y="393700"/>
                </a:lnTo>
                <a:lnTo>
                  <a:pt x="464959" y="389890"/>
                </a:lnTo>
                <a:lnTo>
                  <a:pt x="483730" y="389890"/>
                </a:lnTo>
                <a:lnTo>
                  <a:pt x="483730" y="287020"/>
                </a:lnTo>
                <a:lnTo>
                  <a:pt x="484797" y="284480"/>
                </a:lnTo>
                <a:lnTo>
                  <a:pt x="488607" y="280670"/>
                </a:lnTo>
                <a:lnTo>
                  <a:pt x="491197" y="279400"/>
                </a:lnTo>
                <a:lnTo>
                  <a:pt x="578523" y="279400"/>
                </a:lnTo>
                <a:lnTo>
                  <a:pt x="578523" y="236219"/>
                </a:lnTo>
                <a:lnTo>
                  <a:pt x="579589" y="233680"/>
                </a:lnTo>
                <a:lnTo>
                  <a:pt x="583412" y="229869"/>
                </a:lnTo>
                <a:lnTo>
                  <a:pt x="586003" y="228600"/>
                </a:lnTo>
                <a:lnTo>
                  <a:pt x="673328" y="228600"/>
                </a:lnTo>
                <a:lnTo>
                  <a:pt x="673328" y="172719"/>
                </a:lnTo>
                <a:lnTo>
                  <a:pt x="677875" y="167640"/>
                </a:lnTo>
                <a:lnTo>
                  <a:pt x="795477" y="167640"/>
                </a:lnTo>
                <a:lnTo>
                  <a:pt x="795477" y="132080"/>
                </a:lnTo>
                <a:lnTo>
                  <a:pt x="486829" y="132080"/>
                </a:lnTo>
                <a:lnTo>
                  <a:pt x="482358" y="127000"/>
                </a:lnTo>
                <a:lnTo>
                  <a:pt x="482358" y="115569"/>
                </a:lnTo>
                <a:lnTo>
                  <a:pt x="486829" y="111760"/>
                </a:lnTo>
                <a:lnTo>
                  <a:pt x="795477" y="111760"/>
                </a:lnTo>
                <a:lnTo>
                  <a:pt x="795477" y="92709"/>
                </a:lnTo>
                <a:lnTo>
                  <a:pt x="708190" y="92709"/>
                </a:lnTo>
                <a:lnTo>
                  <a:pt x="703643" y="87630"/>
                </a:lnTo>
                <a:lnTo>
                  <a:pt x="703643" y="82550"/>
                </a:lnTo>
                <a:lnTo>
                  <a:pt x="486829" y="82550"/>
                </a:lnTo>
                <a:lnTo>
                  <a:pt x="482358" y="77469"/>
                </a:lnTo>
                <a:lnTo>
                  <a:pt x="482358" y="66040"/>
                </a:lnTo>
                <a:lnTo>
                  <a:pt x="486829" y="62230"/>
                </a:lnTo>
                <a:lnTo>
                  <a:pt x="703643" y="62230"/>
                </a:lnTo>
                <a:lnTo>
                  <a:pt x="703643" y="0"/>
                </a:lnTo>
                <a:close/>
              </a:path>
              <a:path extrusionOk="0" h="848360" w="795655">
                <a:moveTo>
                  <a:pt x="363385" y="414020"/>
                </a:moveTo>
                <a:lnTo>
                  <a:pt x="209499" y="414019"/>
                </a:lnTo>
                <a:lnTo>
                  <a:pt x="212077" y="415290"/>
                </a:lnTo>
                <a:lnTo>
                  <a:pt x="215900" y="419100"/>
                </a:lnTo>
                <a:lnTo>
                  <a:pt x="216966" y="421640"/>
                </a:lnTo>
                <a:lnTo>
                  <a:pt x="216966" y="468630"/>
                </a:lnTo>
                <a:lnTo>
                  <a:pt x="254219" y="458470"/>
                </a:lnTo>
                <a:lnTo>
                  <a:pt x="292352" y="457200"/>
                </a:lnTo>
                <a:lnTo>
                  <a:pt x="363385" y="457200"/>
                </a:lnTo>
                <a:lnTo>
                  <a:pt x="363385" y="414020"/>
                </a:lnTo>
                <a:close/>
              </a:path>
              <a:path extrusionOk="0" h="848360" w="795655">
                <a:moveTo>
                  <a:pt x="795477" y="167640"/>
                </a:moveTo>
                <a:lnTo>
                  <a:pt x="736396" y="167640"/>
                </a:lnTo>
                <a:lnTo>
                  <a:pt x="738987" y="168910"/>
                </a:lnTo>
                <a:lnTo>
                  <a:pt x="742797" y="172719"/>
                </a:lnTo>
                <a:lnTo>
                  <a:pt x="743877" y="175260"/>
                </a:lnTo>
                <a:lnTo>
                  <a:pt x="743877" y="389890"/>
                </a:lnTo>
                <a:lnTo>
                  <a:pt x="762635" y="389890"/>
                </a:lnTo>
                <a:lnTo>
                  <a:pt x="767181" y="393700"/>
                </a:lnTo>
                <a:lnTo>
                  <a:pt x="767181" y="405130"/>
                </a:lnTo>
                <a:lnTo>
                  <a:pt x="762635" y="410209"/>
                </a:lnTo>
                <a:lnTo>
                  <a:pt x="795477" y="410209"/>
                </a:lnTo>
                <a:lnTo>
                  <a:pt x="795477" y="167640"/>
                </a:lnTo>
                <a:close/>
              </a:path>
              <a:path extrusionOk="0" h="848360" w="795655">
                <a:moveTo>
                  <a:pt x="533920" y="299720"/>
                </a:moveTo>
                <a:lnTo>
                  <a:pt x="504063" y="299720"/>
                </a:lnTo>
                <a:lnTo>
                  <a:pt x="504063" y="389890"/>
                </a:lnTo>
                <a:lnTo>
                  <a:pt x="533920" y="389890"/>
                </a:lnTo>
                <a:lnTo>
                  <a:pt x="533920" y="299720"/>
                </a:lnTo>
                <a:close/>
              </a:path>
              <a:path extrusionOk="0" h="848360" w="795655">
                <a:moveTo>
                  <a:pt x="578523" y="279400"/>
                </a:moveTo>
                <a:lnTo>
                  <a:pt x="546798" y="279400"/>
                </a:lnTo>
                <a:lnTo>
                  <a:pt x="549389" y="280670"/>
                </a:lnTo>
                <a:lnTo>
                  <a:pt x="553199" y="284480"/>
                </a:lnTo>
                <a:lnTo>
                  <a:pt x="554266" y="287020"/>
                </a:lnTo>
                <a:lnTo>
                  <a:pt x="554266" y="389890"/>
                </a:lnTo>
                <a:lnTo>
                  <a:pt x="578523" y="389890"/>
                </a:lnTo>
                <a:lnTo>
                  <a:pt x="578523" y="279400"/>
                </a:lnTo>
                <a:close/>
              </a:path>
              <a:path extrusionOk="0" h="848360" w="795655">
                <a:moveTo>
                  <a:pt x="628738" y="248919"/>
                </a:moveTo>
                <a:lnTo>
                  <a:pt x="598868" y="248919"/>
                </a:lnTo>
                <a:lnTo>
                  <a:pt x="598868" y="389890"/>
                </a:lnTo>
                <a:lnTo>
                  <a:pt x="628738" y="389890"/>
                </a:lnTo>
                <a:lnTo>
                  <a:pt x="628738" y="248919"/>
                </a:lnTo>
                <a:close/>
              </a:path>
              <a:path extrusionOk="0" h="848360" w="795655">
                <a:moveTo>
                  <a:pt x="673328" y="228600"/>
                </a:moveTo>
                <a:lnTo>
                  <a:pt x="641591" y="228600"/>
                </a:lnTo>
                <a:lnTo>
                  <a:pt x="644182" y="229869"/>
                </a:lnTo>
                <a:lnTo>
                  <a:pt x="648004" y="233680"/>
                </a:lnTo>
                <a:lnTo>
                  <a:pt x="649071" y="236219"/>
                </a:lnTo>
                <a:lnTo>
                  <a:pt x="649071" y="389890"/>
                </a:lnTo>
                <a:lnTo>
                  <a:pt x="673328" y="389890"/>
                </a:lnTo>
                <a:lnTo>
                  <a:pt x="673328" y="228600"/>
                </a:lnTo>
                <a:close/>
              </a:path>
              <a:path extrusionOk="0" h="848360" w="795655">
                <a:moveTo>
                  <a:pt x="723531" y="187960"/>
                </a:moveTo>
                <a:lnTo>
                  <a:pt x="693674" y="187960"/>
                </a:lnTo>
                <a:lnTo>
                  <a:pt x="693674" y="389890"/>
                </a:lnTo>
                <a:lnTo>
                  <a:pt x="723531" y="389890"/>
                </a:lnTo>
                <a:lnTo>
                  <a:pt x="723531" y="187960"/>
                </a:lnTo>
                <a:close/>
              </a:path>
              <a:path extrusionOk="0" h="848360" w="795655">
                <a:moveTo>
                  <a:pt x="363385" y="326390"/>
                </a:moveTo>
                <a:lnTo>
                  <a:pt x="146939" y="326390"/>
                </a:lnTo>
                <a:lnTo>
                  <a:pt x="150355" y="328930"/>
                </a:lnTo>
                <a:lnTo>
                  <a:pt x="154038" y="335280"/>
                </a:lnTo>
                <a:lnTo>
                  <a:pt x="154038" y="339090"/>
                </a:lnTo>
                <a:lnTo>
                  <a:pt x="150355" y="345440"/>
                </a:lnTo>
                <a:lnTo>
                  <a:pt x="146939" y="346710"/>
                </a:lnTo>
                <a:lnTo>
                  <a:pt x="363385" y="346710"/>
                </a:lnTo>
                <a:lnTo>
                  <a:pt x="363385" y="326390"/>
                </a:lnTo>
                <a:close/>
              </a:path>
              <a:path extrusionOk="0" h="848360" w="795655">
                <a:moveTo>
                  <a:pt x="271538" y="276860"/>
                </a:moveTo>
                <a:lnTo>
                  <a:pt x="116128" y="276860"/>
                </a:lnTo>
                <a:lnTo>
                  <a:pt x="120675" y="281940"/>
                </a:lnTo>
                <a:lnTo>
                  <a:pt x="120675" y="293370"/>
                </a:lnTo>
                <a:lnTo>
                  <a:pt x="116128" y="297180"/>
                </a:lnTo>
                <a:lnTo>
                  <a:pt x="271538" y="297180"/>
                </a:lnTo>
                <a:lnTo>
                  <a:pt x="271538" y="276860"/>
                </a:lnTo>
                <a:close/>
              </a:path>
              <a:path extrusionOk="0" h="848360" w="795655">
                <a:moveTo>
                  <a:pt x="291884" y="229869"/>
                </a:moveTo>
                <a:lnTo>
                  <a:pt x="291884" y="287020"/>
                </a:lnTo>
                <a:lnTo>
                  <a:pt x="348996" y="287020"/>
                </a:lnTo>
                <a:lnTo>
                  <a:pt x="291884" y="229869"/>
                </a:lnTo>
                <a:close/>
              </a:path>
              <a:path extrusionOk="0" h="848360" w="795655">
                <a:moveTo>
                  <a:pt x="795477" y="111760"/>
                </a:moveTo>
                <a:lnTo>
                  <a:pt x="580948" y="111760"/>
                </a:lnTo>
                <a:lnTo>
                  <a:pt x="585419" y="115569"/>
                </a:lnTo>
                <a:lnTo>
                  <a:pt x="585419" y="127000"/>
                </a:lnTo>
                <a:lnTo>
                  <a:pt x="580948" y="132080"/>
                </a:lnTo>
                <a:lnTo>
                  <a:pt x="795477" y="132080"/>
                </a:lnTo>
                <a:lnTo>
                  <a:pt x="795477" y="111760"/>
                </a:lnTo>
                <a:close/>
              </a:path>
              <a:path extrusionOk="0" h="848360" w="795655">
                <a:moveTo>
                  <a:pt x="703643" y="62230"/>
                </a:moveTo>
                <a:lnTo>
                  <a:pt x="546277" y="62230"/>
                </a:lnTo>
                <a:lnTo>
                  <a:pt x="549694" y="63500"/>
                </a:lnTo>
                <a:lnTo>
                  <a:pt x="553389" y="69850"/>
                </a:lnTo>
                <a:lnTo>
                  <a:pt x="553389" y="73659"/>
                </a:lnTo>
                <a:lnTo>
                  <a:pt x="549694" y="80009"/>
                </a:lnTo>
                <a:lnTo>
                  <a:pt x="546277" y="82550"/>
                </a:lnTo>
                <a:lnTo>
                  <a:pt x="703643" y="82550"/>
                </a:lnTo>
                <a:lnTo>
                  <a:pt x="703643" y="62230"/>
                </a:lnTo>
                <a:close/>
              </a:path>
              <a:path extrusionOk="0" h="848360" w="795655">
                <a:moveTo>
                  <a:pt x="723988" y="15240"/>
                </a:moveTo>
                <a:lnTo>
                  <a:pt x="723988" y="72390"/>
                </a:lnTo>
                <a:lnTo>
                  <a:pt x="781100" y="72390"/>
                </a:lnTo>
                <a:lnTo>
                  <a:pt x="723988" y="1524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12231709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6576066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920499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3220078" y="5804001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83" y="6104"/>
                </a:lnTo>
                <a:lnTo>
                  <a:pt x="84655" y="23333"/>
                </a:lnTo>
                <a:lnTo>
                  <a:pt x="50063" y="50057"/>
                </a:lnTo>
                <a:lnTo>
                  <a:pt x="23336" y="84645"/>
                </a:lnTo>
                <a:lnTo>
                  <a:pt x="6105" y="125471"/>
                </a:lnTo>
                <a:lnTo>
                  <a:pt x="0" y="170903"/>
                </a:lnTo>
                <a:lnTo>
                  <a:pt x="6105" y="216341"/>
                </a:lnTo>
                <a:lnTo>
                  <a:pt x="23336" y="257170"/>
                </a:lnTo>
                <a:lnTo>
                  <a:pt x="50063" y="291761"/>
                </a:lnTo>
                <a:lnTo>
                  <a:pt x="84655" y="318486"/>
                </a:lnTo>
                <a:lnTo>
                  <a:pt x="125483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7564435" y="5804001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83" y="6104"/>
                </a:lnTo>
                <a:lnTo>
                  <a:pt x="84655" y="23333"/>
                </a:lnTo>
                <a:lnTo>
                  <a:pt x="50063" y="50057"/>
                </a:lnTo>
                <a:lnTo>
                  <a:pt x="23336" y="84645"/>
                </a:lnTo>
                <a:lnTo>
                  <a:pt x="6105" y="125471"/>
                </a:lnTo>
                <a:lnTo>
                  <a:pt x="0" y="170903"/>
                </a:lnTo>
                <a:lnTo>
                  <a:pt x="6105" y="216341"/>
                </a:lnTo>
                <a:lnTo>
                  <a:pt x="23336" y="257170"/>
                </a:lnTo>
                <a:lnTo>
                  <a:pt x="50063" y="291761"/>
                </a:lnTo>
                <a:lnTo>
                  <a:pt x="84655" y="318486"/>
                </a:lnTo>
                <a:lnTo>
                  <a:pt x="125483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908869" y="5804001"/>
            <a:ext cx="342265" cy="342265"/>
          </a:xfrm>
          <a:custGeom>
            <a:rect b="b" l="l" r="r" t="t"/>
            <a:pathLst>
              <a:path extrusionOk="0" h="342264" w="342264">
                <a:moveTo>
                  <a:pt x="170916" y="0"/>
                </a:moveTo>
                <a:lnTo>
                  <a:pt x="125478" y="6104"/>
                </a:lnTo>
                <a:lnTo>
                  <a:pt x="84649" y="23333"/>
                </a:lnTo>
                <a:lnTo>
                  <a:pt x="50058" y="50057"/>
                </a:lnTo>
                <a:lnTo>
                  <a:pt x="23334" y="84645"/>
                </a:lnTo>
                <a:lnTo>
                  <a:pt x="6104" y="125471"/>
                </a:lnTo>
                <a:lnTo>
                  <a:pt x="0" y="170903"/>
                </a:lnTo>
                <a:lnTo>
                  <a:pt x="6104" y="216341"/>
                </a:lnTo>
                <a:lnTo>
                  <a:pt x="23334" y="257170"/>
                </a:lnTo>
                <a:lnTo>
                  <a:pt x="50058" y="291761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7147775" y="383112"/>
            <a:ext cx="2425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3207355" y="6546979"/>
            <a:ext cx="415417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y monitoreo de paquetes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9812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ejecución, seguimiento y control de errores en los flujos ETL.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551763" y="6546979"/>
            <a:ext cx="4100195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Procesos de limpieza y transformación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9687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validación, conversión de tipos y enriquecimiento de datos.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1896169" y="6546979"/>
            <a:ext cx="414782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27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Carga de datos desde diversas fuentes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permite integrar datos de Excel, CSV, bases OLTP y APIs.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68" name="Google Shape;268;p13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SSIS en la práctica</a:t>
            </a:r>
            <a:endParaRPr sz="8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96" y="2972761"/>
            <a:ext cx="7768590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14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276" name="Google Shape;276;p14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14"/>
          <p:cNvSpPr txBox="1"/>
          <p:nvPr/>
        </p:nvSpPr>
        <p:spPr>
          <a:xfrm>
            <a:off x="17144510" y="383112"/>
            <a:ext cx="247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907737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80" name="Google Shape;280;p14"/>
          <p:cNvSpPr txBox="1"/>
          <p:nvPr>
            <p:ph type="title"/>
          </p:nvPr>
        </p:nvSpPr>
        <p:spPr>
          <a:xfrm>
            <a:off x="907800" y="1411400"/>
            <a:ext cx="822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00"/>
              <a:t>SQL Server Analysis Services (SSAS)</a:t>
            </a:r>
            <a:endParaRPr sz="7000"/>
          </a:p>
        </p:txBody>
      </p:sp>
      <p:sp>
        <p:nvSpPr>
          <p:cNvPr id="281" name="Google Shape;281;p14"/>
          <p:cNvSpPr txBox="1"/>
          <p:nvPr/>
        </p:nvSpPr>
        <p:spPr>
          <a:xfrm>
            <a:off x="907800" y="4279500"/>
            <a:ext cx="7719600" cy="53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para análisis avanzado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modelos semánticos para BI empresarial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multidimensionales y tabulares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Soporta cubos OLAP y modelos tabulares con DAX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jerarquías, medidas y agregaciones complejas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 para consultas analíticas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Acelera el análisis de grandes volúmenes de datos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Proporciona un modelo consistente para herramientas de consumo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5"/>
          <p:cNvGrpSpPr/>
          <p:nvPr/>
        </p:nvGrpSpPr>
        <p:grpSpPr>
          <a:xfrm>
            <a:off x="13236473" y="4116306"/>
            <a:ext cx="520700" cy="496435"/>
            <a:chOff x="13236473" y="4116306"/>
            <a:chExt cx="520700" cy="496435"/>
          </a:xfrm>
        </p:grpSpPr>
        <p:sp>
          <p:nvSpPr>
            <p:cNvPr id="287" name="Google Shape;287;p15"/>
            <p:cNvSpPr/>
            <p:nvPr/>
          </p:nvSpPr>
          <p:spPr>
            <a:xfrm>
              <a:off x="13236473" y="4146257"/>
              <a:ext cx="520700" cy="436245"/>
            </a:xfrm>
            <a:custGeom>
              <a:rect b="b" l="l" r="r" t="t"/>
              <a:pathLst>
                <a:path extrusionOk="0" h="436245" w="520700">
                  <a:moveTo>
                    <a:pt x="411975" y="114427"/>
                  </a:moveTo>
                  <a:lnTo>
                    <a:pt x="278180" y="114427"/>
                  </a:lnTo>
                  <a:lnTo>
                    <a:pt x="275310" y="112915"/>
                  </a:lnTo>
                  <a:lnTo>
                    <a:pt x="198081" y="0"/>
                  </a:lnTo>
                  <a:lnTo>
                    <a:pt x="171411" y="30251"/>
                  </a:lnTo>
                  <a:lnTo>
                    <a:pt x="155473" y="66332"/>
                  </a:lnTo>
                  <a:lnTo>
                    <a:pt x="150990" y="105524"/>
                  </a:lnTo>
                  <a:lnTo>
                    <a:pt x="158711" y="145110"/>
                  </a:lnTo>
                  <a:lnTo>
                    <a:pt x="178104" y="180467"/>
                  </a:lnTo>
                  <a:lnTo>
                    <a:pt x="206629" y="207721"/>
                  </a:lnTo>
                  <a:lnTo>
                    <a:pt x="241960" y="225247"/>
                  </a:lnTo>
                  <a:lnTo>
                    <a:pt x="281813" y="231432"/>
                  </a:lnTo>
                  <a:lnTo>
                    <a:pt x="329361" y="222465"/>
                  </a:lnTo>
                  <a:lnTo>
                    <a:pt x="369277" y="197827"/>
                  </a:lnTo>
                  <a:lnTo>
                    <a:pt x="398005" y="160743"/>
                  </a:lnTo>
                  <a:lnTo>
                    <a:pt x="411975" y="114427"/>
                  </a:lnTo>
                  <a:close/>
                </a:path>
                <a:path extrusionOk="0" h="436245" w="520700">
                  <a:moveTo>
                    <a:pt x="520458" y="217309"/>
                  </a:moveTo>
                  <a:lnTo>
                    <a:pt x="517067" y="212496"/>
                  </a:lnTo>
                  <a:lnTo>
                    <a:pt x="449580" y="200774"/>
                  </a:lnTo>
                  <a:lnTo>
                    <a:pt x="446201" y="201980"/>
                  </a:lnTo>
                  <a:lnTo>
                    <a:pt x="441871" y="207124"/>
                  </a:lnTo>
                  <a:lnTo>
                    <a:pt x="441261" y="210654"/>
                  </a:lnTo>
                  <a:lnTo>
                    <a:pt x="443611" y="216954"/>
                  </a:lnTo>
                  <a:lnTo>
                    <a:pt x="446405" y="219227"/>
                  </a:lnTo>
                  <a:lnTo>
                    <a:pt x="488391" y="226441"/>
                  </a:lnTo>
                  <a:lnTo>
                    <a:pt x="322427" y="350583"/>
                  </a:lnTo>
                  <a:lnTo>
                    <a:pt x="173177" y="271741"/>
                  </a:lnTo>
                  <a:lnTo>
                    <a:pt x="168973" y="272262"/>
                  </a:lnTo>
                  <a:lnTo>
                    <a:pt x="990" y="422084"/>
                  </a:lnTo>
                  <a:lnTo>
                    <a:pt x="0" y="426161"/>
                  </a:lnTo>
                  <a:lnTo>
                    <a:pt x="2743" y="433387"/>
                  </a:lnTo>
                  <a:lnTo>
                    <a:pt x="6210" y="435762"/>
                  </a:lnTo>
                  <a:lnTo>
                    <a:pt x="10071" y="435762"/>
                  </a:lnTo>
                  <a:lnTo>
                    <a:pt x="12357" y="435762"/>
                  </a:lnTo>
                  <a:lnTo>
                    <a:pt x="14554" y="434924"/>
                  </a:lnTo>
                  <a:lnTo>
                    <a:pt x="173634" y="293027"/>
                  </a:lnTo>
                  <a:lnTo>
                    <a:pt x="322122" y="371449"/>
                  </a:lnTo>
                  <a:lnTo>
                    <a:pt x="325983" y="371144"/>
                  </a:lnTo>
                  <a:lnTo>
                    <a:pt x="497116" y="243154"/>
                  </a:lnTo>
                  <a:lnTo>
                    <a:pt x="490423" y="281622"/>
                  </a:lnTo>
                  <a:lnTo>
                    <a:pt x="491642" y="284975"/>
                  </a:lnTo>
                  <a:lnTo>
                    <a:pt x="496773" y="289280"/>
                  </a:lnTo>
                  <a:lnTo>
                    <a:pt x="500291" y="289877"/>
                  </a:lnTo>
                  <a:lnTo>
                    <a:pt x="506564" y="287553"/>
                  </a:lnTo>
                  <a:lnTo>
                    <a:pt x="508825" y="284797"/>
                  </a:lnTo>
                  <a:lnTo>
                    <a:pt x="520458" y="217309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49659" y="4116306"/>
              <a:ext cx="199420" cy="125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15"/>
            <p:cNvSpPr/>
            <p:nvPr/>
          </p:nvSpPr>
          <p:spPr>
            <a:xfrm>
              <a:off x="13529601" y="4569561"/>
              <a:ext cx="59690" cy="43180"/>
            </a:xfrm>
            <a:custGeom>
              <a:rect b="b" l="l" r="r" t="t"/>
              <a:pathLst>
                <a:path extrusionOk="0" h="43179" w="59690">
                  <a:moveTo>
                    <a:pt x="59537" y="0"/>
                  </a:moveTo>
                  <a:lnTo>
                    <a:pt x="0" y="0"/>
                  </a:lnTo>
                  <a:lnTo>
                    <a:pt x="0" y="42799"/>
                  </a:lnTo>
                  <a:lnTo>
                    <a:pt x="59537" y="42799"/>
                  </a:lnTo>
                  <a:lnTo>
                    <a:pt x="59537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p15"/>
          <p:cNvSpPr/>
          <p:nvPr/>
        </p:nvSpPr>
        <p:spPr>
          <a:xfrm>
            <a:off x="13674749" y="4743303"/>
            <a:ext cx="14604" cy="33020"/>
          </a:xfrm>
          <a:custGeom>
            <a:rect b="b" l="l" r="r" t="t"/>
            <a:pathLst>
              <a:path extrusionOk="0" h="33020" w="14605">
                <a:moveTo>
                  <a:pt x="0" y="0"/>
                </a:moveTo>
                <a:lnTo>
                  <a:pt x="0" y="32804"/>
                </a:lnTo>
                <a:lnTo>
                  <a:pt x="14135" y="32804"/>
                </a:lnTo>
                <a:lnTo>
                  <a:pt x="10163" y="24792"/>
                </a:lnTo>
                <a:lnTo>
                  <a:pt x="6481" y="16649"/>
                </a:lnTo>
                <a:lnTo>
                  <a:pt x="3092" y="8383"/>
                </a:lnTo>
                <a:lnTo>
                  <a:pt x="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13384466" y="4524908"/>
            <a:ext cx="59690" cy="43180"/>
          </a:xfrm>
          <a:custGeom>
            <a:rect b="b" l="l" r="r" t="t"/>
            <a:pathLst>
              <a:path extrusionOk="0" h="43179" w="59690">
                <a:moveTo>
                  <a:pt x="59537" y="0"/>
                </a:moveTo>
                <a:lnTo>
                  <a:pt x="0" y="0"/>
                </a:lnTo>
                <a:lnTo>
                  <a:pt x="0" y="42799"/>
                </a:lnTo>
                <a:lnTo>
                  <a:pt x="59537" y="42799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3529602" y="4630978"/>
            <a:ext cx="59690" cy="145415"/>
          </a:xfrm>
          <a:custGeom>
            <a:rect b="b" l="l" r="r" t="t"/>
            <a:pathLst>
              <a:path extrusionOk="0" h="145414" w="59690">
                <a:moveTo>
                  <a:pt x="59537" y="0"/>
                </a:moveTo>
                <a:lnTo>
                  <a:pt x="0" y="0"/>
                </a:lnTo>
                <a:lnTo>
                  <a:pt x="0" y="145135"/>
                </a:lnTo>
                <a:lnTo>
                  <a:pt x="59537" y="145135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3674738" y="4523041"/>
            <a:ext cx="280670" cy="285115"/>
          </a:xfrm>
          <a:custGeom>
            <a:rect b="b" l="l" r="r" t="t"/>
            <a:pathLst>
              <a:path extrusionOk="0" h="285114" w="280669">
                <a:moveTo>
                  <a:pt x="31407" y="61417"/>
                </a:moveTo>
                <a:lnTo>
                  <a:pt x="0" y="61417"/>
                </a:lnTo>
                <a:lnTo>
                  <a:pt x="0" y="119494"/>
                </a:lnTo>
                <a:lnTo>
                  <a:pt x="6083" y="103949"/>
                </a:lnTo>
                <a:lnTo>
                  <a:pt x="13246" y="88900"/>
                </a:lnTo>
                <a:lnTo>
                  <a:pt x="21640" y="74612"/>
                </a:lnTo>
                <a:lnTo>
                  <a:pt x="31407" y="61417"/>
                </a:lnTo>
                <a:close/>
              </a:path>
              <a:path extrusionOk="0" h="285114" w="280669">
                <a:moveTo>
                  <a:pt x="61404" y="0"/>
                </a:moveTo>
                <a:lnTo>
                  <a:pt x="0" y="0"/>
                </a:lnTo>
                <a:lnTo>
                  <a:pt x="0" y="42799"/>
                </a:lnTo>
                <a:lnTo>
                  <a:pt x="48971" y="42799"/>
                </a:lnTo>
                <a:lnTo>
                  <a:pt x="52616" y="39065"/>
                </a:lnTo>
                <a:lnTo>
                  <a:pt x="56807" y="35890"/>
                </a:lnTo>
                <a:lnTo>
                  <a:pt x="61404" y="33401"/>
                </a:lnTo>
                <a:lnTo>
                  <a:pt x="61404" y="0"/>
                </a:lnTo>
                <a:close/>
              </a:path>
              <a:path extrusionOk="0" h="285114" w="280669">
                <a:moveTo>
                  <a:pt x="280136" y="169875"/>
                </a:moveTo>
                <a:lnTo>
                  <a:pt x="271284" y="125730"/>
                </a:lnTo>
                <a:lnTo>
                  <a:pt x="246075" y="88404"/>
                </a:lnTo>
                <a:lnTo>
                  <a:pt x="187096" y="56870"/>
                </a:lnTo>
                <a:lnTo>
                  <a:pt x="153670" y="55181"/>
                </a:lnTo>
                <a:lnTo>
                  <a:pt x="120523" y="63423"/>
                </a:lnTo>
                <a:lnTo>
                  <a:pt x="91249" y="81038"/>
                </a:lnTo>
                <a:lnTo>
                  <a:pt x="68821" y="105867"/>
                </a:lnTo>
                <a:lnTo>
                  <a:pt x="54457" y="136093"/>
                </a:lnTo>
                <a:lnTo>
                  <a:pt x="49390" y="169875"/>
                </a:lnTo>
                <a:lnTo>
                  <a:pt x="54457" y="203657"/>
                </a:lnTo>
                <a:lnTo>
                  <a:pt x="68821" y="233883"/>
                </a:lnTo>
                <a:lnTo>
                  <a:pt x="91249" y="258724"/>
                </a:lnTo>
                <a:lnTo>
                  <a:pt x="120523" y="276313"/>
                </a:lnTo>
                <a:lnTo>
                  <a:pt x="153670" y="284568"/>
                </a:lnTo>
                <a:lnTo>
                  <a:pt x="187096" y="282879"/>
                </a:lnTo>
                <a:lnTo>
                  <a:pt x="246075" y="251333"/>
                </a:lnTo>
                <a:lnTo>
                  <a:pt x="271284" y="214033"/>
                </a:lnTo>
                <a:lnTo>
                  <a:pt x="280136" y="169875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3384466" y="4586313"/>
            <a:ext cx="59690" cy="189865"/>
          </a:xfrm>
          <a:custGeom>
            <a:rect b="b" l="l" r="r" t="t"/>
            <a:pathLst>
              <a:path extrusionOk="0" h="189864" w="59690">
                <a:moveTo>
                  <a:pt x="59537" y="0"/>
                </a:moveTo>
                <a:lnTo>
                  <a:pt x="0" y="0"/>
                </a:lnTo>
                <a:lnTo>
                  <a:pt x="0" y="189801"/>
                </a:lnTo>
                <a:lnTo>
                  <a:pt x="59537" y="189801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3956331" y="4809902"/>
            <a:ext cx="40640" cy="40640"/>
          </a:xfrm>
          <a:custGeom>
            <a:rect b="b" l="l" r="r" t="t"/>
            <a:pathLst>
              <a:path extrusionOk="0" h="40639" w="40640">
                <a:moveTo>
                  <a:pt x="8343" y="0"/>
                </a:moveTo>
                <a:lnTo>
                  <a:pt x="5676" y="2870"/>
                </a:lnTo>
                <a:lnTo>
                  <a:pt x="2882" y="5676"/>
                </a:lnTo>
                <a:lnTo>
                  <a:pt x="0" y="8331"/>
                </a:lnTo>
                <a:lnTo>
                  <a:pt x="31876" y="40195"/>
                </a:lnTo>
                <a:lnTo>
                  <a:pt x="35610" y="40195"/>
                </a:lnTo>
                <a:lnTo>
                  <a:pt x="37909" y="37896"/>
                </a:lnTo>
                <a:lnTo>
                  <a:pt x="40208" y="35598"/>
                </a:lnTo>
                <a:lnTo>
                  <a:pt x="40208" y="31864"/>
                </a:lnTo>
                <a:lnTo>
                  <a:pt x="8343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2118" y="4895681"/>
            <a:ext cx="67873" cy="67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15"/>
          <p:cNvGrpSpPr/>
          <p:nvPr/>
        </p:nvGrpSpPr>
        <p:grpSpPr>
          <a:xfrm>
            <a:off x="13688266" y="4541825"/>
            <a:ext cx="383535" cy="383539"/>
            <a:chOff x="13688266" y="4541825"/>
            <a:chExt cx="383535" cy="383539"/>
          </a:xfrm>
        </p:grpSpPr>
        <p:sp>
          <p:nvSpPr>
            <p:cNvPr id="298" name="Google Shape;298;p15"/>
            <p:cNvSpPr/>
            <p:nvPr/>
          </p:nvSpPr>
          <p:spPr>
            <a:xfrm>
              <a:off x="13688266" y="4541825"/>
              <a:ext cx="304800" cy="302260"/>
            </a:xfrm>
            <a:custGeom>
              <a:rect b="b" l="l" r="r" t="t"/>
              <a:pathLst>
                <a:path extrusionOk="0" h="302260" w="304800">
                  <a:moveTo>
                    <a:pt x="174489" y="0"/>
                  </a:moveTo>
                  <a:lnTo>
                    <a:pt x="127687" y="0"/>
                  </a:lnTo>
                  <a:lnTo>
                    <a:pt x="82665" y="14328"/>
                  </a:lnTo>
                  <a:lnTo>
                    <a:pt x="42985" y="42985"/>
                  </a:lnTo>
                  <a:lnTo>
                    <a:pt x="14328" y="82665"/>
                  </a:lnTo>
                  <a:lnTo>
                    <a:pt x="0" y="127687"/>
                  </a:lnTo>
                  <a:lnTo>
                    <a:pt x="0" y="174489"/>
                  </a:lnTo>
                  <a:lnTo>
                    <a:pt x="14328" y="219511"/>
                  </a:lnTo>
                  <a:lnTo>
                    <a:pt x="42985" y="259190"/>
                  </a:lnTo>
                  <a:lnTo>
                    <a:pt x="82665" y="287848"/>
                  </a:lnTo>
                  <a:lnTo>
                    <a:pt x="127687" y="302176"/>
                  </a:lnTo>
                  <a:lnTo>
                    <a:pt x="174489" y="302176"/>
                  </a:lnTo>
                  <a:lnTo>
                    <a:pt x="219511" y="287848"/>
                  </a:lnTo>
                  <a:lnTo>
                    <a:pt x="225748" y="283343"/>
                  </a:lnTo>
                  <a:lnTo>
                    <a:pt x="130604" y="283343"/>
                  </a:lnTo>
                  <a:lnTo>
                    <a:pt x="91194" y="270801"/>
                  </a:lnTo>
                  <a:lnTo>
                    <a:pt x="56460" y="245716"/>
                  </a:lnTo>
                  <a:lnTo>
                    <a:pt x="31375" y="210982"/>
                  </a:lnTo>
                  <a:lnTo>
                    <a:pt x="18833" y="171572"/>
                  </a:lnTo>
                  <a:lnTo>
                    <a:pt x="18833" y="130604"/>
                  </a:lnTo>
                  <a:lnTo>
                    <a:pt x="31375" y="91194"/>
                  </a:lnTo>
                  <a:lnTo>
                    <a:pt x="56460" y="56460"/>
                  </a:lnTo>
                  <a:lnTo>
                    <a:pt x="91194" y="31375"/>
                  </a:lnTo>
                  <a:lnTo>
                    <a:pt x="130604" y="18833"/>
                  </a:lnTo>
                  <a:lnTo>
                    <a:pt x="225748" y="18833"/>
                  </a:lnTo>
                  <a:lnTo>
                    <a:pt x="219511" y="14328"/>
                  </a:lnTo>
                  <a:lnTo>
                    <a:pt x="174489" y="0"/>
                  </a:lnTo>
                  <a:close/>
                </a:path>
                <a:path extrusionOk="0" h="302260" w="304800">
                  <a:moveTo>
                    <a:pt x="225748" y="18833"/>
                  </a:moveTo>
                  <a:lnTo>
                    <a:pt x="171572" y="18833"/>
                  </a:lnTo>
                  <a:lnTo>
                    <a:pt x="210982" y="31375"/>
                  </a:lnTo>
                  <a:lnTo>
                    <a:pt x="245716" y="56460"/>
                  </a:lnTo>
                  <a:lnTo>
                    <a:pt x="262575" y="76784"/>
                  </a:lnTo>
                  <a:lnTo>
                    <a:pt x="274987" y="99807"/>
                  </a:lnTo>
                  <a:lnTo>
                    <a:pt x="282654" y="124813"/>
                  </a:lnTo>
                  <a:lnTo>
                    <a:pt x="285276" y="151088"/>
                  </a:lnTo>
                  <a:lnTo>
                    <a:pt x="282654" y="177362"/>
                  </a:lnTo>
                  <a:lnTo>
                    <a:pt x="262575" y="225392"/>
                  </a:lnTo>
                  <a:lnTo>
                    <a:pt x="210982" y="270801"/>
                  </a:lnTo>
                  <a:lnTo>
                    <a:pt x="171572" y="283343"/>
                  </a:lnTo>
                  <a:lnTo>
                    <a:pt x="225748" y="283343"/>
                  </a:lnTo>
                  <a:lnTo>
                    <a:pt x="259190" y="259190"/>
                  </a:lnTo>
                  <a:lnTo>
                    <a:pt x="292634" y="209673"/>
                  </a:lnTo>
                  <a:lnTo>
                    <a:pt x="304390" y="151088"/>
                  </a:lnTo>
                  <a:lnTo>
                    <a:pt x="301394" y="121070"/>
                  </a:lnTo>
                  <a:lnTo>
                    <a:pt x="292634" y="92503"/>
                  </a:lnTo>
                  <a:lnTo>
                    <a:pt x="278452" y="66202"/>
                  </a:lnTo>
                  <a:lnTo>
                    <a:pt x="259190" y="42985"/>
                  </a:lnTo>
                  <a:lnTo>
                    <a:pt x="225748" y="18833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9" name="Google Shape;29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967255" y="4820818"/>
              <a:ext cx="104546" cy="104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5"/>
          <p:cNvSpPr/>
          <p:nvPr/>
        </p:nvSpPr>
        <p:spPr>
          <a:xfrm>
            <a:off x="13216991" y="4627244"/>
            <a:ext cx="502284" cy="187960"/>
          </a:xfrm>
          <a:custGeom>
            <a:rect b="b" l="l" r="r" t="t"/>
            <a:pathLst>
              <a:path extrusionOk="0" h="187960" w="502284">
                <a:moveTo>
                  <a:pt x="81876" y="61417"/>
                </a:moveTo>
                <a:lnTo>
                  <a:pt x="20459" y="61417"/>
                </a:lnTo>
                <a:lnTo>
                  <a:pt x="20459" y="148869"/>
                </a:lnTo>
                <a:lnTo>
                  <a:pt x="81876" y="148869"/>
                </a:lnTo>
                <a:lnTo>
                  <a:pt x="81876" y="61417"/>
                </a:lnTo>
                <a:close/>
              </a:path>
              <a:path extrusionOk="0" h="187960" w="502284">
                <a:moveTo>
                  <a:pt x="81876" y="0"/>
                </a:moveTo>
                <a:lnTo>
                  <a:pt x="20459" y="0"/>
                </a:lnTo>
                <a:lnTo>
                  <a:pt x="20459" y="42799"/>
                </a:lnTo>
                <a:lnTo>
                  <a:pt x="81876" y="42799"/>
                </a:lnTo>
                <a:lnTo>
                  <a:pt x="81876" y="0"/>
                </a:lnTo>
                <a:close/>
              </a:path>
              <a:path extrusionOk="0" h="187960" w="502284">
                <a:moveTo>
                  <a:pt x="502183" y="187947"/>
                </a:moveTo>
                <a:lnTo>
                  <a:pt x="501370" y="187667"/>
                </a:lnTo>
                <a:lnTo>
                  <a:pt x="496430" y="182346"/>
                </a:lnTo>
                <a:lnTo>
                  <a:pt x="483730" y="167474"/>
                </a:lnTo>
                <a:lnTo>
                  <a:pt x="0" y="167474"/>
                </a:lnTo>
                <a:lnTo>
                  <a:pt x="0" y="187947"/>
                </a:lnTo>
                <a:lnTo>
                  <a:pt x="502183" y="187947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2137" y="4114470"/>
            <a:ext cx="304462" cy="10694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/>
          <p:nvPr/>
        </p:nvSpPr>
        <p:spPr>
          <a:xfrm>
            <a:off x="7695476" y="4795341"/>
            <a:ext cx="381000" cy="106680"/>
          </a:xfrm>
          <a:custGeom>
            <a:rect b="b" l="l" r="r" t="t"/>
            <a:pathLst>
              <a:path extrusionOk="0" h="106679" w="381000">
                <a:moveTo>
                  <a:pt x="259969" y="47269"/>
                </a:moveTo>
                <a:lnTo>
                  <a:pt x="253746" y="41059"/>
                </a:lnTo>
                <a:lnTo>
                  <a:pt x="47409" y="41059"/>
                </a:lnTo>
                <a:lnTo>
                  <a:pt x="62496" y="25438"/>
                </a:lnTo>
                <a:lnTo>
                  <a:pt x="67919" y="20015"/>
                </a:lnTo>
                <a:lnTo>
                  <a:pt x="67919" y="10972"/>
                </a:lnTo>
                <a:lnTo>
                  <a:pt x="57073" y="127"/>
                </a:lnTo>
                <a:lnTo>
                  <a:pt x="48285" y="0"/>
                </a:lnTo>
                <a:lnTo>
                  <a:pt x="1473" y="46761"/>
                </a:lnTo>
                <a:lnTo>
                  <a:pt x="0" y="50253"/>
                </a:lnTo>
                <a:lnTo>
                  <a:pt x="0" y="57619"/>
                </a:lnTo>
                <a:lnTo>
                  <a:pt x="1473" y="61137"/>
                </a:lnTo>
                <a:lnTo>
                  <a:pt x="45580" y="105232"/>
                </a:lnTo>
                <a:lnTo>
                  <a:pt x="49123" y="106591"/>
                </a:lnTo>
                <a:lnTo>
                  <a:pt x="56235" y="106591"/>
                </a:lnTo>
                <a:lnTo>
                  <a:pt x="59791" y="105232"/>
                </a:lnTo>
                <a:lnTo>
                  <a:pt x="67919" y="97104"/>
                </a:lnTo>
                <a:lnTo>
                  <a:pt x="67919" y="88823"/>
                </a:lnTo>
                <a:lnTo>
                  <a:pt x="47409" y="68821"/>
                </a:lnTo>
                <a:lnTo>
                  <a:pt x="253746" y="68821"/>
                </a:lnTo>
                <a:lnTo>
                  <a:pt x="259969" y="62598"/>
                </a:lnTo>
                <a:lnTo>
                  <a:pt x="259969" y="47269"/>
                </a:lnTo>
                <a:close/>
              </a:path>
              <a:path extrusionOk="0" h="106679" w="381000">
                <a:moveTo>
                  <a:pt x="303428" y="47256"/>
                </a:moveTo>
                <a:lnTo>
                  <a:pt x="297218" y="41046"/>
                </a:lnTo>
                <a:lnTo>
                  <a:pt x="281355" y="41046"/>
                </a:lnTo>
                <a:lnTo>
                  <a:pt x="275145" y="47256"/>
                </a:lnTo>
                <a:lnTo>
                  <a:pt x="275145" y="62585"/>
                </a:lnTo>
                <a:lnTo>
                  <a:pt x="281355" y="68808"/>
                </a:lnTo>
                <a:lnTo>
                  <a:pt x="289547" y="68808"/>
                </a:lnTo>
                <a:lnTo>
                  <a:pt x="297218" y="68808"/>
                </a:lnTo>
                <a:lnTo>
                  <a:pt x="303428" y="62585"/>
                </a:lnTo>
                <a:lnTo>
                  <a:pt x="303428" y="47256"/>
                </a:lnTo>
                <a:close/>
              </a:path>
              <a:path extrusionOk="0" h="106679" w="381000">
                <a:moveTo>
                  <a:pt x="348386" y="47269"/>
                </a:moveTo>
                <a:lnTo>
                  <a:pt x="342176" y="41046"/>
                </a:lnTo>
                <a:lnTo>
                  <a:pt x="333387" y="41046"/>
                </a:lnTo>
                <a:lnTo>
                  <a:pt x="325716" y="41046"/>
                </a:lnTo>
                <a:lnTo>
                  <a:pt x="319506" y="47269"/>
                </a:lnTo>
                <a:lnTo>
                  <a:pt x="319506" y="62598"/>
                </a:lnTo>
                <a:lnTo>
                  <a:pt x="325716" y="68808"/>
                </a:lnTo>
                <a:lnTo>
                  <a:pt x="342176" y="68808"/>
                </a:lnTo>
                <a:lnTo>
                  <a:pt x="348386" y="62598"/>
                </a:lnTo>
                <a:lnTo>
                  <a:pt x="348386" y="47269"/>
                </a:lnTo>
                <a:close/>
              </a:path>
              <a:path extrusionOk="0" h="106679" w="381000">
                <a:moveTo>
                  <a:pt x="380707" y="47269"/>
                </a:moveTo>
                <a:lnTo>
                  <a:pt x="374484" y="41046"/>
                </a:lnTo>
                <a:lnTo>
                  <a:pt x="365112" y="41046"/>
                </a:lnTo>
                <a:lnTo>
                  <a:pt x="357441" y="41046"/>
                </a:lnTo>
                <a:lnTo>
                  <a:pt x="351231" y="47269"/>
                </a:lnTo>
                <a:lnTo>
                  <a:pt x="351231" y="62598"/>
                </a:lnTo>
                <a:lnTo>
                  <a:pt x="357441" y="68808"/>
                </a:lnTo>
                <a:lnTo>
                  <a:pt x="374484" y="68808"/>
                </a:lnTo>
                <a:lnTo>
                  <a:pt x="380707" y="62598"/>
                </a:lnTo>
                <a:lnTo>
                  <a:pt x="380707" y="47269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8632" y="4349315"/>
            <a:ext cx="200699" cy="10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47333" y="4560561"/>
            <a:ext cx="225471" cy="1068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15"/>
          <p:cNvGrpSpPr/>
          <p:nvPr/>
        </p:nvGrpSpPr>
        <p:grpSpPr>
          <a:xfrm>
            <a:off x="7068782" y="4202455"/>
            <a:ext cx="813435" cy="761365"/>
            <a:chOff x="7068782" y="4202455"/>
            <a:chExt cx="813435" cy="761365"/>
          </a:xfrm>
        </p:grpSpPr>
        <p:sp>
          <p:nvSpPr>
            <p:cNvPr id="306" name="Google Shape;306;p15"/>
            <p:cNvSpPr/>
            <p:nvPr/>
          </p:nvSpPr>
          <p:spPr>
            <a:xfrm>
              <a:off x="7068782" y="4225581"/>
              <a:ext cx="813435" cy="538480"/>
            </a:xfrm>
            <a:custGeom>
              <a:rect b="b" l="l" r="r" t="t"/>
              <a:pathLst>
                <a:path extrusionOk="0" h="538479" w="813434">
                  <a:moveTo>
                    <a:pt x="471982" y="0"/>
                  </a:moveTo>
                  <a:lnTo>
                    <a:pt x="51003" y="0"/>
                  </a:lnTo>
                  <a:lnTo>
                    <a:pt x="31178" y="4064"/>
                  </a:lnTo>
                  <a:lnTo>
                    <a:pt x="14960" y="15113"/>
                  </a:lnTo>
                  <a:lnTo>
                    <a:pt x="4013" y="31432"/>
                  </a:lnTo>
                  <a:lnTo>
                    <a:pt x="0" y="51308"/>
                  </a:lnTo>
                  <a:lnTo>
                    <a:pt x="12" y="444220"/>
                  </a:lnTo>
                  <a:lnTo>
                    <a:pt x="471982" y="444220"/>
                  </a:lnTo>
                  <a:lnTo>
                    <a:pt x="471982" y="0"/>
                  </a:lnTo>
                  <a:close/>
                </a:path>
                <a:path extrusionOk="0" h="538479" w="813434">
                  <a:moveTo>
                    <a:pt x="813396" y="207784"/>
                  </a:moveTo>
                  <a:lnTo>
                    <a:pt x="790359" y="149288"/>
                  </a:lnTo>
                  <a:lnTo>
                    <a:pt x="749503" y="150749"/>
                  </a:lnTo>
                  <a:lnTo>
                    <a:pt x="744982" y="148501"/>
                  </a:lnTo>
                  <a:lnTo>
                    <a:pt x="718959" y="116065"/>
                  </a:lnTo>
                  <a:lnTo>
                    <a:pt x="687171" y="89217"/>
                  </a:lnTo>
                  <a:lnTo>
                    <a:pt x="685012" y="84620"/>
                  </a:lnTo>
                  <a:lnTo>
                    <a:pt x="687717" y="43903"/>
                  </a:lnTo>
                  <a:lnTo>
                    <a:pt x="630059" y="19151"/>
                  </a:lnTo>
                  <a:lnTo>
                    <a:pt x="602640" y="48666"/>
                  </a:lnTo>
                  <a:lnTo>
                    <a:pt x="597954" y="50253"/>
                  </a:lnTo>
                  <a:lnTo>
                    <a:pt x="593356" y="49479"/>
                  </a:lnTo>
                  <a:lnTo>
                    <a:pt x="574929" y="47129"/>
                  </a:lnTo>
                  <a:lnTo>
                    <a:pt x="556425" y="46189"/>
                  </a:lnTo>
                  <a:lnTo>
                    <a:pt x="537908" y="46710"/>
                  </a:lnTo>
                  <a:lnTo>
                    <a:pt x="519442" y="48653"/>
                  </a:lnTo>
                  <a:lnTo>
                    <a:pt x="514832" y="49314"/>
                  </a:lnTo>
                  <a:lnTo>
                    <a:pt x="510286" y="47625"/>
                  </a:lnTo>
                  <a:lnTo>
                    <a:pt x="499745" y="35661"/>
                  </a:lnTo>
                  <a:lnTo>
                    <a:pt x="499745" y="133184"/>
                  </a:lnTo>
                  <a:lnTo>
                    <a:pt x="513930" y="128676"/>
                  </a:lnTo>
                  <a:lnTo>
                    <a:pt x="528612" y="125577"/>
                  </a:lnTo>
                  <a:lnTo>
                    <a:pt x="543610" y="123926"/>
                  </a:lnTo>
                  <a:lnTo>
                    <a:pt x="558774" y="123723"/>
                  </a:lnTo>
                  <a:lnTo>
                    <a:pt x="588911" y="127812"/>
                  </a:lnTo>
                  <a:lnTo>
                    <a:pt x="643115" y="152666"/>
                  </a:lnTo>
                  <a:lnTo>
                    <a:pt x="684314" y="197053"/>
                  </a:lnTo>
                  <a:lnTo>
                    <a:pt x="705065" y="252984"/>
                  </a:lnTo>
                  <a:lnTo>
                    <a:pt x="706907" y="283349"/>
                  </a:lnTo>
                  <a:lnTo>
                    <a:pt x="697623" y="330631"/>
                  </a:lnTo>
                  <a:lnTo>
                    <a:pt x="675119" y="371386"/>
                  </a:lnTo>
                  <a:lnTo>
                    <a:pt x="641870" y="403339"/>
                  </a:lnTo>
                  <a:lnTo>
                    <a:pt x="600354" y="424205"/>
                  </a:lnTo>
                  <a:lnTo>
                    <a:pt x="553046" y="431660"/>
                  </a:lnTo>
                  <a:lnTo>
                    <a:pt x="547370" y="431558"/>
                  </a:lnTo>
                  <a:lnTo>
                    <a:pt x="534885" y="430618"/>
                  </a:lnTo>
                  <a:lnTo>
                    <a:pt x="522554" y="428713"/>
                  </a:lnTo>
                  <a:lnTo>
                    <a:pt x="510717" y="425856"/>
                  </a:lnTo>
                  <a:lnTo>
                    <a:pt x="499757" y="422084"/>
                  </a:lnTo>
                  <a:lnTo>
                    <a:pt x="499757" y="510667"/>
                  </a:lnTo>
                  <a:lnTo>
                    <a:pt x="503402" y="506615"/>
                  </a:lnTo>
                  <a:lnTo>
                    <a:pt x="507974" y="505028"/>
                  </a:lnTo>
                  <a:lnTo>
                    <a:pt x="512584" y="505802"/>
                  </a:lnTo>
                  <a:lnTo>
                    <a:pt x="530999" y="508177"/>
                  </a:lnTo>
                  <a:lnTo>
                    <a:pt x="549490" y="509092"/>
                  </a:lnTo>
                  <a:lnTo>
                    <a:pt x="568007" y="508584"/>
                  </a:lnTo>
                  <a:lnTo>
                    <a:pt x="586486" y="506628"/>
                  </a:lnTo>
                  <a:lnTo>
                    <a:pt x="591108" y="505968"/>
                  </a:lnTo>
                  <a:lnTo>
                    <a:pt x="595744" y="507657"/>
                  </a:lnTo>
                  <a:lnTo>
                    <a:pt x="622820" y="538073"/>
                  </a:lnTo>
                  <a:lnTo>
                    <a:pt x="681316" y="515023"/>
                  </a:lnTo>
                  <a:lnTo>
                    <a:pt x="679831" y="474167"/>
                  </a:lnTo>
                  <a:lnTo>
                    <a:pt x="682104" y="469646"/>
                  </a:lnTo>
                  <a:lnTo>
                    <a:pt x="714540" y="443636"/>
                  </a:lnTo>
                  <a:lnTo>
                    <a:pt x="741387" y="411848"/>
                  </a:lnTo>
                  <a:lnTo>
                    <a:pt x="745985" y="409689"/>
                  </a:lnTo>
                  <a:lnTo>
                    <a:pt x="786701" y="412394"/>
                  </a:lnTo>
                  <a:lnTo>
                    <a:pt x="811453" y="354736"/>
                  </a:lnTo>
                  <a:lnTo>
                    <a:pt x="781951" y="327304"/>
                  </a:lnTo>
                  <a:lnTo>
                    <a:pt x="780364" y="322618"/>
                  </a:lnTo>
                  <a:lnTo>
                    <a:pt x="781138" y="318020"/>
                  </a:lnTo>
                  <a:lnTo>
                    <a:pt x="783488" y="299605"/>
                  </a:lnTo>
                  <a:lnTo>
                    <a:pt x="784415" y="281114"/>
                  </a:lnTo>
                  <a:lnTo>
                    <a:pt x="783907" y="262597"/>
                  </a:lnTo>
                  <a:lnTo>
                    <a:pt x="781964" y="244119"/>
                  </a:lnTo>
                  <a:lnTo>
                    <a:pt x="781291" y="239496"/>
                  </a:lnTo>
                  <a:lnTo>
                    <a:pt x="782993" y="234861"/>
                  </a:lnTo>
                  <a:lnTo>
                    <a:pt x="813396" y="207784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" name="Google Shape;307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68542" y="4377052"/>
              <a:ext cx="179374" cy="25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5"/>
            <p:cNvSpPr/>
            <p:nvPr/>
          </p:nvSpPr>
          <p:spPr>
            <a:xfrm>
              <a:off x="7068782" y="4202455"/>
              <a:ext cx="586105" cy="761365"/>
            </a:xfrm>
            <a:custGeom>
              <a:rect b="b" l="l" r="r" t="t"/>
              <a:pathLst>
                <a:path extrusionOk="0" h="761364" w="586104">
                  <a:moveTo>
                    <a:pt x="471982" y="495122"/>
                  </a:moveTo>
                  <a:lnTo>
                    <a:pt x="0" y="495122"/>
                  </a:lnTo>
                  <a:lnTo>
                    <a:pt x="0" y="514184"/>
                  </a:lnTo>
                  <a:lnTo>
                    <a:pt x="4013" y="533908"/>
                  </a:lnTo>
                  <a:lnTo>
                    <a:pt x="14960" y="549897"/>
                  </a:lnTo>
                  <a:lnTo>
                    <a:pt x="31178" y="560616"/>
                  </a:lnTo>
                  <a:lnTo>
                    <a:pt x="51003" y="564527"/>
                  </a:lnTo>
                  <a:lnTo>
                    <a:pt x="471982" y="564527"/>
                  </a:lnTo>
                  <a:lnTo>
                    <a:pt x="471982" y="495122"/>
                  </a:lnTo>
                  <a:close/>
                </a:path>
                <a:path extrusionOk="0" h="761364" w="586104">
                  <a:moveTo>
                    <a:pt x="515937" y="557517"/>
                  </a:moveTo>
                  <a:lnTo>
                    <a:pt x="515581" y="557466"/>
                  </a:lnTo>
                  <a:lnTo>
                    <a:pt x="499745" y="574586"/>
                  </a:lnTo>
                  <a:lnTo>
                    <a:pt x="499745" y="587667"/>
                  </a:lnTo>
                  <a:lnTo>
                    <a:pt x="515937" y="587667"/>
                  </a:lnTo>
                  <a:lnTo>
                    <a:pt x="515937" y="557517"/>
                  </a:lnTo>
                  <a:close/>
                </a:path>
                <a:path extrusionOk="0" h="761364" w="586104">
                  <a:moveTo>
                    <a:pt x="515937" y="0"/>
                  </a:moveTo>
                  <a:lnTo>
                    <a:pt x="499745" y="0"/>
                  </a:lnTo>
                  <a:lnTo>
                    <a:pt x="499745" y="17030"/>
                  </a:lnTo>
                  <a:lnTo>
                    <a:pt x="515937" y="35382"/>
                  </a:lnTo>
                  <a:lnTo>
                    <a:pt x="515937" y="0"/>
                  </a:lnTo>
                  <a:close/>
                </a:path>
                <a:path extrusionOk="0" h="761364" w="586104">
                  <a:moveTo>
                    <a:pt x="586092" y="739635"/>
                  </a:moveTo>
                  <a:lnTo>
                    <a:pt x="579882" y="733425"/>
                  </a:lnTo>
                  <a:lnTo>
                    <a:pt x="425716" y="733425"/>
                  </a:lnTo>
                  <a:lnTo>
                    <a:pt x="425716" y="578408"/>
                  </a:lnTo>
                  <a:lnTo>
                    <a:pt x="397954" y="578408"/>
                  </a:lnTo>
                  <a:lnTo>
                    <a:pt x="397954" y="733425"/>
                  </a:lnTo>
                  <a:lnTo>
                    <a:pt x="242811" y="733425"/>
                  </a:lnTo>
                  <a:lnTo>
                    <a:pt x="236588" y="739635"/>
                  </a:lnTo>
                  <a:lnTo>
                    <a:pt x="236588" y="754964"/>
                  </a:lnTo>
                  <a:lnTo>
                    <a:pt x="242811" y="761187"/>
                  </a:lnTo>
                  <a:lnTo>
                    <a:pt x="579882" y="761187"/>
                  </a:lnTo>
                  <a:lnTo>
                    <a:pt x="586092" y="754964"/>
                  </a:lnTo>
                  <a:lnTo>
                    <a:pt x="586092" y="739635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15"/>
          <p:cNvSpPr/>
          <p:nvPr/>
        </p:nvSpPr>
        <p:spPr>
          <a:xfrm>
            <a:off x="1386395" y="4553864"/>
            <a:ext cx="381635" cy="410209"/>
          </a:xfrm>
          <a:custGeom>
            <a:rect b="b" l="l" r="r" t="t"/>
            <a:pathLst>
              <a:path extrusionOk="0" h="410210" w="381635">
                <a:moveTo>
                  <a:pt x="28244" y="175183"/>
                </a:moveTo>
                <a:lnTo>
                  <a:pt x="22593" y="169532"/>
                </a:lnTo>
                <a:lnTo>
                  <a:pt x="5651" y="169532"/>
                </a:lnTo>
                <a:lnTo>
                  <a:pt x="0" y="175183"/>
                </a:lnTo>
                <a:lnTo>
                  <a:pt x="0" y="220395"/>
                </a:lnTo>
                <a:lnTo>
                  <a:pt x="5651" y="226047"/>
                </a:lnTo>
                <a:lnTo>
                  <a:pt x="14122" y="226047"/>
                </a:lnTo>
                <a:lnTo>
                  <a:pt x="22593" y="226047"/>
                </a:lnTo>
                <a:lnTo>
                  <a:pt x="28244" y="220395"/>
                </a:lnTo>
                <a:lnTo>
                  <a:pt x="28244" y="175183"/>
                </a:lnTo>
                <a:close/>
              </a:path>
              <a:path extrusionOk="0" h="410210" w="381635">
                <a:moveTo>
                  <a:pt x="381457" y="387121"/>
                </a:moveTo>
                <a:lnTo>
                  <a:pt x="375805" y="381469"/>
                </a:lnTo>
                <a:lnTo>
                  <a:pt x="367334" y="381469"/>
                </a:lnTo>
                <a:lnTo>
                  <a:pt x="367334" y="5651"/>
                </a:lnTo>
                <a:lnTo>
                  <a:pt x="361683" y="0"/>
                </a:lnTo>
                <a:lnTo>
                  <a:pt x="316471" y="0"/>
                </a:lnTo>
                <a:lnTo>
                  <a:pt x="310819" y="5651"/>
                </a:lnTo>
                <a:lnTo>
                  <a:pt x="310819" y="381469"/>
                </a:lnTo>
                <a:lnTo>
                  <a:pt x="254304" y="381469"/>
                </a:lnTo>
                <a:lnTo>
                  <a:pt x="254304" y="118681"/>
                </a:lnTo>
                <a:lnTo>
                  <a:pt x="248653" y="113030"/>
                </a:lnTo>
                <a:lnTo>
                  <a:pt x="203441" y="113030"/>
                </a:lnTo>
                <a:lnTo>
                  <a:pt x="197789" y="118681"/>
                </a:lnTo>
                <a:lnTo>
                  <a:pt x="197789" y="381469"/>
                </a:lnTo>
                <a:lnTo>
                  <a:pt x="141274" y="381469"/>
                </a:lnTo>
                <a:lnTo>
                  <a:pt x="141274" y="189318"/>
                </a:lnTo>
                <a:lnTo>
                  <a:pt x="135623" y="183667"/>
                </a:lnTo>
                <a:lnTo>
                  <a:pt x="90424" y="183667"/>
                </a:lnTo>
                <a:lnTo>
                  <a:pt x="84772" y="189318"/>
                </a:lnTo>
                <a:lnTo>
                  <a:pt x="84772" y="381469"/>
                </a:lnTo>
                <a:lnTo>
                  <a:pt x="28257" y="381469"/>
                </a:lnTo>
                <a:lnTo>
                  <a:pt x="28257" y="259969"/>
                </a:lnTo>
                <a:lnTo>
                  <a:pt x="22606" y="254317"/>
                </a:lnTo>
                <a:lnTo>
                  <a:pt x="5651" y="254317"/>
                </a:lnTo>
                <a:lnTo>
                  <a:pt x="0" y="259969"/>
                </a:lnTo>
                <a:lnTo>
                  <a:pt x="0" y="404075"/>
                </a:lnTo>
                <a:lnTo>
                  <a:pt x="5651" y="409727"/>
                </a:lnTo>
                <a:lnTo>
                  <a:pt x="375805" y="409727"/>
                </a:lnTo>
                <a:lnTo>
                  <a:pt x="381457" y="404075"/>
                </a:lnTo>
                <a:lnTo>
                  <a:pt x="381457" y="387121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15"/>
          <p:cNvGrpSpPr/>
          <p:nvPr/>
        </p:nvGrpSpPr>
        <p:grpSpPr>
          <a:xfrm>
            <a:off x="918744" y="4115875"/>
            <a:ext cx="849630" cy="781301"/>
            <a:chOff x="918744" y="4115875"/>
            <a:chExt cx="849630" cy="781301"/>
          </a:xfrm>
        </p:grpSpPr>
        <p:sp>
          <p:nvSpPr>
            <p:cNvPr id="311" name="Google Shape;311;p15"/>
            <p:cNvSpPr/>
            <p:nvPr/>
          </p:nvSpPr>
          <p:spPr>
            <a:xfrm>
              <a:off x="1216863" y="4285424"/>
              <a:ext cx="339090" cy="339090"/>
            </a:xfrm>
            <a:custGeom>
              <a:rect b="b" l="l" r="r" t="t"/>
              <a:pathLst>
                <a:path extrusionOk="0" h="339089" w="339090">
                  <a:moveTo>
                    <a:pt x="211924" y="114439"/>
                  </a:moveTo>
                  <a:lnTo>
                    <a:pt x="202717" y="107835"/>
                  </a:lnTo>
                  <a:lnTo>
                    <a:pt x="192316" y="102958"/>
                  </a:lnTo>
                  <a:lnTo>
                    <a:pt x="181114" y="99936"/>
                  </a:lnTo>
                  <a:lnTo>
                    <a:pt x="169532" y="98894"/>
                  </a:lnTo>
                  <a:lnTo>
                    <a:pt x="149263" y="101701"/>
                  </a:lnTo>
                  <a:lnTo>
                    <a:pt x="131381" y="109664"/>
                  </a:lnTo>
                  <a:lnTo>
                    <a:pt x="116674" y="122148"/>
                  </a:lnTo>
                  <a:lnTo>
                    <a:pt x="105956" y="138455"/>
                  </a:lnTo>
                  <a:lnTo>
                    <a:pt x="165290" y="154000"/>
                  </a:lnTo>
                  <a:lnTo>
                    <a:pt x="211924" y="114439"/>
                  </a:lnTo>
                  <a:close/>
                </a:path>
                <a:path extrusionOk="0" h="339089" w="339090">
                  <a:moveTo>
                    <a:pt x="339077" y="155409"/>
                  </a:moveTo>
                  <a:lnTo>
                    <a:pt x="303758" y="155409"/>
                  </a:lnTo>
                  <a:lnTo>
                    <a:pt x="295884" y="154000"/>
                  </a:lnTo>
                  <a:lnTo>
                    <a:pt x="295554" y="154000"/>
                  </a:lnTo>
                  <a:lnTo>
                    <a:pt x="287680" y="149758"/>
                  </a:lnTo>
                  <a:lnTo>
                    <a:pt x="281305" y="143484"/>
                  </a:lnTo>
                  <a:lnTo>
                    <a:pt x="276910" y="135636"/>
                  </a:lnTo>
                  <a:lnTo>
                    <a:pt x="275501" y="129984"/>
                  </a:lnTo>
                  <a:lnTo>
                    <a:pt x="272669" y="122923"/>
                  </a:lnTo>
                  <a:lnTo>
                    <a:pt x="269849" y="117271"/>
                  </a:lnTo>
                  <a:lnTo>
                    <a:pt x="268439" y="113093"/>
                  </a:lnTo>
                  <a:lnTo>
                    <a:pt x="268439" y="169545"/>
                  </a:lnTo>
                  <a:lnTo>
                    <a:pt x="268439" y="178015"/>
                  </a:lnTo>
                  <a:lnTo>
                    <a:pt x="262686" y="183756"/>
                  </a:lnTo>
                  <a:lnTo>
                    <a:pt x="255714" y="183756"/>
                  </a:lnTo>
                  <a:lnTo>
                    <a:pt x="255714" y="217576"/>
                  </a:lnTo>
                  <a:lnTo>
                    <a:pt x="223227" y="252907"/>
                  </a:lnTo>
                  <a:lnTo>
                    <a:pt x="217576" y="255727"/>
                  </a:lnTo>
                  <a:lnTo>
                    <a:pt x="210502" y="255727"/>
                  </a:lnTo>
                  <a:lnTo>
                    <a:pt x="206273" y="252907"/>
                  </a:lnTo>
                  <a:lnTo>
                    <a:pt x="203441" y="250075"/>
                  </a:lnTo>
                  <a:lnTo>
                    <a:pt x="199199" y="243014"/>
                  </a:lnTo>
                  <a:lnTo>
                    <a:pt x="200583" y="234708"/>
                  </a:lnTo>
                  <a:lnTo>
                    <a:pt x="200621" y="234530"/>
                  </a:lnTo>
                  <a:lnTo>
                    <a:pt x="207683" y="230301"/>
                  </a:lnTo>
                  <a:lnTo>
                    <a:pt x="213550" y="226009"/>
                  </a:lnTo>
                  <a:lnTo>
                    <a:pt x="218617" y="221462"/>
                  </a:lnTo>
                  <a:lnTo>
                    <a:pt x="223164" y="216382"/>
                  </a:lnTo>
                  <a:lnTo>
                    <a:pt x="227457" y="210515"/>
                  </a:lnTo>
                  <a:lnTo>
                    <a:pt x="231698" y="203454"/>
                  </a:lnTo>
                  <a:lnTo>
                    <a:pt x="240182" y="202044"/>
                  </a:lnTo>
                  <a:lnTo>
                    <a:pt x="247243" y="206273"/>
                  </a:lnTo>
                  <a:lnTo>
                    <a:pt x="254304" y="209105"/>
                  </a:lnTo>
                  <a:lnTo>
                    <a:pt x="255714" y="217576"/>
                  </a:lnTo>
                  <a:lnTo>
                    <a:pt x="255714" y="183756"/>
                  </a:lnTo>
                  <a:lnTo>
                    <a:pt x="245922" y="183756"/>
                  </a:lnTo>
                  <a:lnTo>
                    <a:pt x="240182" y="178015"/>
                  </a:lnTo>
                  <a:lnTo>
                    <a:pt x="240182" y="169545"/>
                  </a:lnTo>
                  <a:lnTo>
                    <a:pt x="239483" y="161061"/>
                  </a:lnTo>
                  <a:lnTo>
                    <a:pt x="239420" y="160274"/>
                  </a:lnTo>
                  <a:lnTo>
                    <a:pt x="237426" y="151853"/>
                  </a:lnTo>
                  <a:lnTo>
                    <a:pt x="237350" y="151523"/>
                  </a:lnTo>
                  <a:lnTo>
                    <a:pt x="234276" y="143484"/>
                  </a:lnTo>
                  <a:lnTo>
                    <a:pt x="234213" y="143319"/>
                  </a:lnTo>
                  <a:lnTo>
                    <a:pt x="230289" y="135636"/>
                  </a:lnTo>
                  <a:lnTo>
                    <a:pt x="178015" y="180848"/>
                  </a:lnTo>
                  <a:lnTo>
                    <a:pt x="176593" y="182257"/>
                  </a:lnTo>
                  <a:lnTo>
                    <a:pt x="172085" y="183756"/>
                  </a:lnTo>
                  <a:lnTo>
                    <a:pt x="165620" y="183756"/>
                  </a:lnTo>
                  <a:lnTo>
                    <a:pt x="98894" y="165303"/>
                  </a:lnTo>
                  <a:lnTo>
                    <a:pt x="98894" y="169545"/>
                  </a:lnTo>
                  <a:lnTo>
                    <a:pt x="104368" y="197269"/>
                  </a:lnTo>
                  <a:lnTo>
                    <a:pt x="119367" y="219697"/>
                  </a:lnTo>
                  <a:lnTo>
                    <a:pt x="141795" y="234708"/>
                  </a:lnTo>
                  <a:lnTo>
                    <a:pt x="169532" y="240182"/>
                  </a:lnTo>
                  <a:lnTo>
                    <a:pt x="178015" y="240182"/>
                  </a:lnTo>
                  <a:lnTo>
                    <a:pt x="183667" y="245833"/>
                  </a:lnTo>
                  <a:lnTo>
                    <a:pt x="183667" y="262788"/>
                  </a:lnTo>
                  <a:lnTo>
                    <a:pt x="178015" y="268439"/>
                  </a:lnTo>
                  <a:lnTo>
                    <a:pt x="169532" y="268439"/>
                  </a:lnTo>
                  <a:lnTo>
                    <a:pt x="130835" y="260731"/>
                  </a:lnTo>
                  <a:lnTo>
                    <a:pt x="78333" y="208241"/>
                  </a:lnTo>
                  <a:lnTo>
                    <a:pt x="70637" y="169545"/>
                  </a:lnTo>
                  <a:lnTo>
                    <a:pt x="70637" y="161061"/>
                  </a:lnTo>
                  <a:lnTo>
                    <a:pt x="86677" y="116154"/>
                  </a:lnTo>
                  <a:lnTo>
                    <a:pt x="136436" y="77571"/>
                  </a:lnTo>
                  <a:lnTo>
                    <a:pt x="169037" y="72136"/>
                  </a:lnTo>
                  <a:lnTo>
                    <a:pt x="170294" y="72136"/>
                  </a:lnTo>
                  <a:lnTo>
                    <a:pt x="211201" y="81064"/>
                  </a:lnTo>
                  <a:lnTo>
                    <a:pt x="244411" y="105968"/>
                  </a:lnTo>
                  <a:lnTo>
                    <a:pt x="266573" y="151523"/>
                  </a:lnTo>
                  <a:lnTo>
                    <a:pt x="268439" y="169545"/>
                  </a:lnTo>
                  <a:lnTo>
                    <a:pt x="268439" y="113093"/>
                  </a:lnTo>
                  <a:lnTo>
                    <a:pt x="266928" y="108610"/>
                  </a:lnTo>
                  <a:lnTo>
                    <a:pt x="266661" y="99961"/>
                  </a:lnTo>
                  <a:lnTo>
                    <a:pt x="269049" y="91833"/>
                  </a:lnTo>
                  <a:lnTo>
                    <a:pt x="274091" y="84772"/>
                  </a:lnTo>
                  <a:lnTo>
                    <a:pt x="286448" y="72402"/>
                  </a:lnTo>
                  <a:lnTo>
                    <a:pt x="299516" y="59347"/>
                  </a:lnTo>
                  <a:lnTo>
                    <a:pt x="279742" y="39560"/>
                  </a:lnTo>
                  <a:lnTo>
                    <a:pt x="254304" y="64998"/>
                  </a:lnTo>
                  <a:lnTo>
                    <a:pt x="247040" y="70027"/>
                  </a:lnTo>
                  <a:lnTo>
                    <a:pt x="238582" y="72402"/>
                  </a:lnTo>
                  <a:lnTo>
                    <a:pt x="229857" y="72136"/>
                  </a:lnTo>
                  <a:lnTo>
                    <a:pt x="221805" y="69227"/>
                  </a:lnTo>
                  <a:lnTo>
                    <a:pt x="210502" y="63576"/>
                  </a:lnTo>
                  <a:lnTo>
                    <a:pt x="203441" y="62166"/>
                  </a:lnTo>
                  <a:lnTo>
                    <a:pt x="195580" y="57962"/>
                  </a:lnTo>
                  <a:lnTo>
                    <a:pt x="189306" y="51917"/>
                  </a:lnTo>
                  <a:lnTo>
                    <a:pt x="185166" y="44284"/>
                  </a:lnTo>
                  <a:lnTo>
                    <a:pt x="183667" y="35318"/>
                  </a:lnTo>
                  <a:lnTo>
                    <a:pt x="183667" y="0"/>
                  </a:lnTo>
                  <a:lnTo>
                    <a:pt x="155409" y="0"/>
                  </a:lnTo>
                  <a:lnTo>
                    <a:pt x="155409" y="35318"/>
                  </a:lnTo>
                  <a:lnTo>
                    <a:pt x="153898" y="44284"/>
                  </a:lnTo>
                  <a:lnTo>
                    <a:pt x="149745" y="51917"/>
                  </a:lnTo>
                  <a:lnTo>
                    <a:pt x="143471" y="57962"/>
                  </a:lnTo>
                  <a:lnTo>
                    <a:pt x="135623" y="62166"/>
                  </a:lnTo>
                  <a:lnTo>
                    <a:pt x="129971" y="63576"/>
                  </a:lnTo>
                  <a:lnTo>
                    <a:pt x="122910" y="66408"/>
                  </a:lnTo>
                  <a:lnTo>
                    <a:pt x="117259" y="69227"/>
                  </a:lnTo>
                  <a:lnTo>
                    <a:pt x="108597" y="72136"/>
                  </a:lnTo>
                  <a:lnTo>
                    <a:pt x="99949" y="72402"/>
                  </a:lnTo>
                  <a:lnTo>
                    <a:pt x="91821" y="70027"/>
                  </a:lnTo>
                  <a:lnTo>
                    <a:pt x="84759" y="64998"/>
                  </a:lnTo>
                  <a:lnTo>
                    <a:pt x="59334" y="39560"/>
                  </a:lnTo>
                  <a:lnTo>
                    <a:pt x="39547" y="59347"/>
                  </a:lnTo>
                  <a:lnTo>
                    <a:pt x="64985" y="83362"/>
                  </a:lnTo>
                  <a:lnTo>
                    <a:pt x="70015" y="90614"/>
                  </a:lnTo>
                  <a:lnTo>
                    <a:pt x="72402" y="99072"/>
                  </a:lnTo>
                  <a:lnTo>
                    <a:pt x="72186" y="105968"/>
                  </a:lnTo>
                  <a:lnTo>
                    <a:pt x="72136" y="107797"/>
                  </a:lnTo>
                  <a:lnTo>
                    <a:pt x="69227" y="115862"/>
                  </a:lnTo>
                  <a:lnTo>
                    <a:pt x="63576" y="127152"/>
                  </a:lnTo>
                  <a:lnTo>
                    <a:pt x="62153" y="134226"/>
                  </a:lnTo>
                  <a:lnTo>
                    <a:pt x="57962" y="142074"/>
                  </a:lnTo>
                  <a:lnTo>
                    <a:pt x="51917" y="148348"/>
                  </a:lnTo>
                  <a:lnTo>
                    <a:pt x="44107" y="152590"/>
                  </a:lnTo>
                  <a:lnTo>
                    <a:pt x="43738" y="152590"/>
                  </a:lnTo>
                  <a:lnTo>
                    <a:pt x="35318" y="154000"/>
                  </a:lnTo>
                  <a:lnTo>
                    <a:pt x="0" y="154000"/>
                  </a:lnTo>
                  <a:lnTo>
                    <a:pt x="0" y="182257"/>
                  </a:lnTo>
                  <a:lnTo>
                    <a:pt x="35318" y="182257"/>
                  </a:lnTo>
                  <a:lnTo>
                    <a:pt x="44272" y="183756"/>
                  </a:lnTo>
                  <a:lnTo>
                    <a:pt x="51917" y="187909"/>
                  </a:lnTo>
                  <a:lnTo>
                    <a:pt x="57962" y="194183"/>
                  </a:lnTo>
                  <a:lnTo>
                    <a:pt x="62153" y="202044"/>
                  </a:lnTo>
                  <a:lnTo>
                    <a:pt x="63576" y="207695"/>
                  </a:lnTo>
                  <a:lnTo>
                    <a:pt x="66395" y="214757"/>
                  </a:lnTo>
                  <a:lnTo>
                    <a:pt x="69227" y="220408"/>
                  </a:lnTo>
                  <a:lnTo>
                    <a:pt x="72136" y="229057"/>
                  </a:lnTo>
                  <a:lnTo>
                    <a:pt x="72237" y="232638"/>
                  </a:lnTo>
                  <a:lnTo>
                    <a:pt x="72301" y="234530"/>
                  </a:lnTo>
                  <a:lnTo>
                    <a:pt x="72402" y="237705"/>
                  </a:lnTo>
                  <a:lnTo>
                    <a:pt x="70015" y="245833"/>
                  </a:lnTo>
                  <a:lnTo>
                    <a:pt x="64985" y="252907"/>
                  </a:lnTo>
                  <a:lnTo>
                    <a:pt x="39547" y="278333"/>
                  </a:lnTo>
                  <a:lnTo>
                    <a:pt x="59334" y="298107"/>
                  </a:lnTo>
                  <a:lnTo>
                    <a:pt x="83350" y="272681"/>
                  </a:lnTo>
                  <a:lnTo>
                    <a:pt x="89001" y="267030"/>
                  </a:lnTo>
                  <a:lnTo>
                    <a:pt x="96062" y="264210"/>
                  </a:lnTo>
                  <a:lnTo>
                    <a:pt x="107365" y="264210"/>
                  </a:lnTo>
                  <a:lnTo>
                    <a:pt x="113017" y="265620"/>
                  </a:lnTo>
                  <a:lnTo>
                    <a:pt x="117259" y="267030"/>
                  </a:lnTo>
                  <a:lnTo>
                    <a:pt x="128562" y="272681"/>
                  </a:lnTo>
                  <a:lnTo>
                    <a:pt x="135623" y="274091"/>
                  </a:lnTo>
                  <a:lnTo>
                    <a:pt x="143522" y="278333"/>
                  </a:lnTo>
                  <a:lnTo>
                    <a:pt x="149745" y="284327"/>
                  </a:lnTo>
                  <a:lnTo>
                    <a:pt x="153898" y="291973"/>
                  </a:lnTo>
                  <a:lnTo>
                    <a:pt x="155409" y="300939"/>
                  </a:lnTo>
                  <a:lnTo>
                    <a:pt x="155409" y="339090"/>
                  </a:lnTo>
                  <a:lnTo>
                    <a:pt x="183667" y="339090"/>
                  </a:lnTo>
                  <a:lnTo>
                    <a:pt x="183667" y="303758"/>
                  </a:lnTo>
                  <a:lnTo>
                    <a:pt x="185166" y="294792"/>
                  </a:lnTo>
                  <a:lnTo>
                    <a:pt x="189306" y="287159"/>
                  </a:lnTo>
                  <a:lnTo>
                    <a:pt x="195580" y="281101"/>
                  </a:lnTo>
                  <a:lnTo>
                    <a:pt x="203441" y="276923"/>
                  </a:lnTo>
                  <a:lnTo>
                    <a:pt x="209092" y="275501"/>
                  </a:lnTo>
                  <a:lnTo>
                    <a:pt x="216154" y="272681"/>
                  </a:lnTo>
                  <a:lnTo>
                    <a:pt x="221805" y="269849"/>
                  </a:lnTo>
                  <a:lnTo>
                    <a:pt x="225996" y="268439"/>
                  </a:lnTo>
                  <a:lnTo>
                    <a:pt x="230187" y="267030"/>
                  </a:lnTo>
                  <a:lnTo>
                    <a:pt x="227558" y="267030"/>
                  </a:lnTo>
                  <a:lnTo>
                    <a:pt x="239115" y="266674"/>
                  </a:lnTo>
                  <a:lnTo>
                    <a:pt x="247230" y="269062"/>
                  </a:lnTo>
                  <a:lnTo>
                    <a:pt x="254304" y="274091"/>
                  </a:lnTo>
                  <a:lnTo>
                    <a:pt x="279742" y="299529"/>
                  </a:lnTo>
                  <a:lnTo>
                    <a:pt x="299516" y="279742"/>
                  </a:lnTo>
                  <a:lnTo>
                    <a:pt x="286448" y="266674"/>
                  </a:lnTo>
                  <a:lnTo>
                    <a:pt x="275501" y="255727"/>
                  </a:lnTo>
                  <a:lnTo>
                    <a:pt x="274091" y="254317"/>
                  </a:lnTo>
                  <a:lnTo>
                    <a:pt x="269049" y="247040"/>
                  </a:lnTo>
                  <a:lnTo>
                    <a:pt x="266661" y="238594"/>
                  </a:lnTo>
                  <a:lnTo>
                    <a:pt x="266788" y="234530"/>
                  </a:lnTo>
                  <a:lnTo>
                    <a:pt x="266839" y="232638"/>
                  </a:lnTo>
                  <a:lnTo>
                    <a:pt x="266928" y="229870"/>
                  </a:lnTo>
                  <a:lnTo>
                    <a:pt x="269849" y="221818"/>
                  </a:lnTo>
                  <a:lnTo>
                    <a:pt x="275501" y="210515"/>
                  </a:lnTo>
                  <a:lnTo>
                    <a:pt x="276910" y="203454"/>
                  </a:lnTo>
                  <a:lnTo>
                    <a:pt x="303199" y="183756"/>
                  </a:lnTo>
                  <a:lnTo>
                    <a:pt x="339077" y="183756"/>
                  </a:lnTo>
                  <a:lnTo>
                    <a:pt x="339077" y="155409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" name="Google Shape;312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5589" y="4644274"/>
              <a:ext cx="252906" cy="252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5"/>
            <p:cNvSpPr/>
            <p:nvPr/>
          </p:nvSpPr>
          <p:spPr>
            <a:xfrm>
              <a:off x="918744" y="4115875"/>
              <a:ext cx="849630" cy="603885"/>
            </a:xfrm>
            <a:custGeom>
              <a:rect b="b" l="l" r="r" t="t"/>
              <a:pathLst>
                <a:path extrusionOk="0" h="603885" w="849630">
                  <a:moveTo>
                    <a:pt x="259475" y="466748"/>
                  </a:moveTo>
                  <a:lnTo>
                    <a:pt x="204863" y="522744"/>
                  </a:lnTo>
                  <a:lnTo>
                    <a:pt x="285394" y="603288"/>
                  </a:lnTo>
                  <a:lnTo>
                    <a:pt x="340001" y="548681"/>
                  </a:lnTo>
                  <a:lnTo>
                    <a:pt x="339089" y="548182"/>
                  </a:lnTo>
                  <a:lnTo>
                    <a:pt x="609466" y="548182"/>
                  </a:lnTo>
                  <a:lnTo>
                    <a:pt x="625425" y="536879"/>
                  </a:lnTo>
                  <a:lnTo>
                    <a:pt x="453529" y="536879"/>
                  </a:lnTo>
                  <a:lnTo>
                    <a:pt x="442556" y="534650"/>
                  </a:lnTo>
                  <a:lnTo>
                    <a:pt x="433571" y="528580"/>
                  </a:lnTo>
                  <a:lnTo>
                    <a:pt x="427501" y="519595"/>
                  </a:lnTo>
                  <a:lnTo>
                    <a:pt x="425272" y="508622"/>
                  </a:lnTo>
                  <a:lnTo>
                    <a:pt x="425272" y="497325"/>
                  </a:lnTo>
                  <a:lnTo>
                    <a:pt x="357447" y="497325"/>
                  </a:lnTo>
                  <a:lnTo>
                    <a:pt x="347027" y="495206"/>
                  </a:lnTo>
                  <a:lnTo>
                    <a:pt x="337667" y="488848"/>
                  </a:lnTo>
                  <a:lnTo>
                    <a:pt x="317893" y="469061"/>
                  </a:lnTo>
                  <a:lnTo>
                    <a:pt x="316936" y="467652"/>
                  </a:lnTo>
                  <a:lnTo>
                    <a:pt x="259969" y="467652"/>
                  </a:lnTo>
                  <a:lnTo>
                    <a:pt x="259475" y="466748"/>
                  </a:lnTo>
                  <a:close/>
                </a:path>
                <a:path extrusionOk="0" h="603885" w="849630">
                  <a:moveTo>
                    <a:pt x="609466" y="548182"/>
                  </a:moveTo>
                  <a:lnTo>
                    <a:pt x="340499" y="548182"/>
                  </a:lnTo>
                  <a:lnTo>
                    <a:pt x="340001" y="548681"/>
                  </a:lnTo>
                  <a:lnTo>
                    <a:pt x="370018" y="565090"/>
                  </a:lnTo>
                  <a:lnTo>
                    <a:pt x="403196" y="577497"/>
                  </a:lnTo>
                  <a:lnTo>
                    <a:pt x="438227" y="585137"/>
                  </a:lnTo>
                  <a:lnTo>
                    <a:pt x="474713" y="587743"/>
                  </a:lnTo>
                  <a:lnTo>
                    <a:pt x="520274" y="583626"/>
                  </a:lnTo>
                  <a:lnTo>
                    <a:pt x="563219" y="571765"/>
                  </a:lnTo>
                  <a:lnTo>
                    <a:pt x="602815" y="552893"/>
                  </a:lnTo>
                  <a:lnTo>
                    <a:pt x="609466" y="548182"/>
                  </a:lnTo>
                  <a:close/>
                </a:path>
                <a:path extrusionOk="0" h="603885" w="849630">
                  <a:moveTo>
                    <a:pt x="340499" y="548182"/>
                  </a:moveTo>
                  <a:lnTo>
                    <a:pt x="339089" y="548182"/>
                  </a:lnTo>
                  <a:lnTo>
                    <a:pt x="340001" y="548681"/>
                  </a:lnTo>
                  <a:lnTo>
                    <a:pt x="340499" y="548182"/>
                  </a:lnTo>
                  <a:close/>
                </a:path>
                <a:path extrusionOk="0" h="603885" w="849630">
                  <a:moveTo>
                    <a:pt x="532650" y="463410"/>
                  </a:moveTo>
                  <a:lnTo>
                    <a:pt x="525576" y="467652"/>
                  </a:lnTo>
                  <a:lnTo>
                    <a:pt x="518515" y="470471"/>
                  </a:lnTo>
                  <a:lnTo>
                    <a:pt x="510044" y="473303"/>
                  </a:lnTo>
                  <a:lnTo>
                    <a:pt x="510044" y="508622"/>
                  </a:lnTo>
                  <a:lnTo>
                    <a:pt x="507813" y="519595"/>
                  </a:lnTo>
                  <a:lnTo>
                    <a:pt x="501740" y="528580"/>
                  </a:lnTo>
                  <a:lnTo>
                    <a:pt x="492755" y="534650"/>
                  </a:lnTo>
                  <a:lnTo>
                    <a:pt x="481787" y="536879"/>
                  </a:lnTo>
                  <a:lnTo>
                    <a:pt x="625425" y="536879"/>
                  </a:lnTo>
                  <a:lnTo>
                    <a:pt x="638329" y="527740"/>
                  </a:lnTo>
                  <a:lnTo>
                    <a:pt x="668744" y="497325"/>
                  </a:lnTo>
                  <a:lnTo>
                    <a:pt x="577856" y="497325"/>
                  </a:lnTo>
                  <a:lnTo>
                    <a:pt x="567436" y="495206"/>
                  </a:lnTo>
                  <a:lnTo>
                    <a:pt x="558076" y="488848"/>
                  </a:lnTo>
                  <a:lnTo>
                    <a:pt x="532650" y="463410"/>
                  </a:lnTo>
                  <a:close/>
                </a:path>
                <a:path extrusionOk="0" h="603885" w="849630">
                  <a:moveTo>
                    <a:pt x="402666" y="464820"/>
                  </a:moveTo>
                  <a:lnTo>
                    <a:pt x="377228" y="488848"/>
                  </a:lnTo>
                  <a:lnTo>
                    <a:pt x="367867" y="495206"/>
                  </a:lnTo>
                  <a:lnTo>
                    <a:pt x="357447" y="497325"/>
                  </a:lnTo>
                  <a:lnTo>
                    <a:pt x="425272" y="497325"/>
                  </a:lnTo>
                  <a:lnTo>
                    <a:pt x="425272" y="473303"/>
                  </a:lnTo>
                  <a:lnTo>
                    <a:pt x="416788" y="470471"/>
                  </a:lnTo>
                  <a:lnTo>
                    <a:pt x="402666" y="464820"/>
                  </a:lnTo>
                  <a:close/>
                </a:path>
                <a:path extrusionOk="0" h="603885" w="849630">
                  <a:moveTo>
                    <a:pt x="677673" y="180841"/>
                  </a:moveTo>
                  <a:lnTo>
                    <a:pt x="577856" y="180841"/>
                  </a:lnTo>
                  <a:lnTo>
                    <a:pt x="588276" y="182960"/>
                  </a:lnTo>
                  <a:lnTo>
                    <a:pt x="597636" y="189318"/>
                  </a:lnTo>
                  <a:lnTo>
                    <a:pt x="617410" y="209105"/>
                  </a:lnTo>
                  <a:lnTo>
                    <a:pt x="623768" y="218465"/>
                  </a:lnTo>
                  <a:lnTo>
                    <a:pt x="625887" y="228885"/>
                  </a:lnTo>
                  <a:lnTo>
                    <a:pt x="623768" y="239305"/>
                  </a:lnTo>
                  <a:lnTo>
                    <a:pt x="617410" y="248665"/>
                  </a:lnTo>
                  <a:lnTo>
                    <a:pt x="591985" y="274091"/>
                  </a:lnTo>
                  <a:lnTo>
                    <a:pt x="596226" y="281152"/>
                  </a:lnTo>
                  <a:lnTo>
                    <a:pt x="599046" y="288213"/>
                  </a:lnTo>
                  <a:lnTo>
                    <a:pt x="601878" y="296697"/>
                  </a:lnTo>
                  <a:lnTo>
                    <a:pt x="637197" y="296697"/>
                  </a:lnTo>
                  <a:lnTo>
                    <a:pt x="648170" y="298926"/>
                  </a:lnTo>
                  <a:lnTo>
                    <a:pt x="657155" y="304996"/>
                  </a:lnTo>
                  <a:lnTo>
                    <a:pt x="663225" y="313981"/>
                  </a:lnTo>
                  <a:lnTo>
                    <a:pt x="665454" y="324954"/>
                  </a:lnTo>
                  <a:lnTo>
                    <a:pt x="665454" y="353212"/>
                  </a:lnTo>
                  <a:lnTo>
                    <a:pt x="663225" y="364185"/>
                  </a:lnTo>
                  <a:lnTo>
                    <a:pt x="657155" y="373170"/>
                  </a:lnTo>
                  <a:lnTo>
                    <a:pt x="648170" y="379240"/>
                  </a:lnTo>
                  <a:lnTo>
                    <a:pt x="637197" y="381469"/>
                  </a:lnTo>
                  <a:lnTo>
                    <a:pt x="601878" y="381469"/>
                  </a:lnTo>
                  <a:lnTo>
                    <a:pt x="599046" y="389940"/>
                  </a:lnTo>
                  <a:lnTo>
                    <a:pt x="593394" y="404075"/>
                  </a:lnTo>
                  <a:lnTo>
                    <a:pt x="617410" y="429501"/>
                  </a:lnTo>
                  <a:lnTo>
                    <a:pt x="623768" y="438861"/>
                  </a:lnTo>
                  <a:lnTo>
                    <a:pt x="625887" y="449281"/>
                  </a:lnTo>
                  <a:lnTo>
                    <a:pt x="623768" y="459701"/>
                  </a:lnTo>
                  <a:lnTo>
                    <a:pt x="617410" y="469061"/>
                  </a:lnTo>
                  <a:lnTo>
                    <a:pt x="597636" y="488848"/>
                  </a:lnTo>
                  <a:lnTo>
                    <a:pt x="588276" y="495206"/>
                  </a:lnTo>
                  <a:lnTo>
                    <a:pt x="577856" y="497325"/>
                  </a:lnTo>
                  <a:lnTo>
                    <a:pt x="668744" y="497325"/>
                  </a:lnTo>
                  <a:lnTo>
                    <a:pt x="669028" y="497041"/>
                  </a:lnTo>
                  <a:lnTo>
                    <a:pt x="694180" y="461527"/>
                  </a:lnTo>
                  <a:lnTo>
                    <a:pt x="713053" y="421932"/>
                  </a:lnTo>
                  <a:lnTo>
                    <a:pt x="724844" y="379240"/>
                  </a:lnTo>
                  <a:lnTo>
                    <a:pt x="724914" y="378987"/>
                  </a:lnTo>
                  <a:lnTo>
                    <a:pt x="729030" y="333425"/>
                  </a:lnTo>
                  <a:lnTo>
                    <a:pt x="725431" y="290887"/>
                  </a:lnTo>
                  <a:lnTo>
                    <a:pt x="715076" y="250601"/>
                  </a:lnTo>
                  <a:lnTo>
                    <a:pt x="698677" y="213334"/>
                  </a:lnTo>
                  <a:lnTo>
                    <a:pt x="696875" y="210515"/>
                  </a:lnTo>
                  <a:lnTo>
                    <a:pt x="677673" y="180841"/>
                  </a:lnTo>
                  <a:close/>
                </a:path>
                <a:path extrusionOk="0" h="603885" w="849630">
                  <a:moveTo>
                    <a:pt x="259969" y="466242"/>
                  </a:moveTo>
                  <a:lnTo>
                    <a:pt x="259475" y="466748"/>
                  </a:lnTo>
                  <a:lnTo>
                    <a:pt x="259969" y="467652"/>
                  </a:lnTo>
                  <a:lnTo>
                    <a:pt x="259969" y="466242"/>
                  </a:lnTo>
                  <a:close/>
                </a:path>
                <a:path extrusionOk="0" h="603885" w="849630">
                  <a:moveTo>
                    <a:pt x="315978" y="466242"/>
                  </a:moveTo>
                  <a:lnTo>
                    <a:pt x="259969" y="466242"/>
                  </a:lnTo>
                  <a:lnTo>
                    <a:pt x="259969" y="467652"/>
                  </a:lnTo>
                  <a:lnTo>
                    <a:pt x="316936" y="467652"/>
                  </a:lnTo>
                  <a:lnTo>
                    <a:pt x="315978" y="466242"/>
                  </a:lnTo>
                  <a:close/>
                </a:path>
                <a:path extrusionOk="0" h="603885" w="849630">
                  <a:moveTo>
                    <a:pt x="339083" y="281152"/>
                  </a:moveTo>
                  <a:lnTo>
                    <a:pt x="192150" y="281152"/>
                  </a:lnTo>
                  <a:lnTo>
                    <a:pt x="223227" y="289636"/>
                  </a:lnTo>
                  <a:lnTo>
                    <a:pt x="224650" y="289636"/>
                  </a:lnTo>
                  <a:lnTo>
                    <a:pt x="223021" y="298926"/>
                  </a:lnTo>
                  <a:lnTo>
                    <a:pt x="222917" y="299516"/>
                  </a:lnTo>
                  <a:lnTo>
                    <a:pt x="222792" y="300229"/>
                  </a:lnTo>
                  <a:lnTo>
                    <a:pt x="221564" y="310048"/>
                  </a:lnTo>
                  <a:lnTo>
                    <a:pt x="221467" y="310826"/>
                  </a:lnTo>
                  <a:lnTo>
                    <a:pt x="220673" y="321422"/>
                  </a:lnTo>
                  <a:lnTo>
                    <a:pt x="220584" y="324954"/>
                  </a:lnTo>
                  <a:lnTo>
                    <a:pt x="220509" y="333425"/>
                  </a:lnTo>
                  <a:lnTo>
                    <a:pt x="222704" y="364185"/>
                  </a:lnTo>
                  <a:lnTo>
                    <a:pt x="222828" y="365925"/>
                  </a:lnTo>
                  <a:lnTo>
                    <a:pt x="222928" y="367334"/>
                  </a:lnTo>
                  <a:lnTo>
                    <a:pt x="223012" y="368509"/>
                  </a:lnTo>
                  <a:lnTo>
                    <a:pt x="230649" y="403544"/>
                  </a:lnTo>
                  <a:lnTo>
                    <a:pt x="243055" y="436723"/>
                  </a:lnTo>
                  <a:lnTo>
                    <a:pt x="259475" y="466748"/>
                  </a:lnTo>
                  <a:lnTo>
                    <a:pt x="259969" y="466242"/>
                  </a:lnTo>
                  <a:lnTo>
                    <a:pt x="315978" y="466242"/>
                  </a:lnTo>
                  <a:lnTo>
                    <a:pt x="311535" y="459701"/>
                  </a:lnTo>
                  <a:lnTo>
                    <a:pt x="309416" y="449281"/>
                  </a:lnTo>
                  <a:lnTo>
                    <a:pt x="311535" y="438861"/>
                  </a:lnTo>
                  <a:lnTo>
                    <a:pt x="317893" y="429501"/>
                  </a:lnTo>
                  <a:lnTo>
                    <a:pt x="343319" y="404075"/>
                  </a:lnTo>
                  <a:lnTo>
                    <a:pt x="339089" y="397002"/>
                  </a:lnTo>
                  <a:lnTo>
                    <a:pt x="336257" y="389940"/>
                  </a:lnTo>
                  <a:lnTo>
                    <a:pt x="333438" y="381469"/>
                  </a:lnTo>
                  <a:lnTo>
                    <a:pt x="298107" y="381469"/>
                  </a:lnTo>
                  <a:lnTo>
                    <a:pt x="287141" y="379240"/>
                  </a:lnTo>
                  <a:lnTo>
                    <a:pt x="278160" y="373170"/>
                  </a:lnTo>
                  <a:lnTo>
                    <a:pt x="272091" y="364185"/>
                  </a:lnTo>
                  <a:lnTo>
                    <a:pt x="269862" y="353212"/>
                  </a:lnTo>
                  <a:lnTo>
                    <a:pt x="269862" y="324954"/>
                  </a:lnTo>
                  <a:lnTo>
                    <a:pt x="272091" y="313981"/>
                  </a:lnTo>
                  <a:lnTo>
                    <a:pt x="278160" y="304996"/>
                  </a:lnTo>
                  <a:lnTo>
                    <a:pt x="287141" y="298926"/>
                  </a:lnTo>
                  <a:lnTo>
                    <a:pt x="298107" y="296697"/>
                  </a:lnTo>
                  <a:lnTo>
                    <a:pt x="333438" y="296697"/>
                  </a:lnTo>
                  <a:lnTo>
                    <a:pt x="336257" y="288213"/>
                  </a:lnTo>
                  <a:lnTo>
                    <a:pt x="339083" y="281152"/>
                  </a:lnTo>
                  <a:close/>
                </a:path>
                <a:path extrusionOk="0" h="603885" w="849630">
                  <a:moveTo>
                    <a:pt x="142697" y="197802"/>
                  </a:moveTo>
                  <a:lnTo>
                    <a:pt x="120756" y="202260"/>
                  </a:lnTo>
                  <a:lnTo>
                    <a:pt x="102785" y="214401"/>
                  </a:lnTo>
                  <a:lnTo>
                    <a:pt x="90642" y="232371"/>
                  </a:lnTo>
                  <a:lnTo>
                    <a:pt x="86182" y="254317"/>
                  </a:lnTo>
                  <a:lnTo>
                    <a:pt x="86182" y="262788"/>
                  </a:lnTo>
                  <a:lnTo>
                    <a:pt x="87604" y="269849"/>
                  </a:lnTo>
                  <a:lnTo>
                    <a:pt x="90423" y="276910"/>
                  </a:lnTo>
                  <a:lnTo>
                    <a:pt x="7073" y="341909"/>
                  </a:lnTo>
                  <a:lnTo>
                    <a:pt x="1422" y="346151"/>
                  </a:lnTo>
                  <a:lnTo>
                    <a:pt x="0" y="356031"/>
                  </a:lnTo>
                  <a:lnTo>
                    <a:pt x="4241" y="361683"/>
                  </a:lnTo>
                  <a:lnTo>
                    <a:pt x="7073" y="365925"/>
                  </a:lnTo>
                  <a:lnTo>
                    <a:pt x="11302" y="367334"/>
                  </a:lnTo>
                  <a:lnTo>
                    <a:pt x="18376" y="367334"/>
                  </a:lnTo>
                  <a:lnTo>
                    <a:pt x="24015" y="364515"/>
                  </a:lnTo>
                  <a:lnTo>
                    <a:pt x="108788" y="299516"/>
                  </a:lnTo>
                  <a:lnTo>
                    <a:pt x="175820" y="299516"/>
                  </a:lnTo>
                  <a:lnTo>
                    <a:pt x="183230" y="293535"/>
                  </a:lnTo>
                  <a:lnTo>
                    <a:pt x="192150" y="281152"/>
                  </a:lnTo>
                  <a:lnTo>
                    <a:pt x="339083" y="281152"/>
                  </a:lnTo>
                  <a:lnTo>
                    <a:pt x="341909" y="274091"/>
                  </a:lnTo>
                  <a:lnTo>
                    <a:pt x="331233" y="262788"/>
                  </a:lnTo>
                  <a:lnTo>
                    <a:pt x="230301" y="262788"/>
                  </a:lnTo>
                  <a:lnTo>
                    <a:pt x="199212" y="254317"/>
                  </a:lnTo>
                  <a:lnTo>
                    <a:pt x="194753" y="232371"/>
                  </a:lnTo>
                  <a:lnTo>
                    <a:pt x="182613" y="214401"/>
                  </a:lnTo>
                  <a:lnTo>
                    <a:pt x="164643" y="202260"/>
                  </a:lnTo>
                  <a:lnTo>
                    <a:pt x="142697" y="197802"/>
                  </a:lnTo>
                  <a:close/>
                </a:path>
                <a:path extrusionOk="0" h="603885" w="849630">
                  <a:moveTo>
                    <a:pt x="175820" y="299516"/>
                  </a:moveTo>
                  <a:lnTo>
                    <a:pt x="108788" y="299516"/>
                  </a:lnTo>
                  <a:lnTo>
                    <a:pt x="116472" y="304267"/>
                  </a:lnTo>
                  <a:lnTo>
                    <a:pt x="124685" y="307821"/>
                  </a:lnTo>
                  <a:lnTo>
                    <a:pt x="133426" y="310048"/>
                  </a:lnTo>
                  <a:lnTo>
                    <a:pt x="142773" y="310826"/>
                  </a:lnTo>
                  <a:lnTo>
                    <a:pt x="157975" y="308766"/>
                  </a:lnTo>
                  <a:lnTo>
                    <a:pt x="171662" y="302872"/>
                  </a:lnTo>
                  <a:lnTo>
                    <a:pt x="175820" y="299516"/>
                  </a:lnTo>
                  <a:close/>
                </a:path>
                <a:path extrusionOk="0" h="603885" w="849630">
                  <a:moveTo>
                    <a:pt x="474713" y="79121"/>
                  </a:moveTo>
                  <a:lnTo>
                    <a:pt x="426327" y="83733"/>
                  </a:lnTo>
                  <a:lnTo>
                    <a:pt x="381031" y="96996"/>
                  </a:lnTo>
                  <a:lnTo>
                    <a:pt x="339665" y="118043"/>
                  </a:lnTo>
                  <a:lnTo>
                    <a:pt x="303068" y="146011"/>
                  </a:lnTo>
                  <a:lnTo>
                    <a:pt x="272081" y="180034"/>
                  </a:lnTo>
                  <a:lnTo>
                    <a:pt x="247546" y="219248"/>
                  </a:lnTo>
                  <a:lnTo>
                    <a:pt x="230301" y="262788"/>
                  </a:lnTo>
                  <a:lnTo>
                    <a:pt x="331233" y="262788"/>
                  </a:lnTo>
                  <a:lnTo>
                    <a:pt x="317893" y="248665"/>
                  </a:lnTo>
                  <a:lnTo>
                    <a:pt x="311535" y="239305"/>
                  </a:lnTo>
                  <a:lnTo>
                    <a:pt x="309416" y="228885"/>
                  </a:lnTo>
                  <a:lnTo>
                    <a:pt x="311535" y="218465"/>
                  </a:lnTo>
                  <a:lnTo>
                    <a:pt x="317893" y="209105"/>
                  </a:lnTo>
                  <a:lnTo>
                    <a:pt x="337667" y="189318"/>
                  </a:lnTo>
                  <a:lnTo>
                    <a:pt x="347027" y="182960"/>
                  </a:lnTo>
                  <a:lnTo>
                    <a:pt x="357447" y="180841"/>
                  </a:lnTo>
                  <a:lnTo>
                    <a:pt x="425272" y="180841"/>
                  </a:lnTo>
                  <a:lnTo>
                    <a:pt x="425272" y="169545"/>
                  </a:lnTo>
                  <a:lnTo>
                    <a:pt x="427501" y="158571"/>
                  </a:lnTo>
                  <a:lnTo>
                    <a:pt x="433571" y="149586"/>
                  </a:lnTo>
                  <a:lnTo>
                    <a:pt x="442556" y="143516"/>
                  </a:lnTo>
                  <a:lnTo>
                    <a:pt x="453529" y="141287"/>
                  </a:lnTo>
                  <a:lnTo>
                    <a:pt x="640063" y="141287"/>
                  </a:lnTo>
                  <a:lnTo>
                    <a:pt x="620152" y="124415"/>
                  </a:lnTo>
                  <a:lnTo>
                    <a:pt x="576087" y="99958"/>
                  </a:lnTo>
                  <a:lnTo>
                    <a:pt x="527255" y="84506"/>
                  </a:lnTo>
                  <a:lnTo>
                    <a:pt x="474713" y="79121"/>
                  </a:lnTo>
                  <a:close/>
                </a:path>
                <a:path extrusionOk="0" h="603885" w="849630">
                  <a:moveTo>
                    <a:pt x="425272" y="180841"/>
                  </a:moveTo>
                  <a:lnTo>
                    <a:pt x="357447" y="180841"/>
                  </a:lnTo>
                  <a:lnTo>
                    <a:pt x="367867" y="182960"/>
                  </a:lnTo>
                  <a:lnTo>
                    <a:pt x="377228" y="189318"/>
                  </a:lnTo>
                  <a:lnTo>
                    <a:pt x="402666" y="214757"/>
                  </a:lnTo>
                  <a:lnTo>
                    <a:pt x="409727" y="210515"/>
                  </a:lnTo>
                  <a:lnTo>
                    <a:pt x="416788" y="207683"/>
                  </a:lnTo>
                  <a:lnTo>
                    <a:pt x="425272" y="204863"/>
                  </a:lnTo>
                  <a:lnTo>
                    <a:pt x="425272" y="180841"/>
                  </a:lnTo>
                  <a:close/>
                </a:path>
                <a:path extrusionOk="0" h="603885" w="849630">
                  <a:moveTo>
                    <a:pt x="640063" y="141287"/>
                  </a:moveTo>
                  <a:lnTo>
                    <a:pt x="481787" y="141287"/>
                  </a:lnTo>
                  <a:lnTo>
                    <a:pt x="492755" y="143516"/>
                  </a:lnTo>
                  <a:lnTo>
                    <a:pt x="501740" y="149586"/>
                  </a:lnTo>
                  <a:lnTo>
                    <a:pt x="507813" y="158571"/>
                  </a:lnTo>
                  <a:lnTo>
                    <a:pt x="510044" y="169545"/>
                  </a:lnTo>
                  <a:lnTo>
                    <a:pt x="510044" y="204863"/>
                  </a:lnTo>
                  <a:lnTo>
                    <a:pt x="518515" y="207683"/>
                  </a:lnTo>
                  <a:lnTo>
                    <a:pt x="532650" y="213334"/>
                  </a:lnTo>
                  <a:lnTo>
                    <a:pt x="558076" y="189318"/>
                  </a:lnTo>
                  <a:lnTo>
                    <a:pt x="567436" y="182960"/>
                  </a:lnTo>
                  <a:lnTo>
                    <a:pt x="577856" y="180841"/>
                  </a:lnTo>
                  <a:lnTo>
                    <a:pt x="677673" y="180841"/>
                  </a:lnTo>
                  <a:lnTo>
                    <a:pt x="676757" y="179425"/>
                  </a:lnTo>
                  <a:lnTo>
                    <a:pt x="678167" y="179425"/>
                  </a:lnTo>
                  <a:lnTo>
                    <a:pt x="704255" y="156819"/>
                  </a:lnTo>
                  <a:lnTo>
                    <a:pt x="658393" y="156819"/>
                  </a:lnTo>
                  <a:lnTo>
                    <a:pt x="640063" y="141287"/>
                  </a:lnTo>
                  <a:close/>
                </a:path>
                <a:path extrusionOk="0" h="603885" w="849630">
                  <a:moveTo>
                    <a:pt x="792607" y="0"/>
                  </a:moveTo>
                  <a:lnTo>
                    <a:pt x="770665" y="4458"/>
                  </a:lnTo>
                  <a:lnTo>
                    <a:pt x="752695" y="16598"/>
                  </a:lnTo>
                  <a:lnTo>
                    <a:pt x="740552" y="34568"/>
                  </a:lnTo>
                  <a:lnTo>
                    <a:pt x="736091" y="56515"/>
                  </a:lnTo>
                  <a:lnTo>
                    <a:pt x="736600" y="63690"/>
                  </a:lnTo>
                  <a:lnTo>
                    <a:pt x="738036" y="70467"/>
                  </a:lnTo>
                  <a:lnTo>
                    <a:pt x="740265" y="76980"/>
                  </a:lnTo>
                  <a:lnTo>
                    <a:pt x="743153" y="83362"/>
                  </a:lnTo>
                  <a:lnTo>
                    <a:pt x="658393" y="156819"/>
                  </a:lnTo>
                  <a:lnTo>
                    <a:pt x="704255" y="156819"/>
                  </a:lnTo>
                  <a:lnTo>
                    <a:pt x="762939" y="105968"/>
                  </a:lnTo>
                  <a:lnTo>
                    <a:pt x="818396" y="105968"/>
                  </a:lnTo>
                  <a:lnTo>
                    <a:pt x="832518" y="96426"/>
                  </a:lnTo>
                  <a:lnTo>
                    <a:pt x="844661" y="78456"/>
                  </a:lnTo>
                  <a:lnTo>
                    <a:pt x="849122" y="56515"/>
                  </a:lnTo>
                  <a:lnTo>
                    <a:pt x="844661" y="34568"/>
                  </a:lnTo>
                  <a:lnTo>
                    <a:pt x="832518" y="16598"/>
                  </a:lnTo>
                  <a:lnTo>
                    <a:pt x="814548" y="4458"/>
                  </a:lnTo>
                  <a:lnTo>
                    <a:pt x="792607" y="0"/>
                  </a:lnTo>
                  <a:close/>
                </a:path>
                <a:path extrusionOk="0" h="603885" w="849630">
                  <a:moveTo>
                    <a:pt x="818396" y="105968"/>
                  </a:moveTo>
                  <a:lnTo>
                    <a:pt x="762939" y="105968"/>
                  </a:lnTo>
                  <a:lnTo>
                    <a:pt x="768964" y="108856"/>
                  </a:lnTo>
                  <a:lnTo>
                    <a:pt x="776182" y="111085"/>
                  </a:lnTo>
                  <a:lnTo>
                    <a:pt x="784196" y="112521"/>
                  </a:lnTo>
                  <a:lnTo>
                    <a:pt x="792607" y="113030"/>
                  </a:lnTo>
                  <a:lnTo>
                    <a:pt x="814548" y="108569"/>
                  </a:lnTo>
                  <a:lnTo>
                    <a:pt x="818396" y="105968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15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12216910" y="4115874"/>
            <a:ext cx="0" cy="4211955"/>
          </a:xfrm>
          <a:custGeom>
            <a:rect b="b" l="l" r="r" t="t"/>
            <a:pathLst>
              <a:path extrusionOk="0" h="4211955" w="120000">
                <a:moveTo>
                  <a:pt x="0" y="42114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6068671" y="4115874"/>
            <a:ext cx="0" cy="4211955"/>
          </a:xfrm>
          <a:custGeom>
            <a:rect b="b" l="l" r="r" t="t"/>
            <a:pathLst>
              <a:path extrusionOk="0" h="4211955" w="120000">
                <a:moveTo>
                  <a:pt x="0" y="42114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17144117" y="383112"/>
            <a:ext cx="2470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13204275" y="5521575"/>
            <a:ext cx="43683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521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Exposición de modelos consistentes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54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Provisión de un modelo semántico unificado para herramientas de consumo como Power BI o Excel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Garantía de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consistencia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métricas y definiciones de negocio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7056053" y="5339025"/>
            <a:ext cx="4587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Jerarquías y agregaciones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análisis por niveles (año, trimestre, mes)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48944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 de consultas mediante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agregaciones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predefinidas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907800" y="5521575"/>
            <a:ext cx="46209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7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Construcción de modelos analíticos</a:t>
            </a:r>
            <a:endParaRPr b="0" i="0" sz="25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Creación de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cubos multidimensionales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modelos tabulares para análisis avanzado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14350" rtl="0" algn="just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Definición de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dimensiones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(tiempo, producto, cliente) y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medidas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(ventas, cantidad)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22" name="Google Shape;322;p15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SSAS: Modelado y análisis</a:t>
            </a:r>
            <a:endParaRPr sz="8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615" cy="517924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6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16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330" name="Google Shape;330;p16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16"/>
          <p:cNvSpPr txBox="1"/>
          <p:nvPr/>
        </p:nvSpPr>
        <p:spPr>
          <a:xfrm>
            <a:off x="17142221" y="383112"/>
            <a:ext cx="248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907736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34" name="Google Shape;334;p16"/>
          <p:cNvSpPr txBox="1"/>
          <p:nvPr>
            <p:ph type="title"/>
          </p:nvPr>
        </p:nvSpPr>
        <p:spPr>
          <a:xfrm>
            <a:off x="907802" y="1430876"/>
            <a:ext cx="7566659" cy="212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Server Reporting Services (SSRS)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907802" y="4046467"/>
            <a:ext cx="6993255" cy="49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de reportería empresarial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y administrar reportes sobre diversas fuentes de datos.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paginados y personalizables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reportes con parámetros y filtros para distintos usuarios.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Exportación y distribución eficiente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Soporta exportar a PDF, Excel y otros formatos; permite suscripciones automáticas.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centralizada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reportes y usuarios desde un portal único.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6729173" y="7193427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940156" y="7193427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2518190" y="4006362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729173" y="4006362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17"/>
          <p:cNvGrpSpPr/>
          <p:nvPr/>
        </p:nvGrpSpPr>
        <p:grpSpPr>
          <a:xfrm>
            <a:off x="940156" y="3835510"/>
            <a:ext cx="4860290" cy="342265"/>
            <a:chOff x="940156" y="3835510"/>
            <a:chExt cx="4860290" cy="342265"/>
          </a:xfrm>
        </p:grpSpPr>
        <p:sp>
          <p:nvSpPr>
            <p:cNvPr id="346" name="Google Shape;346;p17"/>
            <p:cNvSpPr/>
            <p:nvPr/>
          </p:nvSpPr>
          <p:spPr>
            <a:xfrm>
              <a:off x="940156" y="4006362"/>
              <a:ext cx="4860290" cy="0"/>
            </a:xfrm>
            <a:custGeom>
              <a:rect b="b" l="l" r="r" t="t"/>
              <a:pathLst>
                <a:path extrusionOk="0" h="120000" w="4860290">
                  <a:moveTo>
                    <a:pt x="0" y="0"/>
                  </a:moveTo>
                  <a:lnTo>
                    <a:pt x="486001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823788" y="3835510"/>
              <a:ext cx="342265" cy="342265"/>
            </a:xfrm>
            <a:custGeom>
              <a:rect b="b" l="l" r="r" t="t"/>
              <a:pathLst>
                <a:path extrusionOk="0" h="342264" w="342264">
                  <a:moveTo>
                    <a:pt x="170903" y="0"/>
                  </a:moveTo>
                  <a:lnTo>
                    <a:pt x="125471" y="6104"/>
                  </a:lnTo>
                  <a:lnTo>
                    <a:pt x="84645" y="23334"/>
                  </a:lnTo>
                  <a:lnTo>
                    <a:pt x="50057" y="50058"/>
                  </a:lnTo>
                  <a:lnTo>
                    <a:pt x="23333" y="84649"/>
                  </a:lnTo>
                  <a:lnTo>
                    <a:pt x="6104" y="125478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3" y="257174"/>
                  </a:lnTo>
                  <a:lnTo>
                    <a:pt x="50057" y="291763"/>
                  </a:lnTo>
                  <a:lnTo>
                    <a:pt x="84645" y="318486"/>
                  </a:lnTo>
                  <a:lnTo>
                    <a:pt x="125471" y="335715"/>
                  </a:lnTo>
                  <a:lnTo>
                    <a:pt x="170903" y="341820"/>
                  </a:lnTo>
                  <a:lnTo>
                    <a:pt x="216337" y="335715"/>
                  </a:lnTo>
                  <a:lnTo>
                    <a:pt x="257165" y="318486"/>
                  </a:lnTo>
                  <a:lnTo>
                    <a:pt x="291757" y="291763"/>
                  </a:lnTo>
                  <a:lnTo>
                    <a:pt x="318483" y="257174"/>
                  </a:lnTo>
                  <a:lnTo>
                    <a:pt x="335714" y="216349"/>
                  </a:lnTo>
                  <a:lnTo>
                    <a:pt x="341820" y="170916"/>
                  </a:lnTo>
                  <a:lnTo>
                    <a:pt x="335714" y="125478"/>
                  </a:lnTo>
                  <a:lnTo>
                    <a:pt x="318483" y="84649"/>
                  </a:lnTo>
                  <a:lnTo>
                    <a:pt x="291757" y="50058"/>
                  </a:lnTo>
                  <a:lnTo>
                    <a:pt x="257165" y="23334"/>
                  </a:lnTo>
                  <a:lnTo>
                    <a:pt x="216337" y="6104"/>
                  </a:lnTo>
                  <a:lnTo>
                    <a:pt x="170903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8" name="Google Shape;348;p17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17158061" y="383112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50" name="Google Shape;350;p17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SSRS: Presentación y consumo</a:t>
            </a:r>
            <a:endParaRPr sz="8400"/>
          </a:p>
        </p:txBody>
      </p:sp>
      <p:sp>
        <p:nvSpPr>
          <p:cNvPr id="351" name="Google Shape;351;p17"/>
          <p:cNvSpPr txBox="1"/>
          <p:nvPr/>
        </p:nvSpPr>
        <p:spPr>
          <a:xfrm>
            <a:off x="6696819" y="7418041"/>
            <a:ext cx="473583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 en el usuario final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23189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Diseñado para que analistas y gerentes consuman información confiable y actualizada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907802" y="7418041"/>
            <a:ext cx="483743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Entrega y distribución centralizada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accesibles desde un portal web y mediante suscripciones programadas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12485836" y="4230977"/>
            <a:ext cx="4707255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formatos de salida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985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Exportación a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PDF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Excel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otros formatos para distribución flexible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6696819" y="4230977"/>
            <a:ext cx="452374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Personalización con parámetros y filtros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selección dinámica de datos mediante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parámetros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interactivos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907802" y="4230977"/>
            <a:ext cx="457200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empresariales a medida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4795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reportes operativos y gerenciales adaptados a necesidades específicas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10612805" y="7022575"/>
            <a:ext cx="342265" cy="342265"/>
          </a:xfrm>
          <a:custGeom>
            <a:rect b="b" l="l" r="r" t="t"/>
            <a:pathLst>
              <a:path extrusionOk="0" h="342265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4823788" y="7022575"/>
            <a:ext cx="342265" cy="342265"/>
          </a:xfrm>
          <a:custGeom>
            <a:rect b="b" l="l" r="r" t="t"/>
            <a:pathLst>
              <a:path extrusionOk="0" h="342265" w="342264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16401823" y="383551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0612805" y="383551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93474" y="35784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17143609" y="383112"/>
            <a:ext cx="2451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67" name="Google Shape;367;p18"/>
          <p:cNvSpPr txBox="1"/>
          <p:nvPr/>
        </p:nvSpPr>
        <p:spPr>
          <a:xfrm>
            <a:off x="907797" y="2704925"/>
            <a:ext cx="108666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Integración y</a:t>
            </a:r>
            <a:endParaRPr b="0" i="0" sz="11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comparación de</a:t>
            </a:r>
            <a:endParaRPr b="0" i="0" sz="11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907795" y="5498925"/>
            <a:ext cx="100608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herramientas</a:t>
            </a:r>
            <a:endParaRPr b="0" i="0" sz="11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4" name="Google Shape;374;p19"/>
          <p:cNvGraphicFramePr/>
          <p:nvPr/>
        </p:nvGraphicFramePr>
        <p:xfrm>
          <a:off x="912094" y="4259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{AEE2E0B2-6EAC-469E-8BDE-B99B1093FA7E}</a:tableStyleId>
              </a:tblPr>
              <a:tblGrid>
                <a:gridCol w="5485775"/>
                <a:gridCol w="2742575"/>
                <a:gridCol w="8228325"/>
              </a:tblGrid>
              <a:tr h="668025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Etapa del Flujo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Herramienta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Función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Extracción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Obtención de datos desde fuentes diversas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Transformación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Limpieza, validación y carga de datos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Administración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SSMS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Gestión y monitoreo de bases y servicios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Modelado Analítico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Creación de cubos y modelos tabulares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Consumo y Reportería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SSRS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Generación y distribución de reportes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5" name="Google Shape;375;p19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17143431" y="383112"/>
            <a:ext cx="247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77" name="Google Shape;377;p19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Flujo BI empresarial con Microsoft</a:t>
            </a:r>
            <a:endParaRPr sz="8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12260051" y="4835200"/>
            <a:ext cx="0" cy="3105785"/>
          </a:xfrm>
          <a:custGeom>
            <a:rect b="b" l="l" r="r" t="t"/>
            <a:pathLst>
              <a:path extrusionOk="0" h="3105784" w="120000">
                <a:moveTo>
                  <a:pt x="0" y="31056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025586" y="4835200"/>
            <a:ext cx="0" cy="3105785"/>
          </a:xfrm>
          <a:custGeom>
            <a:rect b="b" l="l" r="r" t="t"/>
            <a:pathLst>
              <a:path extrusionOk="0" h="3105784" w="120000">
                <a:moveTo>
                  <a:pt x="0" y="31056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17102740" y="383112"/>
            <a:ext cx="289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13376758" y="4760728"/>
            <a:ext cx="3937635" cy="2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Usuarios objetivo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6357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ingenieros de datos y desarrolladores ETL.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6891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modeladores analíticos y arquitectos de datos.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analistas y usuarios de negocio que consumen informes.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7142280" y="4760728"/>
            <a:ext cx="3916045" cy="318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68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 de artefactos generados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0513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paquetes ETL, flujos de control y datos.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cubos, modelos tabulares, medidas y jerarquías.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70040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reportes paginados, datasets y suscripciones.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907802" y="4760728"/>
            <a:ext cx="3909695" cy="3484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Propósito central de cada herramienta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movimiento de datos (ETL) antes del análisis.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3147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 semántico y aceleración del análisis OLAP.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0191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presentación y distribución de reportes empresariales.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90" name="Google Shape;390;p20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Diferencias clave entre SSIS, SSAS y SSRS</a:t>
            </a:r>
            <a:endParaRPr sz="8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1"/>
            <a:ext cx="7768615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7" name="Google Shape;397;p21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398" name="Google Shape;398;p21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8973092" y="2039211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21"/>
          <p:cNvSpPr txBox="1"/>
          <p:nvPr/>
        </p:nvSpPr>
        <p:spPr>
          <a:xfrm>
            <a:off x="17147706" y="383112"/>
            <a:ext cx="2438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907733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02" name="Google Shape;402;p21"/>
          <p:cNvSpPr txBox="1"/>
          <p:nvPr>
            <p:ph type="title"/>
          </p:nvPr>
        </p:nvSpPr>
        <p:spPr>
          <a:xfrm>
            <a:off x="907802" y="1454502"/>
            <a:ext cx="7797800" cy="17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3350">
            <a:spAutoFit/>
          </a:bodyPr>
          <a:lstStyle/>
          <a:p>
            <a:pPr indent="0" lvl="0" marL="12700" marR="5080" rtl="0" algn="l">
              <a:lnSpc>
                <a:spcPct val="100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300"/>
              <a:t>Comparativo de herramientas Microsoft BI</a:t>
            </a:r>
            <a:endParaRPr sz="6300"/>
          </a:p>
        </p:txBody>
      </p:sp>
      <p:sp>
        <p:nvSpPr>
          <p:cNvPr id="403" name="Google Shape;403;p21"/>
          <p:cNvSpPr txBox="1"/>
          <p:nvPr/>
        </p:nvSpPr>
        <p:spPr>
          <a:xfrm>
            <a:off x="907802" y="4256008"/>
            <a:ext cx="6464935" cy="50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en-US" sz="2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Funciones principales de cada herramienta</a:t>
            </a:r>
            <a:endParaRPr b="0" i="0" sz="2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procesos </a:t>
            </a:r>
            <a:r>
              <a:rPr b="1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ETL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 semántico y análisis </a:t>
            </a:r>
            <a:r>
              <a:rPr b="1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OLAP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Presentación y distribución de </a:t>
            </a:r>
            <a:r>
              <a:rPr b="1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None/>
            </a:pPr>
            <a:r>
              <a:t/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en-US" sz="2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Entradas y salidas típicas</a:t>
            </a:r>
            <a:endParaRPr b="0" i="0" sz="2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Datos de Excel, CSV, OLTP; salida a staging o warehouse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Toma datos integrados; genera cubos, modelos tabulares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Usa consultas SQL o modelos; produce reportes paginados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None/>
            </a:pPr>
            <a:r>
              <a:t/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en-US" sz="2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Roles en la arquitectura BI</a:t>
            </a:r>
            <a:endParaRPr b="0" i="0" sz="2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Ingenieros de datos/ETL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Modeladores y arquitectos de datos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b="0" i="0" lang="en-US" sz="16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Analistas y usuarios de negocio</a:t>
            </a:r>
            <a:endParaRPr b="0" i="0" sz="16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9" name="Google Shape;409;p22"/>
          <p:cNvGraphicFramePr/>
          <p:nvPr/>
        </p:nvGraphicFramePr>
        <p:xfrm>
          <a:off x="912094" y="4517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{AEE2E0B2-6EAC-469E-8BDE-B99B1093FA7E}</a:tableStyleId>
              </a:tblPr>
              <a:tblGrid>
                <a:gridCol w="2057400"/>
                <a:gridCol w="4114800"/>
                <a:gridCol w="4114800"/>
                <a:gridCol w="6172200"/>
              </a:tblGrid>
              <a:tr h="668025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Herramienta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Función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Entrada típica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Salida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Integración y ETL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Excel, CSV, OLTP, APIs, otras bases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61214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Datos transformados cargados a staging, warehouse o mart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Modelado semántico y OLAP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8794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warehouse o data mart ya integrado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12325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Cubos, modelos tabulares, medidas, jerarquías y agregaciones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SSRS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Reportería empresarial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5759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Consultas SQL, datasets, modelos analíticos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Reportes paginados, exportables y distribuibles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22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17109141" y="383112"/>
            <a:ext cx="285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12" name="Google Shape;412;p2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Resumen conceptual del stack BI</a:t>
            </a:r>
            <a:endParaRPr sz="8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17110219" y="383112"/>
            <a:ext cx="2819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19" name="Google Shape;419;p23"/>
          <p:cNvSpPr txBox="1"/>
          <p:nvPr>
            <p:ph type="title"/>
          </p:nvPr>
        </p:nvSpPr>
        <p:spPr>
          <a:xfrm>
            <a:off x="907802" y="4098537"/>
            <a:ext cx="10753090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Aplicación práctica y buenas prácticas</a:t>
            </a:r>
            <a:endParaRPr sz="1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12260051" y="5169846"/>
            <a:ext cx="0" cy="2436495"/>
          </a:xfrm>
          <a:custGeom>
            <a:rect b="b" l="l" r="r" t="t"/>
            <a:pathLst>
              <a:path extrusionOk="0" h="2436495" w="120000">
                <a:moveTo>
                  <a:pt x="0" y="243631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6025586" y="5169846"/>
            <a:ext cx="0" cy="2436495"/>
          </a:xfrm>
          <a:custGeom>
            <a:rect b="b" l="l" r="r" t="t"/>
            <a:pathLst>
              <a:path extrusionOk="0" h="2436495" w="120000">
                <a:moveTo>
                  <a:pt x="0" y="243631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 txBox="1"/>
          <p:nvPr/>
        </p:nvSpPr>
        <p:spPr>
          <a:xfrm>
            <a:off x="907802" y="383112"/>
            <a:ext cx="411987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Aplicación práctica y buenas prácticas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17110741" y="383112"/>
            <a:ext cx="278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13376758" y="5095373"/>
            <a:ext cx="3965575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Modelado y reportería orientada al usuario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873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dimensiones y jerarquías alineadas al negocio.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5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Crear reportes con filtros claros y salidas exportables.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7142280" y="5095373"/>
            <a:ext cx="3912870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86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Buenas prácticas en SSIS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Separar control de flujo y flujo de datos para mayor claridad.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0096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Documentar transformaciones y capturar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errores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 lote o fila.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907802" y="5095373"/>
            <a:ext cx="398145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ETL eficiente</a:t>
            </a:r>
            <a:endParaRPr b="0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Definir la </a:t>
            </a:r>
            <a:r>
              <a:rPr b="1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granularidad </a:t>
            </a:r>
            <a:r>
              <a:rPr b="0" i="0" lang="en-US" sz="20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adecuada y validar tipos de datos antes de cargar.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32" name="Google Shape;432;p24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400"/>
              <a:t>Buenas prácticas con Microsoft BI</a:t>
            </a:r>
            <a:endParaRPr sz="8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/>
          <p:nvPr/>
        </p:nvSpPr>
        <p:spPr>
          <a:xfrm>
            <a:off x="293474" y="42769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17106806" y="383112"/>
            <a:ext cx="284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39" name="Google Shape;439;p25"/>
          <p:cNvSpPr txBox="1"/>
          <p:nvPr>
            <p:ph type="title"/>
          </p:nvPr>
        </p:nvSpPr>
        <p:spPr>
          <a:xfrm>
            <a:off x="907797" y="3403425"/>
            <a:ext cx="128475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Recomendaciones y</a:t>
            </a:r>
            <a:endParaRPr sz="11000"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conclusiones</a:t>
            </a:r>
            <a:endParaRPr sz="1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1"/>
            <a:ext cx="7768615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6" name="Google Shape;446;p26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447" name="Google Shape;447;p26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26"/>
          <p:cNvSpPr txBox="1"/>
          <p:nvPr/>
        </p:nvSpPr>
        <p:spPr>
          <a:xfrm>
            <a:off x="17122334" y="383112"/>
            <a:ext cx="272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907736" y="383112"/>
            <a:ext cx="3619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51" name="Google Shape;451;p26"/>
          <p:cNvSpPr txBox="1"/>
          <p:nvPr>
            <p:ph type="title"/>
          </p:nvPr>
        </p:nvSpPr>
        <p:spPr>
          <a:xfrm>
            <a:off x="907801" y="1411400"/>
            <a:ext cx="79842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100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/>
              <a:t>Recomendaciones de</a:t>
            </a:r>
            <a:endParaRPr sz="5000"/>
          </a:p>
          <a:p>
            <a:pPr indent="0" lvl="0" marL="12700" rtl="0" algn="l">
              <a:lnSpc>
                <a:spcPct val="1100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/>
              <a:t>arquitectura</a:t>
            </a:r>
            <a:endParaRPr sz="5000"/>
          </a:p>
        </p:txBody>
      </p:sp>
      <p:sp>
        <p:nvSpPr>
          <p:cNvPr id="452" name="Google Shape;452;p26"/>
          <p:cNvSpPr txBox="1"/>
          <p:nvPr/>
        </p:nvSpPr>
        <p:spPr>
          <a:xfrm>
            <a:off x="907802" y="4441094"/>
            <a:ext cx="7627620" cy="462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Separación clara de funciones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Evitar mezclar procesos de </a:t>
            </a:r>
            <a:r>
              <a:rPr b="1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ETL, modelado y reportería </a:t>
            </a: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una sola capa.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y seguridad centralizadas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Gestionar accesos y permisos desde una consola unificada como </a:t>
            </a:r>
            <a:r>
              <a:rPr b="1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SSMS</a:t>
            </a: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Trazabilidad y roles diferenciados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Asignar responsabilidades específicas a cada herramienta y usuario.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Documentación y control de cambios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marR="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Registrar transformaciones y flujos para facilitar auditorías.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83" y="2972765"/>
            <a:ext cx="7768615" cy="517949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7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27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460" name="Google Shape;460;p27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27"/>
          <p:cNvSpPr txBox="1"/>
          <p:nvPr/>
        </p:nvSpPr>
        <p:spPr>
          <a:xfrm>
            <a:off x="17105416" y="383112"/>
            <a:ext cx="285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907734" y="383112"/>
            <a:ext cx="3619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64" name="Google Shape;464;p27"/>
          <p:cNvSpPr txBox="1"/>
          <p:nvPr>
            <p:ph type="title"/>
          </p:nvPr>
        </p:nvSpPr>
        <p:spPr>
          <a:xfrm>
            <a:off x="907800" y="1430875"/>
            <a:ext cx="75744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Conclusiones y aprendizajes clave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907802" y="4229075"/>
            <a:ext cx="7681595" cy="465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arquitectura moderna reorganiza BI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9055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elimina los principios clásicos, sino que los distribuye en capas más flexibles y escalables.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56337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Microsoft BI: integración y complementariedad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14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SSIS, SSAS, SSRS y SSMS cumplen roles diferenciados y se potencian al trabajar juntos.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 en la correcta integración de herramientas</a:t>
            </a:r>
            <a:endParaRPr b="0" i="0" sz="28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368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éxito de una solución BI depende de que cada componente cumpla su función específica dentro de la arquitectura.</a:t>
            </a:r>
            <a:endParaRPr b="0" i="0" sz="1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17107017" y="383112"/>
            <a:ext cx="285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72" name="Google Shape;472;p28"/>
          <p:cNvSpPr txBox="1"/>
          <p:nvPr>
            <p:ph type="title"/>
          </p:nvPr>
        </p:nvSpPr>
        <p:spPr>
          <a:xfrm>
            <a:off x="907802" y="4098537"/>
            <a:ext cx="12197715" cy="1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0">
                <a:solidFill>
                  <a:srgbClr val="FFFFFF"/>
                </a:solidFill>
              </a:rPr>
              <a:t>Cierre y próximos pasos</a:t>
            </a:r>
            <a:endParaRPr sz="1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2026-03-18T22:46:54Z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2026-03-18T00:00:00Z</vt:filetime>
  </property>
  <property fmtid="{D5CDD505-2E9C-101B-9397-08002B2CF9AE}" pid="6" name="Producer">
    <vt:lpwstr>Adobe Express</vt:lpwstr>
  </property>
</Properties>
</file>