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707" r:id="rId5"/>
  </p:sldMasterIdLst>
  <p:notesMasterIdLst>
    <p:notesMasterId r:id="rId14"/>
  </p:notesMasterIdLst>
  <p:handoutMasterIdLst>
    <p:handoutMasterId r:id="rId15"/>
  </p:handoutMasterIdLst>
  <p:sldIdLst>
    <p:sldId id="293" r:id="rId6"/>
    <p:sldId id="277" r:id="rId7"/>
    <p:sldId id="294" r:id="rId8"/>
    <p:sldId id="295" r:id="rId9"/>
    <p:sldId id="296" r:id="rId10"/>
    <p:sldId id="297" r:id="rId11"/>
    <p:sldId id="298" r:id="rId12"/>
    <p:sldId id="256" r:id="rId13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3137" userDrawn="1">
          <p15:clr>
            <a:srgbClr val="A4A3A4"/>
          </p15:clr>
        </p15:guide>
        <p15:guide id="3" orient="horz" pos="95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3A2C2-7657-49AB-9EF9-96D26F3DBFC0}" v="89" dt="2025-09-03T23:12:00.596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3204" autoAdjust="0"/>
  </p:normalViewPr>
  <p:slideViewPr>
    <p:cSldViewPr snapToGrid="0">
      <p:cViewPr varScale="1">
        <p:scale>
          <a:sx n="77" d="100"/>
          <a:sy n="77" d="100"/>
        </p:scale>
        <p:origin x="540" y="138"/>
      </p:cViewPr>
      <p:guideLst>
        <p:guide orient="horz" pos="777"/>
        <p:guide pos="3137"/>
        <p:guide orient="horz" pos="958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don, Gerhard" userId="8721fa44-6e62-4f20-9139-47497d943791" providerId="ADAL" clId="{F503A2C2-7657-49AB-9EF9-96D26F3DBFC0}"/>
    <pc:docChg chg="undo custSel addSld delSld modSld sldOrd">
      <pc:chgData name="Ardon, Gerhard" userId="8721fa44-6e62-4f20-9139-47497d943791" providerId="ADAL" clId="{F503A2C2-7657-49AB-9EF9-96D26F3DBFC0}" dt="2025-09-03T23:12:05.800" v="1822" actId="26606"/>
      <pc:docMkLst>
        <pc:docMk/>
      </pc:docMkLst>
      <pc:sldChg chg="modSp mod">
        <pc:chgData name="Ardon, Gerhard" userId="8721fa44-6e62-4f20-9139-47497d943791" providerId="ADAL" clId="{F503A2C2-7657-49AB-9EF9-96D26F3DBFC0}" dt="2025-09-03T22:24:12.577" v="320" actId="27636"/>
        <pc:sldMkLst>
          <pc:docMk/>
          <pc:sldMk cId="1346372204" sldId="264"/>
        </pc:sldMkLst>
        <pc:spChg chg="mod">
          <ac:chgData name="Ardon, Gerhard" userId="8721fa44-6e62-4f20-9139-47497d943791" providerId="ADAL" clId="{F503A2C2-7657-49AB-9EF9-96D26F3DBFC0}" dt="2025-09-03T22:24:12.577" v="320" actId="27636"/>
          <ac:spMkLst>
            <pc:docMk/>
            <pc:sldMk cId="1346372204" sldId="264"/>
            <ac:spMk id="3" creationId="{033634FE-ADF0-4BC3-A0A9-447EA9DD096B}"/>
          </ac:spMkLst>
        </pc:sp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151694508" sldId="268"/>
        </pc:sldMkLst>
      </pc:sldChg>
      <pc:sldChg chg="delSp modSp del mod">
        <pc:chgData name="Ardon, Gerhard" userId="8721fa44-6e62-4f20-9139-47497d943791" providerId="ADAL" clId="{F503A2C2-7657-49AB-9EF9-96D26F3DBFC0}" dt="2025-09-03T23:11:11.490" v="1799" actId="2696"/>
        <pc:sldMkLst>
          <pc:docMk/>
          <pc:sldMk cId="0" sldId="274"/>
        </pc:sldMkLst>
        <pc:spChg chg="del mod">
          <ac:chgData name="Ardon, Gerhard" userId="8721fa44-6e62-4f20-9139-47497d943791" providerId="ADAL" clId="{F503A2C2-7657-49AB-9EF9-96D26F3DBFC0}" dt="2025-09-03T23:10:36.408" v="1763" actId="478"/>
          <ac:spMkLst>
            <pc:docMk/>
            <pc:sldMk cId="0" sldId="274"/>
            <ac:spMk id="472" creationId="{00000000-0000-0000-0000-000000000000}"/>
          </ac:spMkLst>
        </pc:spChg>
        <pc:spChg chg="mod">
          <ac:chgData name="Ardon, Gerhard" userId="8721fa44-6e62-4f20-9139-47497d943791" providerId="ADAL" clId="{F503A2C2-7657-49AB-9EF9-96D26F3DBFC0}" dt="2025-09-03T23:10:25.657" v="1758" actId="20577"/>
          <ac:spMkLst>
            <pc:docMk/>
            <pc:sldMk cId="0" sldId="274"/>
            <ac:spMk id="484" creationId="{00000000-0000-0000-0000-000000000000}"/>
          </ac:spMkLst>
        </pc:spChg>
        <pc:grpChg chg="del mod">
          <ac:chgData name="Ardon, Gerhard" userId="8721fa44-6e62-4f20-9139-47497d943791" providerId="ADAL" clId="{F503A2C2-7657-49AB-9EF9-96D26F3DBFC0}" dt="2025-09-03T23:10:27.482" v="1760" actId="478"/>
          <ac:grpSpMkLst>
            <pc:docMk/>
            <pc:sldMk cId="0" sldId="274"/>
            <ac:grpSpMk id="482" creationId="{00000000-0000-0000-0000-000000000000}"/>
          </ac:grpSpMkLst>
        </pc:grpChg>
      </pc:sldChg>
      <pc:sldChg chg="del">
        <pc:chgData name="Ardon, Gerhard" userId="8721fa44-6e62-4f20-9139-47497d943791" providerId="ADAL" clId="{F503A2C2-7657-49AB-9EF9-96D26F3DBFC0}" dt="2025-09-03T23:11:42.433" v="1800" actId="2696"/>
        <pc:sldMkLst>
          <pc:docMk/>
          <pc:sldMk cId="0" sldId="275"/>
        </pc:sldMkLst>
      </pc:sldChg>
      <pc:sldChg chg="modSp mod">
        <pc:chgData name="Ardon, Gerhard" userId="8721fa44-6e62-4f20-9139-47497d943791" providerId="ADAL" clId="{F503A2C2-7657-49AB-9EF9-96D26F3DBFC0}" dt="2025-09-03T22:21:26.703" v="141" actId="20577"/>
        <pc:sldMkLst>
          <pc:docMk/>
          <pc:sldMk cId="2243494996" sldId="277"/>
        </pc:sldMkLst>
        <pc:spChg chg="mod">
          <ac:chgData name="Ardon, Gerhard" userId="8721fa44-6e62-4f20-9139-47497d943791" providerId="ADAL" clId="{F503A2C2-7657-49AB-9EF9-96D26F3DBFC0}" dt="2025-09-03T22:21:26.703" v="141" actId="20577"/>
          <ac:spMkLst>
            <pc:docMk/>
            <pc:sldMk cId="2243494996" sldId="277"/>
            <ac:spMk id="3" creationId="{35E3EA69-4E0E-41BD-8095-A124225A2647}"/>
          </ac:spMkLst>
        </pc:spChg>
      </pc:sldChg>
      <pc:sldChg chg="modSp mod">
        <pc:chgData name="Ardon, Gerhard" userId="8721fa44-6e62-4f20-9139-47497d943791" providerId="ADAL" clId="{F503A2C2-7657-49AB-9EF9-96D26F3DBFC0}" dt="2025-09-03T22:23:52.311" v="318" actId="20577"/>
        <pc:sldMkLst>
          <pc:docMk/>
          <pc:sldMk cId="1329539271" sldId="290"/>
        </pc:sldMkLst>
        <pc:spChg chg="mod">
          <ac:chgData name="Ardon, Gerhard" userId="8721fa44-6e62-4f20-9139-47497d943791" providerId="ADAL" clId="{F503A2C2-7657-49AB-9EF9-96D26F3DBFC0}" dt="2025-09-03T22:23:52.311" v="318" actId="20577"/>
          <ac:spMkLst>
            <pc:docMk/>
            <pc:sldMk cId="1329539271" sldId="290"/>
            <ac:spMk id="2" creationId="{216815C6-3AD0-46E6-A74A-1967BD91AF50}"/>
          </ac:spMkLst>
        </pc:sp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3003251909" sldId="291"/>
        </pc:sldMkLst>
      </pc:sldChg>
      <pc:sldChg chg="modSp mod">
        <pc:chgData name="Ardon, Gerhard" userId="8721fa44-6e62-4f20-9139-47497d943791" providerId="ADAL" clId="{F503A2C2-7657-49AB-9EF9-96D26F3DBFC0}" dt="2025-09-03T22:18:46.482" v="5" actId="20577"/>
        <pc:sldMkLst>
          <pc:docMk/>
          <pc:sldMk cId="0" sldId="293"/>
        </pc:sldMkLst>
        <pc:graphicFrameChg chg="modGraphic">
          <ac:chgData name="Ardon, Gerhard" userId="8721fa44-6e62-4f20-9139-47497d943791" providerId="ADAL" clId="{F503A2C2-7657-49AB-9EF9-96D26F3DBFC0}" dt="2025-09-03T22:18:46.482" v="5" actId="20577"/>
          <ac:graphicFrameMkLst>
            <pc:docMk/>
            <pc:sldMk cId="0" sldId="293"/>
            <ac:graphicFrameMk id="55" creationId="{00000000-0000-0000-0000-000000000000}"/>
          </ac:graphicFrameMkLst>
        </pc:graphicFrame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2336508684" sldId="296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2316475114" sldId="297"/>
        </pc:sldMkLst>
      </pc:sldChg>
      <pc:sldChg chg="modSp mod">
        <pc:chgData name="Ardon, Gerhard" userId="8721fa44-6e62-4f20-9139-47497d943791" providerId="ADAL" clId="{F503A2C2-7657-49AB-9EF9-96D26F3DBFC0}" dt="2025-09-03T22:22:41.225" v="310" actId="20577"/>
        <pc:sldMkLst>
          <pc:docMk/>
          <pc:sldMk cId="3584323284" sldId="311"/>
        </pc:sldMkLst>
        <pc:spChg chg="mod">
          <ac:chgData name="Ardon, Gerhard" userId="8721fa44-6e62-4f20-9139-47497d943791" providerId="ADAL" clId="{F503A2C2-7657-49AB-9EF9-96D26F3DBFC0}" dt="2025-09-03T22:22:41.225" v="310" actId="20577"/>
          <ac:spMkLst>
            <pc:docMk/>
            <pc:sldMk cId="3584323284" sldId="311"/>
            <ac:spMk id="3" creationId="{36A548F0-2D61-BA64-E2B1-094C3DD6BF97}"/>
          </ac:spMkLst>
        </pc:sp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855514104" sldId="312"/>
        </pc:sldMkLst>
      </pc:sldChg>
      <pc:sldChg chg="modSp new mod">
        <pc:chgData name="Ardon, Gerhard" userId="8721fa44-6e62-4f20-9139-47497d943791" providerId="ADAL" clId="{F503A2C2-7657-49AB-9EF9-96D26F3DBFC0}" dt="2025-09-03T22:24:45.200" v="339" actId="27636"/>
        <pc:sldMkLst>
          <pc:docMk/>
          <pc:sldMk cId="4041886621" sldId="312"/>
        </pc:sldMkLst>
        <pc:spChg chg="mod">
          <ac:chgData name="Ardon, Gerhard" userId="8721fa44-6e62-4f20-9139-47497d943791" providerId="ADAL" clId="{F503A2C2-7657-49AB-9EF9-96D26F3DBFC0}" dt="2025-09-03T22:24:43.347" v="337" actId="20577"/>
          <ac:spMkLst>
            <pc:docMk/>
            <pc:sldMk cId="4041886621" sldId="312"/>
            <ac:spMk id="2" creationId="{15B3E7EE-5C3A-F5A0-D3B4-F56F80798C5A}"/>
          </ac:spMkLst>
        </pc:spChg>
        <pc:spChg chg="mod">
          <ac:chgData name="Ardon, Gerhard" userId="8721fa44-6e62-4f20-9139-47497d943791" providerId="ADAL" clId="{F503A2C2-7657-49AB-9EF9-96D26F3DBFC0}" dt="2025-09-03T22:24:45.200" v="339" actId="27636"/>
          <ac:spMkLst>
            <pc:docMk/>
            <pc:sldMk cId="4041886621" sldId="312"/>
            <ac:spMk id="3" creationId="{2B9BB7C4-D56B-6ADB-35D8-6088302376BD}"/>
          </ac:spMkLst>
        </pc:spChg>
      </pc:sldChg>
      <pc:sldChg chg="modSp new mod ord">
        <pc:chgData name="Ardon, Gerhard" userId="8721fa44-6e62-4f20-9139-47497d943791" providerId="ADAL" clId="{F503A2C2-7657-49AB-9EF9-96D26F3DBFC0}" dt="2025-09-03T22:26:38.171" v="368" actId="5793"/>
        <pc:sldMkLst>
          <pc:docMk/>
          <pc:sldMk cId="1290342550" sldId="313"/>
        </pc:sldMkLst>
        <pc:spChg chg="mod">
          <ac:chgData name="Ardon, Gerhard" userId="8721fa44-6e62-4f20-9139-47497d943791" providerId="ADAL" clId="{F503A2C2-7657-49AB-9EF9-96D26F3DBFC0}" dt="2025-09-03T22:25:50.852" v="359" actId="20577"/>
          <ac:spMkLst>
            <pc:docMk/>
            <pc:sldMk cId="1290342550" sldId="313"/>
            <ac:spMk id="2" creationId="{210C9D7B-6BA9-D4E7-A882-EB20FF5C5E5D}"/>
          </ac:spMkLst>
        </pc:spChg>
        <pc:spChg chg="mod">
          <ac:chgData name="Ardon, Gerhard" userId="8721fa44-6e62-4f20-9139-47497d943791" providerId="ADAL" clId="{F503A2C2-7657-49AB-9EF9-96D26F3DBFC0}" dt="2025-09-03T22:26:38.171" v="368" actId="5793"/>
          <ac:spMkLst>
            <pc:docMk/>
            <pc:sldMk cId="1290342550" sldId="313"/>
            <ac:spMk id="3" creationId="{7FD9C256-0A85-DF91-409B-0F80E1E74544}"/>
          </ac:spMkLst>
        </pc:spChg>
      </pc:sldChg>
      <pc:sldChg chg="new del">
        <pc:chgData name="Ardon, Gerhard" userId="8721fa44-6e62-4f20-9139-47497d943791" providerId="ADAL" clId="{F503A2C2-7657-49AB-9EF9-96D26F3DBFC0}" dt="2025-09-03T22:24:57.954" v="341" actId="2696"/>
        <pc:sldMkLst>
          <pc:docMk/>
          <pc:sldMk cId="2810034505" sldId="313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019187754" sldId="313"/>
        </pc:sldMkLst>
      </pc:sldChg>
      <pc:sldChg chg="new del">
        <pc:chgData name="Ardon, Gerhard" userId="8721fa44-6e62-4f20-9139-47497d943791" providerId="ADAL" clId="{F503A2C2-7657-49AB-9EF9-96D26F3DBFC0}" dt="2025-09-03T22:27:07.877" v="370" actId="2696"/>
        <pc:sldMkLst>
          <pc:docMk/>
          <pc:sldMk cId="407249861" sldId="314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458825977" sldId="314"/>
        </pc:sldMkLst>
      </pc:sldChg>
      <pc:sldChg chg="modSp new mod">
        <pc:chgData name="Ardon, Gerhard" userId="8721fa44-6e62-4f20-9139-47497d943791" providerId="ADAL" clId="{F503A2C2-7657-49AB-9EF9-96D26F3DBFC0}" dt="2025-09-03T22:30:41.272" v="463" actId="27636"/>
        <pc:sldMkLst>
          <pc:docMk/>
          <pc:sldMk cId="1699206053" sldId="314"/>
        </pc:sldMkLst>
        <pc:spChg chg="mod">
          <ac:chgData name="Ardon, Gerhard" userId="8721fa44-6e62-4f20-9139-47497d943791" providerId="ADAL" clId="{F503A2C2-7657-49AB-9EF9-96D26F3DBFC0}" dt="2025-09-03T22:29:15.752" v="453" actId="20577"/>
          <ac:spMkLst>
            <pc:docMk/>
            <pc:sldMk cId="1699206053" sldId="314"/>
            <ac:spMk id="2" creationId="{E9ACA5F1-CBDD-B261-0B89-F747D6567CE2}"/>
          </ac:spMkLst>
        </pc:spChg>
        <pc:spChg chg="mod">
          <ac:chgData name="Ardon, Gerhard" userId="8721fa44-6e62-4f20-9139-47497d943791" providerId="ADAL" clId="{F503A2C2-7657-49AB-9EF9-96D26F3DBFC0}" dt="2025-09-03T22:30:41.272" v="463" actId="27636"/>
          <ac:spMkLst>
            <pc:docMk/>
            <pc:sldMk cId="1699206053" sldId="314"/>
            <ac:spMk id="3" creationId="{350691CE-01D0-AFDF-288C-669BB14CB058}"/>
          </ac:spMkLst>
        </pc:spChg>
      </pc:sldChg>
      <pc:sldChg chg="addSp delSp modSp new mod">
        <pc:chgData name="Ardon, Gerhard" userId="8721fa44-6e62-4f20-9139-47497d943791" providerId="ADAL" clId="{F503A2C2-7657-49AB-9EF9-96D26F3DBFC0}" dt="2025-09-03T22:29:04.059" v="435" actId="20577"/>
        <pc:sldMkLst>
          <pc:docMk/>
          <pc:sldMk cId="708448278" sldId="315"/>
        </pc:sldMkLst>
        <pc:spChg chg="del">
          <ac:chgData name="Ardon, Gerhard" userId="8721fa44-6e62-4f20-9139-47497d943791" providerId="ADAL" clId="{F503A2C2-7657-49AB-9EF9-96D26F3DBFC0}" dt="2025-09-03T22:28:46.433" v="374" actId="26606"/>
          <ac:spMkLst>
            <pc:docMk/>
            <pc:sldMk cId="708448278" sldId="315"/>
            <ac:spMk id="2" creationId="{79F6A6AD-60BC-2DE7-406B-A984B5D6B45A}"/>
          </ac:spMkLst>
        </pc:spChg>
        <pc:spChg chg="del">
          <ac:chgData name="Ardon, Gerhard" userId="8721fa44-6e62-4f20-9139-47497d943791" providerId="ADAL" clId="{F503A2C2-7657-49AB-9EF9-96D26F3DBFC0}" dt="2025-09-03T22:28:33.789" v="373" actId="931"/>
          <ac:spMkLst>
            <pc:docMk/>
            <pc:sldMk cId="708448278" sldId="315"/>
            <ac:spMk id="3" creationId="{93794C0B-0D0C-9ADF-F62B-4E663A86F2D7}"/>
          </ac:spMkLst>
        </pc:spChg>
        <pc:spChg chg="add mod">
          <ac:chgData name="Ardon, Gerhard" userId="8721fa44-6e62-4f20-9139-47497d943791" providerId="ADAL" clId="{F503A2C2-7657-49AB-9EF9-96D26F3DBFC0}" dt="2025-09-03T22:29:04.059" v="435" actId="20577"/>
          <ac:spMkLst>
            <pc:docMk/>
            <pc:sldMk cId="708448278" sldId="315"/>
            <ac:spMk id="10" creationId="{DADCC885-0327-9B34-3A6C-183487215E2D}"/>
          </ac:spMkLst>
        </pc:spChg>
        <pc:picChg chg="add mod">
          <ac:chgData name="Ardon, Gerhard" userId="8721fa44-6e62-4f20-9139-47497d943791" providerId="ADAL" clId="{F503A2C2-7657-49AB-9EF9-96D26F3DBFC0}" dt="2025-09-03T22:28:46.433" v="374" actId="26606"/>
          <ac:picMkLst>
            <pc:docMk/>
            <pc:sldMk cId="708448278" sldId="315"/>
            <ac:picMk id="5" creationId="{1AC78FF7-0E5F-5F1F-FC39-51F40E643D40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619801789" sldId="315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49753028" sldId="316"/>
        </pc:sldMkLst>
      </pc:sldChg>
      <pc:sldChg chg="delSp modSp new mod">
        <pc:chgData name="Ardon, Gerhard" userId="8721fa44-6e62-4f20-9139-47497d943791" providerId="ADAL" clId="{F503A2C2-7657-49AB-9EF9-96D26F3DBFC0}" dt="2025-09-03T22:32:08.677" v="478" actId="27636"/>
        <pc:sldMkLst>
          <pc:docMk/>
          <pc:sldMk cId="2659169652" sldId="316"/>
        </pc:sldMkLst>
        <pc:spChg chg="del mod">
          <ac:chgData name="Ardon, Gerhard" userId="8721fa44-6e62-4f20-9139-47497d943791" providerId="ADAL" clId="{F503A2C2-7657-49AB-9EF9-96D26F3DBFC0}" dt="2025-09-03T22:31:14.566" v="472" actId="478"/>
          <ac:spMkLst>
            <pc:docMk/>
            <pc:sldMk cId="2659169652" sldId="316"/>
            <ac:spMk id="2" creationId="{548126C6-4CD2-0F9C-B563-7E774B4069C9}"/>
          </ac:spMkLst>
        </pc:spChg>
        <pc:spChg chg="mod">
          <ac:chgData name="Ardon, Gerhard" userId="8721fa44-6e62-4f20-9139-47497d943791" providerId="ADAL" clId="{F503A2C2-7657-49AB-9EF9-96D26F3DBFC0}" dt="2025-09-03T22:32:08.677" v="478" actId="27636"/>
          <ac:spMkLst>
            <pc:docMk/>
            <pc:sldMk cId="2659169652" sldId="316"/>
            <ac:spMk id="3" creationId="{24D132B7-E482-7D2A-3CE9-3EA3408AF953}"/>
          </ac:spMkLst>
        </pc:spChg>
      </pc:sldChg>
      <pc:sldChg chg="addSp delSp modSp new mod modClrScheme chgLayout">
        <pc:chgData name="Ardon, Gerhard" userId="8721fa44-6e62-4f20-9139-47497d943791" providerId="ADAL" clId="{F503A2C2-7657-49AB-9EF9-96D26F3DBFC0}" dt="2025-09-03T22:34:19.633" v="545" actId="26606"/>
        <pc:sldMkLst>
          <pc:docMk/>
          <pc:sldMk cId="886792364" sldId="317"/>
        </pc:sldMkLst>
        <pc:spChg chg="mod">
          <ac:chgData name="Ardon, Gerhard" userId="8721fa44-6e62-4f20-9139-47497d943791" providerId="ADAL" clId="{F503A2C2-7657-49AB-9EF9-96D26F3DBFC0}" dt="2025-09-03T22:34:19.633" v="545" actId="26606"/>
          <ac:spMkLst>
            <pc:docMk/>
            <pc:sldMk cId="886792364" sldId="317"/>
            <ac:spMk id="2" creationId="{E4678136-8522-6666-4EC6-B98F5523CBB0}"/>
          </ac:spMkLst>
        </pc:spChg>
        <pc:spChg chg="del">
          <ac:chgData name="Ardon, Gerhard" userId="8721fa44-6e62-4f20-9139-47497d943791" providerId="ADAL" clId="{F503A2C2-7657-49AB-9EF9-96D26F3DBFC0}" dt="2025-09-03T22:34:19.633" v="545" actId="26606"/>
          <ac:spMkLst>
            <pc:docMk/>
            <pc:sldMk cId="886792364" sldId="317"/>
            <ac:spMk id="3" creationId="{032E800B-9B5B-161A-0838-1B0B3E520437}"/>
          </ac:spMkLst>
        </pc:spChg>
        <pc:spChg chg="mod ord">
          <ac:chgData name="Ardon, Gerhard" userId="8721fa44-6e62-4f20-9139-47497d943791" providerId="ADAL" clId="{F503A2C2-7657-49AB-9EF9-96D26F3DBFC0}" dt="2025-09-03T22:34:19.633" v="545" actId="26606"/>
          <ac:spMkLst>
            <pc:docMk/>
            <pc:sldMk cId="886792364" sldId="317"/>
            <ac:spMk id="4" creationId="{116E50D1-FE51-0AAB-0B18-E10ACFD32F91}"/>
          </ac:spMkLst>
        </pc:spChg>
        <pc:picChg chg="add mod">
          <ac:chgData name="Ardon, Gerhard" userId="8721fa44-6e62-4f20-9139-47497d943791" providerId="ADAL" clId="{F503A2C2-7657-49AB-9EF9-96D26F3DBFC0}" dt="2025-09-03T22:34:19.633" v="545" actId="26606"/>
          <ac:picMkLst>
            <pc:docMk/>
            <pc:sldMk cId="886792364" sldId="317"/>
            <ac:picMk id="6" creationId="{B19224DC-CF11-B2BC-61B8-4E4FFD68EDEA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031701160" sldId="317"/>
        </pc:sldMkLst>
      </pc:sldChg>
      <pc:sldChg chg="addSp delSp modSp new mod">
        <pc:chgData name="Ardon, Gerhard" userId="8721fa44-6e62-4f20-9139-47497d943791" providerId="ADAL" clId="{F503A2C2-7657-49AB-9EF9-96D26F3DBFC0}" dt="2025-09-03T22:36:42.090" v="659" actId="26606"/>
        <pc:sldMkLst>
          <pc:docMk/>
          <pc:sldMk cId="2130652891" sldId="318"/>
        </pc:sldMkLst>
        <pc:spChg chg="mod">
          <ac:chgData name="Ardon, Gerhard" userId="8721fa44-6e62-4f20-9139-47497d943791" providerId="ADAL" clId="{F503A2C2-7657-49AB-9EF9-96D26F3DBFC0}" dt="2025-09-03T22:36:42.090" v="659" actId="26606"/>
          <ac:spMkLst>
            <pc:docMk/>
            <pc:sldMk cId="2130652891" sldId="318"/>
            <ac:spMk id="2" creationId="{6436115A-0DE4-F39C-0783-7D1F32758AFC}"/>
          </ac:spMkLst>
        </pc:spChg>
        <pc:spChg chg="del mod">
          <ac:chgData name="Ardon, Gerhard" userId="8721fa44-6e62-4f20-9139-47497d943791" providerId="ADAL" clId="{F503A2C2-7657-49AB-9EF9-96D26F3DBFC0}" dt="2025-09-03T22:36:42.090" v="659" actId="26606"/>
          <ac:spMkLst>
            <pc:docMk/>
            <pc:sldMk cId="2130652891" sldId="318"/>
            <ac:spMk id="3" creationId="{3E6A8C0E-43E1-2C3F-71FE-FED2E3CC5A36}"/>
          </ac:spMkLst>
        </pc:spChg>
        <pc:spChg chg="mod">
          <ac:chgData name="Ardon, Gerhard" userId="8721fa44-6e62-4f20-9139-47497d943791" providerId="ADAL" clId="{F503A2C2-7657-49AB-9EF9-96D26F3DBFC0}" dt="2025-09-03T22:36:42.090" v="659" actId="26606"/>
          <ac:spMkLst>
            <pc:docMk/>
            <pc:sldMk cId="2130652891" sldId="318"/>
            <ac:spMk id="4" creationId="{32E77738-2745-9846-7E1F-2C5A57A8E2A7}"/>
          </ac:spMkLst>
        </pc:spChg>
        <pc:graphicFrameChg chg="add">
          <ac:chgData name="Ardon, Gerhard" userId="8721fa44-6e62-4f20-9139-47497d943791" providerId="ADAL" clId="{F503A2C2-7657-49AB-9EF9-96D26F3DBFC0}" dt="2025-09-03T22:36:42.090" v="659" actId="26606"/>
          <ac:graphicFrameMkLst>
            <pc:docMk/>
            <pc:sldMk cId="2130652891" sldId="318"/>
            <ac:graphicFrameMk id="6" creationId="{2DC804DA-6FC2-F05C-21CC-CF835C354087}"/>
          </ac:graphicFrameMkLst>
        </pc:graphicFrame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2983382483" sldId="318"/>
        </pc:sldMkLst>
      </pc:sldChg>
      <pc:sldChg chg="addSp delSp modSp new mod">
        <pc:chgData name="Ardon, Gerhard" userId="8721fa44-6e62-4f20-9139-47497d943791" providerId="ADAL" clId="{F503A2C2-7657-49AB-9EF9-96D26F3DBFC0}" dt="2025-09-03T22:41:27.318" v="754" actId="26606"/>
        <pc:sldMkLst>
          <pc:docMk/>
          <pc:sldMk cId="302124970" sldId="319"/>
        </pc:sldMkLst>
        <pc:spChg chg="mod">
          <ac:chgData name="Ardon, Gerhard" userId="8721fa44-6e62-4f20-9139-47497d943791" providerId="ADAL" clId="{F503A2C2-7657-49AB-9EF9-96D26F3DBFC0}" dt="2025-09-03T22:41:27.318" v="754" actId="26606"/>
          <ac:spMkLst>
            <pc:docMk/>
            <pc:sldMk cId="302124970" sldId="319"/>
            <ac:spMk id="2" creationId="{9D1C9459-ADCF-5D03-D93E-1131E6750BC7}"/>
          </ac:spMkLst>
        </pc:spChg>
        <pc:spChg chg="del mod">
          <ac:chgData name="Ardon, Gerhard" userId="8721fa44-6e62-4f20-9139-47497d943791" providerId="ADAL" clId="{F503A2C2-7657-49AB-9EF9-96D26F3DBFC0}" dt="2025-09-03T22:41:27.318" v="754" actId="26606"/>
          <ac:spMkLst>
            <pc:docMk/>
            <pc:sldMk cId="302124970" sldId="319"/>
            <ac:spMk id="3" creationId="{67A562EA-23C8-E074-5B84-AFE3B6EE0D99}"/>
          </ac:spMkLst>
        </pc:spChg>
        <pc:spChg chg="mod">
          <ac:chgData name="Ardon, Gerhard" userId="8721fa44-6e62-4f20-9139-47497d943791" providerId="ADAL" clId="{F503A2C2-7657-49AB-9EF9-96D26F3DBFC0}" dt="2025-09-03T22:41:27.318" v="754" actId="26606"/>
          <ac:spMkLst>
            <pc:docMk/>
            <pc:sldMk cId="302124970" sldId="319"/>
            <ac:spMk id="4" creationId="{C1C66BF3-6239-A56A-539D-742CE612FDE9}"/>
          </ac:spMkLst>
        </pc:spChg>
        <pc:graphicFrameChg chg="add">
          <ac:chgData name="Ardon, Gerhard" userId="8721fa44-6e62-4f20-9139-47497d943791" providerId="ADAL" clId="{F503A2C2-7657-49AB-9EF9-96D26F3DBFC0}" dt="2025-09-03T22:41:27.318" v="754" actId="26606"/>
          <ac:graphicFrameMkLst>
            <pc:docMk/>
            <pc:sldMk cId="302124970" sldId="319"/>
            <ac:graphicFrameMk id="7" creationId="{1570AE11-FD64-F5FD-F690-E3A424B5976E}"/>
          </ac:graphicFrameMkLst>
        </pc:graphicFrameChg>
        <pc:picChg chg="add del">
          <ac:chgData name="Ardon, Gerhard" userId="8721fa44-6e62-4f20-9139-47497d943791" providerId="ADAL" clId="{F503A2C2-7657-49AB-9EF9-96D26F3DBFC0}" dt="2025-09-03T22:40:59.572" v="675" actId="478"/>
          <ac:picMkLst>
            <pc:docMk/>
            <pc:sldMk cId="302124970" sldId="319"/>
            <ac:picMk id="6" creationId="{8D848F37-BAA6-BA38-4802-3CB3B308BFFD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109435281" sldId="319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317958491" sldId="320"/>
        </pc:sldMkLst>
      </pc:sldChg>
      <pc:sldChg chg="addSp delSp modSp new mod modClrScheme chgLayout">
        <pc:chgData name="Ardon, Gerhard" userId="8721fa44-6e62-4f20-9139-47497d943791" providerId="ADAL" clId="{F503A2C2-7657-49AB-9EF9-96D26F3DBFC0}" dt="2025-09-03T22:48:43.903" v="1079" actId="207"/>
        <pc:sldMkLst>
          <pc:docMk/>
          <pc:sldMk cId="3967599442" sldId="320"/>
        </pc:sldMkLst>
        <pc:spChg chg="mod">
          <ac:chgData name="Ardon, Gerhard" userId="8721fa44-6e62-4f20-9139-47497d943791" providerId="ADAL" clId="{F503A2C2-7657-49AB-9EF9-96D26F3DBFC0}" dt="2025-09-03T22:47:05.031" v="1064" actId="1076"/>
          <ac:spMkLst>
            <pc:docMk/>
            <pc:sldMk cId="3967599442" sldId="320"/>
            <ac:spMk id="2" creationId="{982B5B1E-6A9D-9773-B04A-FF5CA0BD063E}"/>
          </ac:spMkLst>
        </pc:spChg>
        <pc:spChg chg="del mod">
          <ac:chgData name="Ardon, Gerhard" userId="8721fa44-6e62-4f20-9139-47497d943791" providerId="ADAL" clId="{F503A2C2-7657-49AB-9EF9-96D26F3DBFC0}" dt="2025-09-03T22:43:59.872" v="991" actId="26606"/>
          <ac:spMkLst>
            <pc:docMk/>
            <pc:sldMk cId="3967599442" sldId="320"/>
            <ac:spMk id="3" creationId="{9A74A04E-0099-27D1-8BB1-FABFF3B2CCAB}"/>
          </ac:spMkLst>
        </pc:spChg>
        <pc:spChg chg="mod">
          <ac:chgData name="Ardon, Gerhard" userId="8721fa44-6e62-4f20-9139-47497d943791" providerId="ADAL" clId="{F503A2C2-7657-49AB-9EF9-96D26F3DBFC0}" dt="2025-09-03T22:43:59.872" v="991" actId="26606"/>
          <ac:spMkLst>
            <pc:docMk/>
            <pc:sldMk cId="3967599442" sldId="320"/>
            <ac:spMk id="4" creationId="{D9AE0E44-2BAB-9F39-9296-B7212FCB3A06}"/>
          </ac:spMkLst>
        </pc:spChg>
        <pc:spChg chg="add del mod">
          <ac:chgData name="Ardon, Gerhard" userId="8721fa44-6e62-4f20-9139-47497d943791" providerId="ADAL" clId="{F503A2C2-7657-49AB-9EF9-96D26F3DBFC0}" dt="2025-09-03T22:45:02.862" v="995" actId="478"/>
          <ac:spMkLst>
            <pc:docMk/>
            <pc:sldMk cId="3967599442" sldId="320"/>
            <ac:spMk id="10" creationId="{EA0EBF7B-3822-A320-C829-CC7BB5E441F7}"/>
          </ac:spMkLst>
        </pc:spChg>
        <pc:graphicFrameChg chg="add del mod">
          <ac:chgData name="Ardon, Gerhard" userId="8721fa44-6e62-4f20-9139-47497d943791" providerId="ADAL" clId="{F503A2C2-7657-49AB-9EF9-96D26F3DBFC0}" dt="2025-09-03T22:47:06.893" v="1066" actId="478"/>
          <ac:graphicFrameMkLst>
            <pc:docMk/>
            <pc:sldMk cId="3967599442" sldId="320"/>
            <ac:graphicFrameMk id="7" creationId="{B15FE17D-C6B0-0421-C428-AF1400AD896D}"/>
          </ac:graphicFrameMkLst>
        </pc:graphicFrameChg>
        <pc:graphicFrameChg chg="add mod modGraphic">
          <ac:chgData name="Ardon, Gerhard" userId="8721fa44-6e62-4f20-9139-47497d943791" providerId="ADAL" clId="{F503A2C2-7657-49AB-9EF9-96D26F3DBFC0}" dt="2025-09-03T22:48:43.903" v="1079" actId="207"/>
          <ac:graphicFrameMkLst>
            <pc:docMk/>
            <pc:sldMk cId="3967599442" sldId="320"/>
            <ac:graphicFrameMk id="11" creationId="{3AD58730-9E86-B747-BC52-04B36223F022}"/>
          </ac:graphicFrameMkLst>
        </pc:graphicFrameChg>
        <pc:picChg chg="add del">
          <ac:chgData name="Ardon, Gerhard" userId="8721fa44-6e62-4f20-9139-47497d943791" providerId="ADAL" clId="{F503A2C2-7657-49AB-9EF9-96D26F3DBFC0}" dt="2025-09-03T22:43:00.272" v="868" actId="478"/>
          <ac:picMkLst>
            <pc:docMk/>
            <pc:sldMk cId="3967599442" sldId="320"/>
            <ac:picMk id="6" creationId="{D9DF36B8-63F5-0D4B-1581-80EFC55D2420}"/>
          </ac:picMkLst>
        </pc:picChg>
        <pc:picChg chg="add del mod">
          <ac:chgData name="Ardon, Gerhard" userId="8721fa44-6e62-4f20-9139-47497d943791" providerId="ADAL" clId="{F503A2C2-7657-49AB-9EF9-96D26F3DBFC0}" dt="2025-09-03T22:47:07.421" v="1068" actId="478"/>
          <ac:picMkLst>
            <pc:docMk/>
            <pc:sldMk cId="3967599442" sldId="320"/>
            <ac:picMk id="9" creationId="{4E8FF9EE-4D1A-F59D-0A42-F1B6C16F0811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3126269558" sldId="321"/>
        </pc:sldMkLst>
      </pc:sldChg>
      <pc:sldChg chg="addSp delSp modSp new mod">
        <pc:chgData name="Ardon, Gerhard" userId="8721fa44-6e62-4f20-9139-47497d943791" providerId="ADAL" clId="{F503A2C2-7657-49AB-9EF9-96D26F3DBFC0}" dt="2025-09-03T22:49:02.411" v="1083"/>
        <pc:sldMkLst>
          <pc:docMk/>
          <pc:sldMk cId="3943764558" sldId="321"/>
        </pc:sldMkLst>
        <pc:spChg chg="mod">
          <ac:chgData name="Ardon, Gerhard" userId="8721fa44-6e62-4f20-9139-47497d943791" providerId="ADAL" clId="{F503A2C2-7657-49AB-9EF9-96D26F3DBFC0}" dt="2025-09-03T22:45:30.984" v="1047" actId="20577"/>
          <ac:spMkLst>
            <pc:docMk/>
            <pc:sldMk cId="3943764558" sldId="321"/>
            <ac:spMk id="2" creationId="{2F8C3DDC-4D62-E751-20E4-2AE047F775D9}"/>
          </ac:spMkLst>
        </pc:spChg>
        <pc:spChg chg="del mod">
          <ac:chgData name="Ardon, Gerhard" userId="8721fa44-6e62-4f20-9139-47497d943791" providerId="ADAL" clId="{F503A2C2-7657-49AB-9EF9-96D26F3DBFC0}" dt="2025-09-03T22:46:15.113" v="1054" actId="478"/>
          <ac:spMkLst>
            <pc:docMk/>
            <pc:sldMk cId="3943764558" sldId="321"/>
            <ac:spMk id="3" creationId="{39FD533C-FB06-1E8F-4C7A-1CA8EBF82F11}"/>
          </ac:spMkLst>
        </pc:spChg>
        <pc:spChg chg="del mod">
          <ac:chgData name="Ardon, Gerhard" userId="8721fa44-6e62-4f20-9139-47497d943791" providerId="ADAL" clId="{F503A2C2-7657-49AB-9EF9-96D26F3DBFC0}" dt="2025-09-03T22:46:13.117" v="1052" actId="478"/>
          <ac:spMkLst>
            <pc:docMk/>
            <pc:sldMk cId="3943764558" sldId="321"/>
            <ac:spMk id="4" creationId="{3AB467A6-D59E-6459-886B-C709C08C2097}"/>
          </ac:spMkLst>
        </pc:spChg>
        <pc:spChg chg="add del mod">
          <ac:chgData name="Ardon, Gerhard" userId="8721fa44-6e62-4f20-9139-47497d943791" providerId="ADAL" clId="{F503A2C2-7657-49AB-9EF9-96D26F3DBFC0}" dt="2025-09-03T22:46:16.801" v="1056" actId="478"/>
          <ac:spMkLst>
            <pc:docMk/>
            <pc:sldMk cId="3943764558" sldId="321"/>
            <ac:spMk id="8" creationId="{4FD24C27-8520-55E8-BCB9-47F66D16A908}"/>
          </ac:spMkLst>
        </pc:spChg>
        <pc:graphicFrameChg chg="add mod modGraphic">
          <ac:chgData name="Ardon, Gerhard" userId="8721fa44-6e62-4f20-9139-47497d943791" providerId="ADAL" clId="{F503A2C2-7657-49AB-9EF9-96D26F3DBFC0}" dt="2025-09-03T22:49:02.411" v="1083"/>
          <ac:graphicFrameMkLst>
            <pc:docMk/>
            <pc:sldMk cId="3943764558" sldId="321"/>
            <ac:graphicFrameMk id="6" creationId="{AFDCCF16-BC8F-142D-D159-1E1A2706047E}"/>
          </ac:graphicFrameMkLst>
        </pc:graphicFrameChg>
      </pc:sldChg>
      <pc:sldChg chg="addSp delSp modSp new mod modClrScheme chgLayout">
        <pc:chgData name="Ardon, Gerhard" userId="8721fa44-6e62-4f20-9139-47497d943791" providerId="ADAL" clId="{F503A2C2-7657-49AB-9EF9-96D26F3DBFC0}" dt="2025-09-03T22:52:06.255" v="1126" actId="1076"/>
        <pc:sldMkLst>
          <pc:docMk/>
          <pc:sldMk cId="3708791735" sldId="322"/>
        </pc:sldMkLst>
        <pc:spChg chg="mod">
          <ac:chgData name="Ardon, Gerhard" userId="8721fa44-6e62-4f20-9139-47497d943791" providerId="ADAL" clId="{F503A2C2-7657-49AB-9EF9-96D26F3DBFC0}" dt="2025-09-03T22:51:59.191" v="1124" actId="26606"/>
          <ac:spMkLst>
            <pc:docMk/>
            <pc:sldMk cId="3708791735" sldId="322"/>
            <ac:spMk id="2" creationId="{178EFFEF-C5DC-6CEC-3218-B7F170359025}"/>
          </ac:spMkLst>
        </pc:spChg>
        <pc:spChg chg="mod ord">
          <ac:chgData name="Ardon, Gerhard" userId="8721fa44-6e62-4f20-9139-47497d943791" providerId="ADAL" clId="{F503A2C2-7657-49AB-9EF9-96D26F3DBFC0}" dt="2025-09-03T22:51:59.191" v="1124" actId="26606"/>
          <ac:spMkLst>
            <pc:docMk/>
            <pc:sldMk cId="3708791735" sldId="322"/>
            <ac:spMk id="3" creationId="{7FF6DDCE-5B60-BEE1-885D-078ED6AB0E74}"/>
          </ac:spMkLst>
        </pc:spChg>
        <pc:spChg chg="del">
          <ac:chgData name="Ardon, Gerhard" userId="8721fa44-6e62-4f20-9139-47497d943791" providerId="ADAL" clId="{F503A2C2-7657-49AB-9EF9-96D26F3DBFC0}" dt="2025-09-03T22:51:59.191" v="1124" actId="26606"/>
          <ac:spMkLst>
            <pc:docMk/>
            <pc:sldMk cId="3708791735" sldId="322"/>
            <ac:spMk id="4" creationId="{5DEF772E-C0D3-4472-442B-2C6E58B0056D}"/>
          </ac:spMkLst>
        </pc:spChg>
        <pc:spChg chg="mod">
          <ac:chgData name="Ardon, Gerhard" userId="8721fa44-6e62-4f20-9139-47497d943791" providerId="ADAL" clId="{F503A2C2-7657-49AB-9EF9-96D26F3DBFC0}" dt="2025-09-03T22:51:59.191" v="1124" actId="26606"/>
          <ac:spMkLst>
            <pc:docMk/>
            <pc:sldMk cId="3708791735" sldId="322"/>
            <ac:spMk id="5" creationId="{4D7313A1-E994-493D-3AF9-A676258DBB41}"/>
          </ac:spMkLst>
        </pc:spChg>
        <pc:picChg chg="add mod">
          <ac:chgData name="Ardon, Gerhard" userId="8721fa44-6e62-4f20-9139-47497d943791" providerId="ADAL" clId="{F503A2C2-7657-49AB-9EF9-96D26F3DBFC0}" dt="2025-09-03T22:52:06.255" v="1126" actId="1076"/>
          <ac:picMkLst>
            <pc:docMk/>
            <pc:sldMk cId="3708791735" sldId="322"/>
            <ac:picMk id="3074" creationId="{847EEE94-E59B-5FF6-98B4-4450460CE5AA}"/>
          </ac:picMkLst>
        </pc:pic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4224431728" sldId="322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531085388" sldId="323"/>
        </pc:sldMkLst>
      </pc:sldChg>
      <pc:sldChg chg="modSp new mod">
        <pc:chgData name="Ardon, Gerhard" userId="8721fa44-6e62-4f20-9139-47497d943791" providerId="ADAL" clId="{F503A2C2-7657-49AB-9EF9-96D26F3DBFC0}" dt="2025-09-03T22:51:38.688" v="1122" actId="20577"/>
        <pc:sldMkLst>
          <pc:docMk/>
          <pc:sldMk cId="1890335713" sldId="323"/>
        </pc:sldMkLst>
        <pc:spChg chg="mod">
          <ac:chgData name="Ardon, Gerhard" userId="8721fa44-6e62-4f20-9139-47497d943791" providerId="ADAL" clId="{F503A2C2-7657-49AB-9EF9-96D26F3DBFC0}" dt="2025-09-03T22:51:38.688" v="1122" actId="20577"/>
          <ac:spMkLst>
            <pc:docMk/>
            <pc:sldMk cId="1890335713" sldId="323"/>
            <ac:spMk id="2" creationId="{6ED9718E-9830-9100-A495-BC31D047DF57}"/>
          </ac:spMkLst>
        </pc:spChg>
        <pc:spChg chg="mod">
          <ac:chgData name="Ardon, Gerhard" userId="8721fa44-6e62-4f20-9139-47497d943791" providerId="ADAL" clId="{F503A2C2-7657-49AB-9EF9-96D26F3DBFC0}" dt="2025-09-03T22:51:33.200" v="1110" actId="5793"/>
          <ac:spMkLst>
            <pc:docMk/>
            <pc:sldMk cId="1890335713" sldId="323"/>
            <ac:spMk id="3" creationId="{6E472D50-D4AE-9E86-330B-36B8BD501DE2}"/>
          </ac:spMkLst>
        </pc:spChg>
      </pc:sldChg>
      <pc:sldChg chg="new del">
        <pc:chgData name="Ardon, Gerhard" userId="8721fa44-6e62-4f20-9139-47497d943791" providerId="ADAL" clId="{F503A2C2-7657-49AB-9EF9-96D26F3DBFC0}" dt="2025-09-03T22:51:11.490" v="1100" actId="680"/>
        <pc:sldMkLst>
          <pc:docMk/>
          <pc:sldMk cId="3887845529" sldId="323"/>
        </pc:sldMkLst>
      </pc:sldChg>
      <pc:sldChg chg="addSp delSp modSp add mod">
        <pc:chgData name="Ardon, Gerhard" userId="8721fa44-6e62-4f20-9139-47497d943791" providerId="ADAL" clId="{F503A2C2-7657-49AB-9EF9-96D26F3DBFC0}" dt="2025-09-03T22:54:24.982" v="1149"/>
        <pc:sldMkLst>
          <pc:docMk/>
          <pc:sldMk cId="1973142431" sldId="324"/>
        </pc:sldMkLst>
        <pc:spChg chg="del">
          <ac:chgData name="Ardon, Gerhard" userId="8721fa44-6e62-4f20-9139-47497d943791" providerId="ADAL" clId="{F503A2C2-7657-49AB-9EF9-96D26F3DBFC0}" dt="2025-09-03T22:53:40.980" v="1128" actId="478"/>
          <ac:spMkLst>
            <pc:docMk/>
            <pc:sldMk cId="1973142431" sldId="324"/>
            <ac:spMk id="3" creationId="{3BBC628C-B4E9-C9B2-3BB7-56FCC6658615}"/>
          </ac:spMkLst>
        </pc:spChg>
        <pc:spChg chg="add del mod">
          <ac:chgData name="Ardon, Gerhard" userId="8721fa44-6e62-4f20-9139-47497d943791" providerId="ADAL" clId="{F503A2C2-7657-49AB-9EF9-96D26F3DBFC0}" dt="2025-09-03T22:53:47.546" v="1129"/>
          <ac:spMkLst>
            <pc:docMk/>
            <pc:sldMk cId="1973142431" sldId="324"/>
            <ac:spMk id="6" creationId="{A38DDBA7-0B1A-7DA5-15CA-38A987228A54}"/>
          </ac:spMkLst>
        </pc:spChg>
        <pc:graphicFrameChg chg="add mod modGraphic">
          <ac:chgData name="Ardon, Gerhard" userId="8721fa44-6e62-4f20-9139-47497d943791" providerId="ADAL" clId="{F503A2C2-7657-49AB-9EF9-96D26F3DBFC0}" dt="2025-09-03T22:54:24.982" v="1149"/>
          <ac:graphicFrameMkLst>
            <pc:docMk/>
            <pc:sldMk cId="1973142431" sldId="324"/>
            <ac:graphicFrameMk id="7" creationId="{A6F66255-4F50-DC63-750D-3930DC044839}"/>
          </ac:graphicFrameMkLst>
        </pc:graphicFrame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1503021689" sldId="325"/>
        </pc:sldMkLst>
      </pc:sldChg>
      <pc:sldChg chg="addSp delSp modSp new mod">
        <pc:chgData name="Ardon, Gerhard" userId="8721fa44-6e62-4f20-9139-47497d943791" providerId="ADAL" clId="{F503A2C2-7657-49AB-9EF9-96D26F3DBFC0}" dt="2025-09-03T22:56:38.641" v="1187" actId="255"/>
        <pc:sldMkLst>
          <pc:docMk/>
          <pc:sldMk cId="1526547572" sldId="325"/>
        </pc:sldMkLst>
        <pc:spChg chg="mod">
          <ac:chgData name="Ardon, Gerhard" userId="8721fa44-6e62-4f20-9139-47497d943791" providerId="ADAL" clId="{F503A2C2-7657-49AB-9EF9-96D26F3DBFC0}" dt="2025-09-03T22:55:49.320" v="1179" actId="20577"/>
          <ac:spMkLst>
            <pc:docMk/>
            <pc:sldMk cId="1526547572" sldId="325"/>
            <ac:spMk id="2" creationId="{287E0BB7-1670-C724-7A75-D94A8910A00C}"/>
          </ac:spMkLst>
        </pc:spChg>
        <pc:spChg chg="del">
          <ac:chgData name="Ardon, Gerhard" userId="8721fa44-6e62-4f20-9139-47497d943791" providerId="ADAL" clId="{F503A2C2-7657-49AB-9EF9-96D26F3DBFC0}" dt="2025-09-03T22:55:59.145" v="1180"/>
          <ac:spMkLst>
            <pc:docMk/>
            <pc:sldMk cId="1526547572" sldId="325"/>
            <ac:spMk id="3" creationId="{C23F24E5-7A6E-B945-69A9-70B459B1E2F0}"/>
          </ac:spMkLst>
        </pc:spChg>
        <pc:spChg chg="add mod">
          <ac:chgData name="Ardon, Gerhard" userId="8721fa44-6e62-4f20-9139-47497d943791" providerId="ADAL" clId="{F503A2C2-7657-49AB-9EF9-96D26F3DBFC0}" dt="2025-09-03T22:55:59.145" v="1180"/>
          <ac:spMkLst>
            <pc:docMk/>
            <pc:sldMk cId="1526547572" sldId="325"/>
            <ac:spMk id="6" creationId="{F846487F-D376-B587-CE07-E1E1B04918BB}"/>
          </ac:spMkLst>
        </pc:spChg>
        <pc:graphicFrameChg chg="add mod modGraphic">
          <ac:chgData name="Ardon, Gerhard" userId="8721fa44-6e62-4f20-9139-47497d943791" providerId="ADAL" clId="{F503A2C2-7657-49AB-9EF9-96D26F3DBFC0}" dt="2025-09-03T22:56:38.641" v="1187" actId="255"/>
          <ac:graphicFrameMkLst>
            <pc:docMk/>
            <pc:sldMk cId="1526547572" sldId="325"/>
            <ac:graphicFrameMk id="5" creationId="{A3E68FA7-CE2C-A6E7-07CE-F623271B34D0}"/>
          </ac:graphicFrameMkLst>
        </pc:graphicFrameChg>
      </pc:sldChg>
      <pc:sldChg chg="modSp add mod ord">
        <pc:chgData name="Ardon, Gerhard" userId="8721fa44-6e62-4f20-9139-47497d943791" providerId="ADAL" clId="{F503A2C2-7657-49AB-9EF9-96D26F3DBFC0}" dt="2025-09-03T22:58:11.509" v="1205" actId="20577"/>
        <pc:sldMkLst>
          <pc:docMk/>
          <pc:sldMk cId="2173638887" sldId="326"/>
        </pc:sldMkLst>
        <pc:spChg chg="mod">
          <ac:chgData name="Ardon, Gerhard" userId="8721fa44-6e62-4f20-9139-47497d943791" providerId="ADAL" clId="{F503A2C2-7657-49AB-9EF9-96D26F3DBFC0}" dt="2025-09-03T22:58:11.509" v="1205" actId="20577"/>
          <ac:spMkLst>
            <pc:docMk/>
            <pc:sldMk cId="2173638887" sldId="326"/>
            <ac:spMk id="2" creationId="{C7A989A5-0F97-0D28-1D00-413085B18ED0}"/>
          </ac:spMkLst>
        </pc:spChg>
      </pc:sldChg>
      <pc:sldChg chg="modSp new mod">
        <pc:chgData name="Ardon, Gerhard" userId="8721fa44-6e62-4f20-9139-47497d943791" providerId="ADAL" clId="{F503A2C2-7657-49AB-9EF9-96D26F3DBFC0}" dt="2025-09-03T22:58:38.866" v="1222" actId="27636"/>
        <pc:sldMkLst>
          <pc:docMk/>
          <pc:sldMk cId="2912377495" sldId="327"/>
        </pc:sldMkLst>
        <pc:spChg chg="mod">
          <ac:chgData name="Ardon, Gerhard" userId="8721fa44-6e62-4f20-9139-47497d943791" providerId="ADAL" clId="{F503A2C2-7657-49AB-9EF9-96D26F3DBFC0}" dt="2025-09-03T22:58:20.039" v="1215" actId="20577"/>
          <ac:spMkLst>
            <pc:docMk/>
            <pc:sldMk cId="2912377495" sldId="327"/>
            <ac:spMk id="2" creationId="{1863D7DD-0383-2192-CEDF-48D128C250A9}"/>
          </ac:spMkLst>
        </pc:spChg>
        <pc:spChg chg="mod">
          <ac:chgData name="Ardon, Gerhard" userId="8721fa44-6e62-4f20-9139-47497d943791" providerId="ADAL" clId="{F503A2C2-7657-49AB-9EF9-96D26F3DBFC0}" dt="2025-09-03T22:58:38.866" v="1222" actId="27636"/>
          <ac:spMkLst>
            <pc:docMk/>
            <pc:sldMk cId="2912377495" sldId="327"/>
            <ac:spMk id="3" creationId="{D9F4911F-5B41-9970-22AC-6DE837EED810}"/>
          </ac:spMkLst>
        </pc:spChg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3094790208" sldId="327"/>
        </pc:sldMkLst>
      </pc:sldChg>
      <pc:sldChg chg="add del">
        <pc:chgData name="Ardon, Gerhard" userId="8721fa44-6e62-4f20-9139-47497d943791" providerId="ADAL" clId="{F503A2C2-7657-49AB-9EF9-96D26F3DBFC0}" dt="2025-09-03T22:58:23.324" v="1217"/>
        <pc:sldMkLst>
          <pc:docMk/>
          <pc:sldMk cId="1239078356" sldId="328"/>
        </pc:sldMkLst>
      </pc:sldChg>
      <pc:sldChg chg="del">
        <pc:chgData name="Ardon, Gerhard" userId="8721fa44-6e62-4f20-9139-47497d943791" providerId="ADAL" clId="{F503A2C2-7657-49AB-9EF9-96D26F3DBFC0}" dt="2025-09-03T22:24:32.659" v="321" actId="2696"/>
        <pc:sldMkLst>
          <pc:docMk/>
          <pc:sldMk cId="2338251043" sldId="328"/>
        </pc:sldMkLst>
      </pc:sldChg>
      <pc:sldChg chg="addSp modSp new mod">
        <pc:chgData name="Ardon, Gerhard" userId="8721fa44-6e62-4f20-9139-47497d943791" providerId="ADAL" clId="{F503A2C2-7657-49AB-9EF9-96D26F3DBFC0}" dt="2025-09-03T23:00:27.973" v="1258" actId="5793"/>
        <pc:sldMkLst>
          <pc:docMk/>
          <pc:sldMk cId="4233432858" sldId="328"/>
        </pc:sldMkLst>
        <pc:spChg chg="mod">
          <ac:chgData name="Ardon, Gerhard" userId="8721fa44-6e62-4f20-9139-47497d943791" providerId="ADAL" clId="{F503A2C2-7657-49AB-9EF9-96D26F3DBFC0}" dt="2025-09-03T23:00:27.973" v="1258" actId="5793"/>
          <ac:spMkLst>
            <pc:docMk/>
            <pc:sldMk cId="4233432858" sldId="328"/>
            <ac:spMk id="2" creationId="{BC4C4262-5596-B3BB-6CE6-FB48625F0EAA}"/>
          </ac:spMkLst>
        </pc:spChg>
        <pc:spChg chg="mod">
          <ac:chgData name="Ardon, Gerhard" userId="8721fa44-6e62-4f20-9139-47497d943791" providerId="ADAL" clId="{F503A2C2-7657-49AB-9EF9-96D26F3DBFC0}" dt="2025-09-03T23:00:21.182" v="1247" actId="1076"/>
          <ac:spMkLst>
            <pc:docMk/>
            <pc:sldMk cId="4233432858" sldId="328"/>
            <ac:spMk id="3" creationId="{B865F546-6C14-4231-A093-C51C6756F4CB}"/>
          </ac:spMkLst>
        </pc:spChg>
        <pc:picChg chg="add mod">
          <ac:chgData name="Ardon, Gerhard" userId="8721fa44-6e62-4f20-9139-47497d943791" providerId="ADAL" clId="{F503A2C2-7657-49AB-9EF9-96D26F3DBFC0}" dt="2025-09-03T23:00:21.182" v="1247" actId="1076"/>
          <ac:picMkLst>
            <pc:docMk/>
            <pc:sldMk cId="4233432858" sldId="328"/>
            <ac:picMk id="6146" creationId="{CB9BEE16-5A52-E23A-6CDA-02660BF05EFC}"/>
          </ac:picMkLst>
        </pc:picChg>
      </pc:sldChg>
      <pc:sldChg chg="new del">
        <pc:chgData name="Ardon, Gerhard" userId="8721fa44-6e62-4f20-9139-47497d943791" providerId="ADAL" clId="{F503A2C2-7657-49AB-9EF9-96D26F3DBFC0}" dt="2025-09-03T23:00:38.472" v="1260" actId="680"/>
        <pc:sldMkLst>
          <pc:docMk/>
          <pc:sldMk cId="2651424370" sldId="329"/>
        </pc:sldMkLst>
      </pc:sldChg>
      <pc:sldChg chg="addSp delSp modSp new mod chgLayout">
        <pc:chgData name="Ardon, Gerhard" userId="8721fa44-6e62-4f20-9139-47497d943791" providerId="ADAL" clId="{F503A2C2-7657-49AB-9EF9-96D26F3DBFC0}" dt="2025-09-03T23:10:38.786" v="1765" actId="27636"/>
        <pc:sldMkLst>
          <pc:docMk/>
          <pc:sldMk cId="4201056437" sldId="329"/>
        </pc:sldMkLst>
        <pc:spChg chg="mod or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2" creationId="{7DE0EC8C-E539-4454-DB15-9BAF76DBCEA3}"/>
          </ac:spMkLst>
        </pc:spChg>
        <pc:spChg chg="mod ord">
          <ac:chgData name="Ardon, Gerhard" userId="8721fa44-6e62-4f20-9139-47497d943791" providerId="ADAL" clId="{F503A2C2-7657-49AB-9EF9-96D26F3DBFC0}" dt="2025-09-03T23:10:38.786" v="1765" actId="27636"/>
          <ac:spMkLst>
            <pc:docMk/>
            <pc:sldMk cId="4201056437" sldId="329"/>
            <ac:spMk id="3" creationId="{832F589B-9C90-87BF-B3BB-BC1251AB16F9}"/>
          </ac:spMkLst>
        </pc:spChg>
        <pc:spChg chg="del">
          <ac:chgData name="Ardon, Gerhard" userId="8721fa44-6e62-4f20-9139-47497d943791" providerId="ADAL" clId="{F503A2C2-7657-49AB-9EF9-96D26F3DBFC0}" dt="2025-09-03T23:00:51.265" v="1269"/>
          <ac:spMkLst>
            <pc:docMk/>
            <pc:sldMk cId="4201056437" sldId="329"/>
            <ac:spMk id="4" creationId="{75D12D67-1B64-8DEF-505D-7604C52A3586}"/>
          </ac:spMkLst>
        </pc:spChg>
        <pc:spChg chg="mod or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5" creationId="{BC0255A6-6F05-F360-2045-F033B9ECF4E2}"/>
          </ac:spMkLst>
        </pc:spChg>
        <pc:spChg chg="add del mo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7" creationId="{C2C7886E-6D1F-1B8C-8F7D-1CB0C4D3B72E}"/>
          </ac:spMkLst>
        </pc:spChg>
        <pc:spChg chg="add del mo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8" creationId="{E62563AA-F39E-BD8E-205A-56047A29EE9E}"/>
          </ac:spMkLst>
        </pc:spChg>
        <pc:spChg chg="add del mo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9" creationId="{392B1064-9CC0-176D-A3C0-51F4663DE2C5}"/>
          </ac:spMkLst>
        </pc:spChg>
        <pc:spChg chg="add del mod">
          <ac:chgData name="Ardon, Gerhard" userId="8721fa44-6e62-4f20-9139-47497d943791" providerId="ADAL" clId="{F503A2C2-7657-49AB-9EF9-96D26F3DBFC0}" dt="2025-09-03T23:10:38.755" v="1764" actId="6264"/>
          <ac:spMkLst>
            <pc:docMk/>
            <pc:sldMk cId="4201056437" sldId="329"/>
            <ac:spMk id="10" creationId="{F0BD0767-CB57-8A1A-32F5-3A4DDFF03343}"/>
          </ac:spMkLst>
        </pc:spChg>
        <pc:graphicFrameChg chg="add mod ord modGraphic">
          <ac:chgData name="Ardon, Gerhard" userId="8721fa44-6e62-4f20-9139-47497d943791" providerId="ADAL" clId="{F503A2C2-7657-49AB-9EF9-96D26F3DBFC0}" dt="2025-09-03T23:10:38.755" v="1764" actId="6264"/>
          <ac:graphicFrameMkLst>
            <pc:docMk/>
            <pc:sldMk cId="4201056437" sldId="329"/>
            <ac:graphicFrameMk id="6" creationId="{79F33F06-7E79-523B-B9EF-C2E9D7632D4D}"/>
          </ac:graphicFrameMkLst>
        </pc:graphicFrameChg>
      </pc:sldChg>
      <pc:sldChg chg="modSp new mod">
        <pc:chgData name="Ardon, Gerhard" userId="8721fa44-6e62-4f20-9139-47497d943791" providerId="ADAL" clId="{F503A2C2-7657-49AB-9EF9-96D26F3DBFC0}" dt="2025-09-03T23:04:10.788" v="1364" actId="20577"/>
        <pc:sldMkLst>
          <pc:docMk/>
          <pc:sldMk cId="2875302669" sldId="330"/>
        </pc:sldMkLst>
        <pc:spChg chg="mod">
          <ac:chgData name="Ardon, Gerhard" userId="8721fa44-6e62-4f20-9139-47497d943791" providerId="ADAL" clId="{F503A2C2-7657-49AB-9EF9-96D26F3DBFC0}" dt="2025-09-03T23:02:25.312" v="1320" actId="20577"/>
          <ac:spMkLst>
            <pc:docMk/>
            <pc:sldMk cId="2875302669" sldId="330"/>
            <ac:spMk id="2" creationId="{82B76D2C-F809-E460-F737-7C8EED4C40EA}"/>
          </ac:spMkLst>
        </pc:spChg>
        <pc:spChg chg="mod">
          <ac:chgData name="Ardon, Gerhard" userId="8721fa44-6e62-4f20-9139-47497d943791" providerId="ADAL" clId="{F503A2C2-7657-49AB-9EF9-96D26F3DBFC0}" dt="2025-09-03T23:04:10.788" v="1364" actId="20577"/>
          <ac:spMkLst>
            <pc:docMk/>
            <pc:sldMk cId="2875302669" sldId="330"/>
            <ac:spMk id="3" creationId="{7B872A56-017B-9F18-658A-9939FDE46CE9}"/>
          </ac:spMkLst>
        </pc:spChg>
      </pc:sldChg>
      <pc:sldChg chg="modSp new del mod">
        <pc:chgData name="Ardon, Gerhard" userId="8721fa44-6e62-4f20-9139-47497d943791" providerId="ADAL" clId="{F503A2C2-7657-49AB-9EF9-96D26F3DBFC0}" dt="2025-09-03T23:04:30.564" v="1384" actId="2696"/>
        <pc:sldMkLst>
          <pc:docMk/>
          <pc:sldMk cId="3629615568" sldId="331"/>
        </pc:sldMkLst>
        <pc:spChg chg="mod">
          <ac:chgData name="Ardon, Gerhard" userId="8721fa44-6e62-4f20-9139-47497d943791" providerId="ADAL" clId="{F503A2C2-7657-49AB-9EF9-96D26F3DBFC0}" dt="2025-09-03T23:04:17.414" v="1382" actId="20577"/>
          <ac:spMkLst>
            <pc:docMk/>
            <pc:sldMk cId="3629615568" sldId="331"/>
            <ac:spMk id="2" creationId="{DBFCCD40-6C68-7DF3-807E-78B8E80CDE90}"/>
          </ac:spMkLst>
        </pc:spChg>
      </pc:sldChg>
      <pc:sldChg chg="addSp delSp modSp new mod modClrScheme chgLayout">
        <pc:chgData name="Ardon, Gerhard" userId="8721fa44-6e62-4f20-9139-47497d943791" providerId="ADAL" clId="{F503A2C2-7657-49AB-9EF9-96D26F3DBFC0}" dt="2025-09-03T23:05:17.029" v="1412" actId="1076"/>
        <pc:sldMkLst>
          <pc:docMk/>
          <pc:sldMk cId="2737886047" sldId="332"/>
        </pc:sldMkLst>
        <pc:spChg chg="mod">
          <ac:chgData name="Ardon, Gerhard" userId="8721fa44-6e62-4f20-9139-47497d943791" providerId="ADAL" clId="{F503A2C2-7657-49AB-9EF9-96D26F3DBFC0}" dt="2025-09-03T23:05:00.488" v="1408" actId="26606"/>
          <ac:spMkLst>
            <pc:docMk/>
            <pc:sldMk cId="2737886047" sldId="332"/>
            <ac:spMk id="2" creationId="{EBC4FD7C-0F29-3DBC-DFF5-6C5D7D640226}"/>
          </ac:spMkLst>
        </pc:spChg>
        <pc:spChg chg="mod ord">
          <ac:chgData name="Ardon, Gerhard" userId="8721fa44-6e62-4f20-9139-47497d943791" providerId="ADAL" clId="{F503A2C2-7657-49AB-9EF9-96D26F3DBFC0}" dt="2025-09-03T23:05:00.488" v="1408" actId="26606"/>
          <ac:spMkLst>
            <pc:docMk/>
            <pc:sldMk cId="2737886047" sldId="332"/>
            <ac:spMk id="3" creationId="{A8B79032-A248-F6D0-4361-DB231049EA19}"/>
          </ac:spMkLst>
        </pc:spChg>
        <pc:spChg chg="del">
          <ac:chgData name="Ardon, Gerhard" userId="8721fa44-6e62-4f20-9139-47497d943791" providerId="ADAL" clId="{F503A2C2-7657-49AB-9EF9-96D26F3DBFC0}" dt="2025-09-03T23:04:55.482" v="1406" actId="478"/>
          <ac:spMkLst>
            <pc:docMk/>
            <pc:sldMk cId="2737886047" sldId="332"/>
            <ac:spMk id="4" creationId="{4207997A-3597-7428-FBEB-4FBE998B8EC7}"/>
          </ac:spMkLst>
        </pc:spChg>
        <pc:spChg chg="mod">
          <ac:chgData name="Ardon, Gerhard" userId="8721fa44-6e62-4f20-9139-47497d943791" providerId="ADAL" clId="{F503A2C2-7657-49AB-9EF9-96D26F3DBFC0}" dt="2025-09-03T23:05:00.488" v="1408" actId="26606"/>
          <ac:spMkLst>
            <pc:docMk/>
            <pc:sldMk cId="2737886047" sldId="332"/>
            <ac:spMk id="5" creationId="{2153767D-4DCD-315C-F291-8BB226D5F786}"/>
          </ac:spMkLst>
        </pc:spChg>
        <pc:picChg chg="add mod modCrop">
          <ac:chgData name="Ardon, Gerhard" userId="8721fa44-6e62-4f20-9139-47497d943791" providerId="ADAL" clId="{F503A2C2-7657-49AB-9EF9-96D26F3DBFC0}" dt="2025-09-03T23:05:17.029" v="1412" actId="1076"/>
          <ac:picMkLst>
            <pc:docMk/>
            <pc:sldMk cId="2737886047" sldId="332"/>
            <ac:picMk id="7" creationId="{8C9EDD02-117D-2AE7-47A2-F8EA685CCCBE}"/>
          </ac:picMkLst>
        </pc:picChg>
      </pc:sldChg>
      <pc:sldChg chg="addSp delSp modSp new mod">
        <pc:chgData name="Ardon, Gerhard" userId="8721fa44-6e62-4f20-9139-47497d943791" providerId="ADAL" clId="{F503A2C2-7657-49AB-9EF9-96D26F3DBFC0}" dt="2025-09-03T23:07:27.359" v="1647" actId="313"/>
        <pc:sldMkLst>
          <pc:docMk/>
          <pc:sldMk cId="3416703820" sldId="333"/>
        </pc:sldMkLst>
        <pc:spChg chg="mod">
          <ac:chgData name="Ardon, Gerhard" userId="8721fa44-6e62-4f20-9139-47497d943791" providerId="ADAL" clId="{F503A2C2-7657-49AB-9EF9-96D26F3DBFC0}" dt="2025-09-03T23:07:27.359" v="1647" actId="313"/>
          <ac:spMkLst>
            <pc:docMk/>
            <pc:sldMk cId="3416703820" sldId="333"/>
            <ac:spMk id="2" creationId="{2C91475B-5906-1B18-287F-9D62648257C8}"/>
          </ac:spMkLst>
        </pc:spChg>
        <pc:spChg chg="add del mod">
          <ac:chgData name="Ardon, Gerhard" userId="8721fa44-6e62-4f20-9139-47497d943791" providerId="ADAL" clId="{F503A2C2-7657-49AB-9EF9-96D26F3DBFC0}" dt="2025-09-03T23:07:00.936" v="1623" actId="20577"/>
          <ac:spMkLst>
            <pc:docMk/>
            <pc:sldMk cId="3416703820" sldId="333"/>
            <ac:spMk id="4" creationId="{3BE75824-43B6-960E-78E8-E398C4C33C1F}"/>
          </ac:spMkLst>
        </pc:spChg>
        <pc:spChg chg="del">
          <ac:chgData name="Ardon, Gerhard" userId="8721fa44-6e62-4f20-9139-47497d943791" providerId="ADAL" clId="{F503A2C2-7657-49AB-9EF9-96D26F3DBFC0}" dt="2025-09-03T23:07:11.298" v="1624" actId="22"/>
          <ac:spMkLst>
            <pc:docMk/>
            <pc:sldMk cId="3416703820" sldId="333"/>
            <ac:spMk id="5" creationId="{3794778D-FC56-5533-6A79-1935045A7F1B}"/>
          </ac:spMkLst>
        </pc:spChg>
        <pc:spChg chg="add mod">
          <ac:chgData name="Ardon, Gerhard" userId="8721fa44-6e62-4f20-9139-47497d943791" providerId="ADAL" clId="{F503A2C2-7657-49AB-9EF9-96D26F3DBFC0}" dt="2025-09-03T23:05:43.679" v="1415"/>
          <ac:spMkLst>
            <pc:docMk/>
            <pc:sldMk cId="3416703820" sldId="333"/>
            <ac:spMk id="6" creationId="{8B501679-FCE5-9477-BF1D-A414998BEB52}"/>
          </ac:spMkLst>
        </pc:spChg>
        <pc:spChg chg="add mod">
          <ac:chgData name="Ardon, Gerhard" userId="8721fa44-6e62-4f20-9139-47497d943791" providerId="ADAL" clId="{F503A2C2-7657-49AB-9EF9-96D26F3DBFC0}" dt="2025-09-03T23:05:48.555" v="1417"/>
          <ac:spMkLst>
            <pc:docMk/>
            <pc:sldMk cId="3416703820" sldId="333"/>
            <ac:spMk id="7" creationId="{A8F303FF-14D7-B821-CC12-79DEB5E732AD}"/>
          </ac:spMkLst>
        </pc:spChg>
        <pc:spChg chg="add">
          <ac:chgData name="Ardon, Gerhard" userId="8721fa44-6e62-4f20-9139-47497d943791" providerId="ADAL" clId="{F503A2C2-7657-49AB-9EF9-96D26F3DBFC0}" dt="2025-09-03T23:06:11.838" v="1478"/>
          <ac:spMkLst>
            <pc:docMk/>
            <pc:sldMk cId="3416703820" sldId="333"/>
            <ac:spMk id="8" creationId="{FDFCED6F-CEA7-8D61-1485-A4F3AAA35510}"/>
          </ac:spMkLst>
        </pc:spChg>
        <pc:spChg chg="add">
          <ac:chgData name="Ardon, Gerhard" userId="8721fa44-6e62-4f20-9139-47497d943791" providerId="ADAL" clId="{F503A2C2-7657-49AB-9EF9-96D26F3DBFC0}" dt="2025-09-03T23:06:14.321" v="1479"/>
          <ac:spMkLst>
            <pc:docMk/>
            <pc:sldMk cId="3416703820" sldId="333"/>
            <ac:spMk id="9" creationId="{5C899D90-1A9F-44C3-ABD0-6F8CA77102EC}"/>
          </ac:spMkLst>
        </pc:spChg>
        <pc:spChg chg="add">
          <ac:chgData name="Ardon, Gerhard" userId="8721fa44-6e62-4f20-9139-47497d943791" providerId="ADAL" clId="{F503A2C2-7657-49AB-9EF9-96D26F3DBFC0}" dt="2025-09-03T23:06:20.256" v="1486"/>
          <ac:spMkLst>
            <pc:docMk/>
            <pc:sldMk cId="3416703820" sldId="333"/>
            <ac:spMk id="10" creationId="{E3CA416F-6BA1-E3C1-3FB3-E9CE349A123B}"/>
          </ac:spMkLst>
        </pc:spChg>
        <pc:spChg chg="add">
          <ac:chgData name="Ardon, Gerhard" userId="8721fa44-6e62-4f20-9139-47497d943791" providerId="ADAL" clId="{F503A2C2-7657-49AB-9EF9-96D26F3DBFC0}" dt="2025-09-03T23:06:24.477" v="1487"/>
          <ac:spMkLst>
            <pc:docMk/>
            <pc:sldMk cId="3416703820" sldId="333"/>
            <ac:spMk id="11" creationId="{0EDF8FD8-CFEC-DC2A-A20D-15B4D61AA68C}"/>
          </ac:spMkLst>
        </pc:spChg>
        <pc:picChg chg="add mod ord">
          <ac:chgData name="Ardon, Gerhard" userId="8721fa44-6e62-4f20-9139-47497d943791" providerId="ADAL" clId="{F503A2C2-7657-49AB-9EF9-96D26F3DBFC0}" dt="2025-09-03T23:07:20.045" v="1627" actId="14100"/>
          <ac:picMkLst>
            <pc:docMk/>
            <pc:sldMk cId="3416703820" sldId="333"/>
            <ac:picMk id="13" creationId="{CFBA5B93-539F-A906-B6B6-B7EA5601B62C}"/>
          </ac:picMkLst>
        </pc:picChg>
      </pc:sldChg>
      <pc:sldChg chg="addSp delSp modSp new mod">
        <pc:chgData name="Ardon, Gerhard" userId="8721fa44-6e62-4f20-9139-47497d943791" providerId="ADAL" clId="{F503A2C2-7657-49AB-9EF9-96D26F3DBFC0}" dt="2025-09-03T23:09:54.379" v="1757" actId="14100"/>
        <pc:sldMkLst>
          <pc:docMk/>
          <pc:sldMk cId="2085322336" sldId="334"/>
        </pc:sldMkLst>
        <pc:spChg chg="mod">
          <ac:chgData name="Ardon, Gerhard" userId="8721fa44-6e62-4f20-9139-47497d943791" providerId="ADAL" clId="{F503A2C2-7657-49AB-9EF9-96D26F3DBFC0}" dt="2025-09-03T23:07:41.749" v="1650" actId="20577"/>
          <ac:spMkLst>
            <pc:docMk/>
            <pc:sldMk cId="2085322336" sldId="334"/>
            <ac:spMk id="2" creationId="{672BFC19-6C18-F65F-4E09-B462640180A2}"/>
          </ac:spMkLst>
        </pc:spChg>
        <pc:spChg chg="add del">
          <ac:chgData name="Ardon, Gerhard" userId="8721fa44-6e62-4f20-9139-47497d943791" providerId="ADAL" clId="{F503A2C2-7657-49AB-9EF9-96D26F3DBFC0}" dt="2025-09-03T23:07:58.472" v="1653"/>
          <ac:spMkLst>
            <pc:docMk/>
            <pc:sldMk cId="2085322336" sldId="334"/>
            <ac:spMk id="4" creationId="{6C9DD9CD-BF7E-365C-DB85-B5B0B1D61A12}"/>
          </ac:spMkLst>
        </pc:spChg>
        <pc:spChg chg="del mod">
          <ac:chgData name="Ardon, Gerhard" userId="8721fa44-6e62-4f20-9139-47497d943791" providerId="ADAL" clId="{F503A2C2-7657-49AB-9EF9-96D26F3DBFC0}" dt="2025-09-03T23:09:46.019" v="1753" actId="478"/>
          <ac:spMkLst>
            <pc:docMk/>
            <pc:sldMk cId="2085322336" sldId="334"/>
            <ac:spMk id="5" creationId="{B92558C7-BE04-5C4C-BFF1-8CD7ED42C65D}"/>
          </ac:spMkLst>
        </pc:spChg>
        <pc:spChg chg="add mod">
          <ac:chgData name="Ardon, Gerhard" userId="8721fa44-6e62-4f20-9139-47497d943791" providerId="ADAL" clId="{F503A2C2-7657-49AB-9EF9-96D26F3DBFC0}" dt="2025-09-03T23:07:51.619" v="1652"/>
          <ac:spMkLst>
            <pc:docMk/>
            <pc:sldMk cId="2085322336" sldId="334"/>
            <ac:spMk id="6" creationId="{69E6E6C9-29A6-5870-0ED6-122E294A5B89}"/>
          </ac:spMkLst>
        </pc:spChg>
        <pc:spChg chg="add del mod">
          <ac:chgData name="Ardon, Gerhard" userId="8721fa44-6e62-4f20-9139-47497d943791" providerId="ADAL" clId="{F503A2C2-7657-49AB-9EF9-96D26F3DBFC0}" dt="2025-09-03T23:08:46.172" v="1670" actId="478"/>
          <ac:spMkLst>
            <pc:docMk/>
            <pc:sldMk cId="2085322336" sldId="334"/>
            <ac:spMk id="9" creationId="{3C8552AF-DBB5-4E0A-76D4-D77BA1D3F4E2}"/>
          </ac:spMkLst>
        </pc:spChg>
        <pc:spChg chg="add">
          <ac:chgData name="Ardon, Gerhard" userId="8721fa44-6e62-4f20-9139-47497d943791" providerId="ADAL" clId="{F503A2C2-7657-49AB-9EF9-96D26F3DBFC0}" dt="2025-09-03T23:08:06.518" v="1654"/>
          <ac:spMkLst>
            <pc:docMk/>
            <pc:sldMk cId="2085322336" sldId="334"/>
            <ac:spMk id="10" creationId="{B351C32E-8DA1-1BAA-D262-9FEB127FC8DE}"/>
          </ac:spMkLst>
        </pc:spChg>
        <pc:spChg chg="add">
          <ac:chgData name="Ardon, Gerhard" userId="8721fa44-6e62-4f20-9139-47497d943791" providerId="ADAL" clId="{F503A2C2-7657-49AB-9EF9-96D26F3DBFC0}" dt="2025-09-03T23:08:10.975" v="1656"/>
          <ac:spMkLst>
            <pc:docMk/>
            <pc:sldMk cId="2085322336" sldId="334"/>
            <ac:spMk id="11" creationId="{9D2C3223-E620-3E27-FE9E-E1272EF1E6AE}"/>
          </ac:spMkLst>
        </pc:spChg>
        <pc:spChg chg="add del mod">
          <ac:chgData name="Ardon, Gerhard" userId="8721fa44-6e62-4f20-9139-47497d943791" providerId="ADAL" clId="{F503A2C2-7657-49AB-9EF9-96D26F3DBFC0}" dt="2025-09-03T23:09:13.334" v="1682" actId="478"/>
          <ac:spMkLst>
            <pc:docMk/>
            <pc:sldMk cId="2085322336" sldId="334"/>
            <ac:spMk id="12" creationId="{FB80E370-8889-658D-33BD-464765B80D37}"/>
          </ac:spMkLst>
        </pc:spChg>
        <pc:spChg chg="add del mod">
          <ac:chgData name="Ardon, Gerhard" userId="8721fa44-6e62-4f20-9139-47497d943791" providerId="ADAL" clId="{F503A2C2-7657-49AB-9EF9-96D26F3DBFC0}" dt="2025-09-03T23:08:41.794" v="1668" actId="478"/>
          <ac:spMkLst>
            <pc:docMk/>
            <pc:sldMk cId="2085322336" sldId="334"/>
            <ac:spMk id="14" creationId="{5FEF9169-8647-B49E-46B2-2C78655EB248}"/>
          </ac:spMkLst>
        </pc:spChg>
        <pc:spChg chg="add del mod">
          <ac:chgData name="Ardon, Gerhard" userId="8721fa44-6e62-4f20-9139-47497d943791" providerId="ADAL" clId="{F503A2C2-7657-49AB-9EF9-96D26F3DBFC0}" dt="2025-09-03T23:09:33.309" v="1751" actId="20577"/>
          <ac:spMkLst>
            <pc:docMk/>
            <pc:sldMk cId="2085322336" sldId="334"/>
            <ac:spMk id="16" creationId="{FB4596AB-FE0A-68DE-33C3-7CABF7D9754A}"/>
          </ac:spMkLst>
        </pc:spChg>
        <pc:picChg chg="add mod">
          <ac:chgData name="Ardon, Gerhard" userId="8721fa44-6e62-4f20-9139-47497d943791" providerId="ADAL" clId="{F503A2C2-7657-49AB-9EF9-96D26F3DBFC0}" dt="2025-09-03T23:09:54.379" v="1757" actId="14100"/>
          <ac:picMkLst>
            <pc:docMk/>
            <pc:sldMk cId="2085322336" sldId="334"/>
            <ac:picMk id="18" creationId="{8DFCC05F-C3BA-5C15-DD9D-C490A4C86675}"/>
          </ac:picMkLst>
        </pc:picChg>
      </pc:sldChg>
      <pc:sldChg chg="addSp delSp modSp new mod modClrScheme chgLayout">
        <pc:chgData name="Ardon, Gerhard" userId="8721fa44-6e62-4f20-9139-47497d943791" providerId="ADAL" clId="{F503A2C2-7657-49AB-9EF9-96D26F3DBFC0}" dt="2025-09-03T23:11:05.138" v="1798" actId="26606"/>
        <pc:sldMkLst>
          <pc:docMk/>
          <pc:sldMk cId="238720438" sldId="335"/>
        </pc:sldMkLst>
        <pc:spChg chg="mod">
          <ac:chgData name="Ardon, Gerhard" userId="8721fa44-6e62-4f20-9139-47497d943791" providerId="ADAL" clId="{F503A2C2-7657-49AB-9EF9-96D26F3DBFC0}" dt="2025-09-03T23:11:05.138" v="1798" actId="26606"/>
          <ac:spMkLst>
            <pc:docMk/>
            <pc:sldMk cId="238720438" sldId="335"/>
            <ac:spMk id="2" creationId="{2219595B-80E3-14DD-FCA5-67592695FEC1}"/>
          </ac:spMkLst>
        </pc:spChg>
        <pc:spChg chg="del">
          <ac:chgData name="Ardon, Gerhard" userId="8721fa44-6e62-4f20-9139-47497d943791" providerId="ADAL" clId="{F503A2C2-7657-49AB-9EF9-96D26F3DBFC0}" dt="2025-09-03T23:10:46.098" v="1767" actId="478"/>
          <ac:spMkLst>
            <pc:docMk/>
            <pc:sldMk cId="238720438" sldId="335"/>
            <ac:spMk id="3" creationId="{6AF4A535-EF65-96BD-01DB-1EDDC833A8D6}"/>
          </ac:spMkLst>
        </pc:spChg>
        <pc:spChg chg="del mod">
          <ac:chgData name="Ardon, Gerhard" userId="8721fa44-6e62-4f20-9139-47497d943791" providerId="ADAL" clId="{F503A2C2-7657-49AB-9EF9-96D26F3DBFC0}" dt="2025-09-03T23:11:05.138" v="1798" actId="26606"/>
          <ac:spMkLst>
            <pc:docMk/>
            <pc:sldMk cId="238720438" sldId="335"/>
            <ac:spMk id="4" creationId="{EB4077B1-5BB3-1B0B-B224-288C78B3B144}"/>
          </ac:spMkLst>
        </pc:spChg>
        <pc:spChg chg="mod">
          <ac:chgData name="Ardon, Gerhard" userId="8721fa44-6e62-4f20-9139-47497d943791" providerId="ADAL" clId="{F503A2C2-7657-49AB-9EF9-96D26F3DBFC0}" dt="2025-09-03T23:11:05.138" v="1798" actId="26606"/>
          <ac:spMkLst>
            <pc:docMk/>
            <pc:sldMk cId="238720438" sldId="335"/>
            <ac:spMk id="5" creationId="{CE09BB38-CD25-DEF6-909F-C215D8CDE9D0}"/>
          </ac:spMkLst>
        </pc:spChg>
        <pc:graphicFrameChg chg="add mod">
          <ac:chgData name="Ardon, Gerhard" userId="8721fa44-6e62-4f20-9139-47497d943791" providerId="ADAL" clId="{F503A2C2-7657-49AB-9EF9-96D26F3DBFC0}" dt="2025-09-03T23:11:05.138" v="1798" actId="26606"/>
          <ac:graphicFrameMkLst>
            <pc:docMk/>
            <pc:sldMk cId="238720438" sldId="335"/>
            <ac:graphicFrameMk id="7" creationId="{8128140F-4441-D926-1E49-8395209F18BE}"/>
          </ac:graphicFrameMkLst>
        </pc:graphicFrameChg>
      </pc:sldChg>
      <pc:sldChg chg="addSp delSp modSp add mod">
        <pc:chgData name="Ardon, Gerhard" userId="8721fa44-6e62-4f20-9139-47497d943791" providerId="ADAL" clId="{F503A2C2-7657-49AB-9EF9-96D26F3DBFC0}" dt="2025-09-03T23:12:05.800" v="1822" actId="26606"/>
        <pc:sldMkLst>
          <pc:docMk/>
          <pc:sldMk cId="4202445008" sldId="336"/>
        </pc:sldMkLst>
        <pc:spChg chg="mod">
          <ac:chgData name="Ardon, Gerhard" userId="8721fa44-6e62-4f20-9139-47497d943791" providerId="ADAL" clId="{F503A2C2-7657-49AB-9EF9-96D26F3DBFC0}" dt="2025-09-03T23:11:52.695" v="1818" actId="20577"/>
          <ac:spMkLst>
            <pc:docMk/>
            <pc:sldMk cId="4202445008" sldId="336"/>
            <ac:spMk id="2" creationId="{33B3E261-7AC9-0F55-F21B-293CDE91EF6E}"/>
          </ac:spMkLst>
        </pc:spChg>
        <pc:spChg chg="add del mod">
          <ac:chgData name="Ardon, Gerhard" userId="8721fa44-6e62-4f20-9139-47497d943791" providerId="ADAL" clId="{F503A2C2-7657-49AB-9EF9-96D26F3DBFC0}" dt="2025-09-03T23:12:00.596" v="1821"/>
          <ac:spMkLst>
            <pc:docMk/>
            <pc:sldMk cId="4202445008" sldId="336"/>
            <ac:spMk id="4" creationId="{757B9BB4-B3C4-C896-25C9-59E47AB9C95E}"/>
          </ac:spMkLst>
        </pc:spChg>
        <pc:graphicFrameChg chg="add mod">
          <ac:chgData name="Ardon, Gerhard" userId="8721fa44-6e62-4f20-9139-47497d943791" providerId="ADAL" clId="{F503A2C2-7657-49AB-9EF9-96D26F3DBFC0}" dt="2025-09-03T23:12:05.800" v="1822" actId="26606"/>
          <ac:graphicFrameMkLst>
            <pc:docMk/>
            <pc:sldMk cId="4202445008" sldId="336"/>
            <ac:graphicFrameMk id="6" creationId="{4327ABC3-5743-811D-27ED-12E408F05C81}"/>
          </ac:graphicFrameMkLst>
        </pc:graphicFrameChg>
        <pc:graphicFrameChg chg="del mod">
          <ac:chgData name="Ardon, Gerhard" userId="8721fa44-6e62-4f20-9139-47497d943791" providerId="ADAL" clId="{F503A2C2-7657-49AB-9EF9-96D26F3DBFC0}" dt="2025-09-03T23:11:56.882" v="1820" actId="478"/>
          <ac:graphicFrameMkLst>
            <pc:docMk/>
            <pc:sldMk cId="4202445008" sldId="336"/>
            <ac:graphicFrameMk id="7" creationId="{87D8485D-D8F9-1837-F761-CA2BB8516244}"/>
          </ac:graphicFrameMkLst>
        </pc:graphicFrameChg>
      </pc:sldChg>
      <pc:sldMasterChg chg="delSldLayout">
        <pc:chgData name="Ardon, Gerhard" userId="8721fa44-6e62-4f20-9139-47497d943791" providerId="ADAL" clId="{F503A2C2-7657-49AB-9EF9-96D26F3DBFC0}" dt="2025-09-03T23:11:42.433" v="1800" actId="2696"/>
        <pc:sldMasterMkLst>
          <pc:docMk/>
          <pc:sldMasterMk cId="2464305198" sldId="2147483648"/>
        </pc:sldMasterMkLst>
        <pc:sldLayoutChg chg="del">
          <pc:chgData name="Ardon, Gerhard" userId="8721fa44-6e62-4f20-9139-47497d943791" providerId="ADAL" clId="{F503A2C2-7657-49AB-9EF9-96D26F3DBFC0}" dt="2025-09-03T23:11:42.433" v="1800" actId="2696"/>
          <pc:sldLayoutMkLst>
            <pc:docMk/>
            <pc:sldMasterMk cId="2464305198" sldId="2147483648"/>
            <pc:sldLayoutMk cId="3435206739" sldId="214748370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A0BDEBA1-176B-4684-BC73-32324FF9EDF5}" type="datetime1">
              <a:rPr lang="es-ES" smtClean="0"/>
              <a:t>15/10/2025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BBEB6193-5AA7-489B-8575-00593FC261DE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fld id="{0A3C1E36-AAB4-47D5-89F4-8F921BD84148}" type="datetime1">
              <a:rPr lang="es-ES" smtClean="0"/>
              <a:t>15/10/2025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 noProof="0" dirty="0"/>
              <a:t>Haga clic para modificar los estilos de texto del patrón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10895658-EA1F-4910-80AB-4DA76E167475}" type="slidenum">
              <a:rPr lang="es-ES" noProof="0" smtClean="0"/>
              <a:t>‹Nº›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10895658-EA1F-4910-80AB-4DA76E167475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rtlCol="0" anchor="ctr"/>
          <a:lstStyle>
            <a:lvl1pPr algn="l">
              <a:defRPr lang="es-ES" sz="60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rtlCol="0" anchor="b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s-ES" sz="24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0" name="Imagen 19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4" name="Gráfico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</p:grp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  <p:sp>
        <p:nvSpPr>
          <p:cNvPr id="6" name="Marcador de fecha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9C9B4FAC-0AE5-4FDD-9B45-49F12FBE70E9}" type="datetime1">
              <a:rPr lang="es-ES" smtClean="0"/>
              <a:t>15/10/2025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Imag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rtlCol="0" anchor="ctr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algn="ctr"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1" name="Imagen 10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 + Imagen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3" name="Gráfico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upo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upo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upo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upo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upo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upo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</p:grpSp>
      <p:sp>
        <p:nvSpPr>
          <p:cNvPr id="63" name="Marcador de posición de imagen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8" name="Gráfico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áfico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38" name="Gráfico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upo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upo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upo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upo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upo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upo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upo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upo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cxnSp>
          <p:nvCxnSpPr>
            <p:cNvPr id="63" name="Conector recto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</p:grpSp>
      <p:sp>
        <p:nvSpPr>
          <p:cNvPr id="67" name="Marcador de fecha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2C2B5D10-01BA-46C4-A39E-A3A8F037168D}" type="datetime1">
              <a:rPr lang="es-ES" smtClean="0"/>
              <a:t>15/10/2025</a:t>
            </a:fld>
            <a:endParaRPr lang="es-ES"/>
          </a:p>
        </p:txBody>
      </p:sp>
      <p:sp>
        <p:nvSpPr>
          <p:cNvPr id="68" name="Marcador de pie de página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9" name="Marcador de número de diapositiva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+ Subtítulo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8" name="Gráfico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1" name="Gráfico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áfico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Imagen 34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upo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upo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upo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upo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upo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upo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upo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upo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cxnSp>
          <p:nvCxnSpPr>
            <p:cNvPr id="77" name="Conector recto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rtlCol="0" anchor="b">
            <a:normAutofit/>
          </a:bodyPr>
          <a:lstStyle>
            <a:lvl1pPr algn="l">
              <a:defRPr lang="es-ES" sz="48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24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  <p:sp>
        <p:nvSpPr>
          <p:cNvPr id="192" name="Marcador de fecha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3DE257B0-0B1B-40C0-890E-3AB8D284D4F0}" type="datetime1">
              <a:rPr lang="es-ES" smtClean="0"/>
              <a:t>15/10/2025</a:t>
            </a:fld>
            <a:endParaRPr lang="es-ES"/>
          </a:p>
        </p:txBody>
      </p:sp>
      <p:sp>
        <p:nvSpPr>
          <p:cNvPr id="193" name="Marcador de pie de página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194" name="Marcador de número de diapositiva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2" name="Imagen 11" descr="Un patrón seleccionado blanco y negro&#10;&#10;Descripción generada automáticamente con confianza baja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6" name="Gráfico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31" name="Gráfico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Marcador de fecha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9177C618-E189-48F5-8AD3-BDEBDEC3F89A}" type="datetime1">
              <a:rPr lang="es-ES" smtClean="0"/>
              <a:t>15/10/2025</a:t>
            </a:fld>
            <a:endParaRPr lang="es-ES"/>
          </a:p>
        </p:txBody>
      </p:sp>
      <p:sp>
        <p:nvSpPr>
          <p:cNvPr id="33" name="Marcador de pie de página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34" name="Marcador de número de diapositiva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áfico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ángulo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ángulo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áfico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upo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</p:grpSp>
      <p:sp>
        <p:nvSpPr>
          <p:cNvPr id="101" name="Forma libre: Forma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163" name="Forma libre: Forma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/>
            </a:lvl1pPr>
            <a:lvl2pPr>
              <a:lnSpc>
                <a:spcPts val="2000"/>
              </a:lnSpc>
              <a:defRPr lang="es-ES" sz="1800"/>
            </a:lvl2pPr>
            <a:lvl3pPr>
              <a:lnSpc>
                <a:spcPts val="2000"/>
              </a:lnSpc>
              <a:defRPr lang="es-ES" sz="1800"/>
            </a:lvl3pPr>
            <a:lvl4pPr>
              <a:lnSpc>
                <a:spcPts val="2000"/>
              </a:lnSpc>
              <a:defRPr lang="es-ES" sz="1800"/>
            </a:lvl4pPr>
            <a:lvl5pPr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</p:txBody>
      </p:sp>
      <p:sp>
        <p:nvSpPr>
          <p:cNvPr id="6" name="Marcador de contenido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 rtlCol="0">
            <a:normAutofit/>
          </a:bodyPr>
          <a:lstStyle>
            <a:lvl1pPr marL="0" indent="0">
              <a:lnSpc>
                <a:spcPts val="2000"/>
              </a:lnSpc>
              <a:buNone/>
              <a:defRPr lang="es-ES" sz="1800"/>
            </a:lvl1pPr>
            <a:lvl2pPr marL="457200">
              <a:lnSpc>
                <a:spcPts val="2000"/>
              </a:lnSpc>
              <a:defRPr lang="es-ES" sz="1800"/>
            </a:lvl2pPr>
            <a:lvl3pPr marL="914400">
              <a:lnSpc>
                <a:spcPts val="2000"/>
              </a:lnSpc>
              <a:defRPr lang="es-ES" sz="1800"/>
            </a:lvl3pPr>
            <a:lvl4pPr marL="1371600">
              <a:lnSpc>
                <a:spcPts val="2000"/>
              </a:lnSpc>
              <a:defRPr lang="es-ES" sz="1800"/>
            </a:lvl4pPr>
            <a:lvl5pPr marL="1828800">
              <a:lnSpc>
                <a:spcPts val="2000"/>
              </a:lnSpc>
              <a:defRPr lang="es-ES" sz="18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209" name="Marcador de fecha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40EB7AE-9D04-44B1-A2AD-3158528BDC2A}" type="datetime1">
              <a:rPr lang="es-ES" smtClean="0"/>
              <a:t>15/10/2025</a:t>
            </a:fld>
            <a:endParaRPr lang="es-ES"/>
          </a:p>
        </p:txBody>
      </p:sp>
      <p:sp>
        <p:nvSpPr>
          <p:cNvPr id="210" name="Marcador de pie de página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211" name="Marcador de número de diapositiva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imag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27" name="Marcador de posición de imagen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 rtlCol="0">
            <a:noAutofit/>
          </a:bodyPr>
          <a:lstStyle>
            <a:lvl1pPr marL="0" indent="0" algn="l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Haga clic en el icono para insertar una imagen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 rtlCol="0"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lang="es-ES"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lang="es-ES" sz="1800">
                <a:solidFill>
                  <a:schemeClr val="tx2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9" name="Marcador de fecha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493E32AF-3FCE-46D9-8013-32EEE691EE0A}" type="datetime1">
              <a:rPr lang="es-ES" smtClean="0"/>
              <a:t>15/10/2025</a:t>
            </a:fld>
            <a:endParaRPr lang="es-ES"/>
          </a:p>
        </p:txBody>
      </p:sp>
      <p:sp>
        <p:nvSpPr>
          <p:cNvPr id="70" name="Marcador de pie de página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71" name="Marcador de número de diapositiva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3" name="Imagen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16" name="Gráfico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ángulo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+ Tabl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s-E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s-E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s-E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s-E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s-ES" sz="1800"/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marL="685800" lvl="1" indent="-228600" rtl="0"/>
            <a:r>
              <a:rPr lang="es-ES"/>
              <a:t>Segundo nivel</a:t>
            </a:r>
          </a:p>
          <a:p>
            <a:pPr marL="1143000" lvl="2" indent="-228600" rtl="0"/>
            <a:r>
              <a:rPr lang="es-ES"/>
              <a:t>Tercer nivel</a:t>
            </a:r>
          </a:p>
          <a:p>
            <a:pPr marL="1600200" lvl="3" indent="-228600" rtl="0"/>
            <a:r>
              <a:rPr lang="es-ES"/>
              <a:t>Cuarto nivel</a:t>
            </a:r>
          </a:p>
          <a:p>
            <a:pPr marL="2057400" lvl="4" indent="-228600" rtl="0"/>
            <a:r>
              <a:rPr lang="es-ES"/>
              <a:t>Quinto nivel</a:t>
            </a:r>
          </a:p>
        </p:txBody>
      </p:sp>
      <p:sp>
        <p:nvSpPr>
          <p:cNvPr id="8" name="Marcador de posición de tabla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 rtlCol="0"/>
          <a:lstStyle>
            <a:lvl1pPr>
              <a:defRPr lang="es-ES"/>
            </a:lvl1pPr>
          </a:lstStyle>
          <a:p>
            <a:pPr rtl="0"/>
            <a:r>
              <a:rPr lang="es-ES"/>
              <a:t>Haga clic en el icono para insertar una tabla</a:t>
            </a:r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F52EB143-0484-4B4A-822A-8DC2C064522B}" type="datetime1">
              <a:rPr lang="es-ES" smtClean="0"/>
              <a:t>15/10/2025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contenidos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48" name="Gráfico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áfico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lang="es-ES"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4" name="Marcador de texto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 rtlCol="0"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lang="es-ES"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lang="es-ES"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lang="es-ES"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lang="es-ES"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lang="es-ES" sz="18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es-ES"/>
              <a:t>Haga clic para agregar texto 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3" name="Marcador de fecha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72E03785-F6E3-493F-956A-4BC16E39C284}" type="datetime1">
              <a:rPr lang="es-ES" smtClean="0"/>
              <a:t>15/10/2025</a:t>
            </a:fld>
            <a:endParaRPr lang="es-ES"/>
          </a:p>
        </p:txBody>
      </p:sp>
      <p:sp>
        <p:nvSpPr>
          <p:cNvPr id="64" name="Marcador de pie de página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</a:p>
        </p:txBody>
      </p:sp>
      <p:sp>
        <p:nvSpPr>
          <p:cNvPr id="65" name="Marcador de número de diapositiva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bg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a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rtlCol="0" anchor="t" anchorCtr="0"/>
          <a:lstStyle>
            <a:lvl1pPr>
              <a:defRPr lang="es-ES" cap="all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5" name="Marcador de posición de tabla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 rtlCol="0"/>
          <a:lstStyle>
            <a:lvl1pPr>
              <a:defRPr lang="es-ES"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s-ES"/>
            </a:pPr>
            <a:r>
              <a:rPr lang="es-ES"/>
              <a:t>Haga clic en el icono para insertar una tabla</a:t>
            </a:r>
          </a:p>
          <a:p>
            <a:pPr rtl="0"/>
            <a:endParaRPr lang="es-ES" dirty="0"/>
          </a:p>
        </p:txBody>
      </p:sp>
      <p:sp>
        <p:nvSpPr>
          <p:cNvPr id="7" name="Rectángulo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20B67A72-3A57-4FB3-90CC-3D658B9B24C0}" type="datetime1">
              <a:rPr lang="es-ES" smtClean="0"/>
              <a:t>15/10/2025</a:t>
            </a:fld>
            <a:endParaRPr lang="es-ES" dirty="0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 rtlCol="0"/>
          <a:lstStyle>
            <a:lvl1pPr>
              <a:defRPr lang="es-ES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ido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o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grpSp>
          <p:nvGrpSpPr>
            <p:cNvPr id="116" name="Grupo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upo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upo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upo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upo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upo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upo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upo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>
                              <a:defPPr>
                                <a:defRPr lang="es-ES"/>
                              </a:defPPr>
                            </a:lstStyle>
                            <a:p>
                              <a:pPr algn="ctr" rtl="0"/>
                              <a:r>
                                <a:rPr lang="es-ES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>
                            <a:defPPr>
                              <a:defRPr lang="es-ES"/>
                            </a:defPPr>
                          </a:lstStyle>
                          <a:p>
                            <a:pPr algn="ctr" rtl="0"/>
                            <a:r>
                              <a:rPr lang="es-ES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>
                          <a:defPPr>
                            <a:defRPr lang="es-ES"/>
                          </a:defPPr>
                        </a:lstStyle>
                        <a:p>
                          <a:pPr algn="ctr" rtl="0"/>
                          <a:r>
                            <a:rPr lang="es-ES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>
                          <a:defRPr lang="es-ES"/>
                        </a:defPPr>
                      </a:lstStyle>
                      <a:p>
                        <a:pPr algn="ctr" rtl="0"/>
                        <a:r>
                          <a:rPr lang="es-ES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>
                        <a:defRPr lang="es-ES"/>
                      </a:defPPr>
                    </a:lstStyle>
                    <a:p>
                      <a:pPr algn="ctr" rtl="0"/>
                      <a:r>
                        <a:rPr lang="es-ES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s-ES"/>
                    </a:defPPr>
                  </a:lstStyle>
                  <a:p>
                    <a:pPr algn="ctr" rtl="0"/>
                    <a:r>
                      <a:rPr lang="es-ES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s-ES"/>
                  </a:defPPr>
                </a:lstStyle>
                <a:p>
                  <a:pPr algn="ctr" rtl="0"/>
                  <a:r>
                    <a:rPr lang="es-ES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s-ES"/>
                </a:defPPr>
              </a:lstStyle>
              <a:p>
                <a:pPr algn="ctr" rtl="0"/>
                <a:r>
                  <a:rPr lang="es-ES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s-ES"/>
              </a:defPPr>
            </a:lstStyle>
            <a:p>
              <a:pPr algn="ctr" rtl="0"/>
              <a:endParaRPr lang="es-ES"/>
            </a:p>
          </p:txBody>
        </p:sp>
        <p:pic>
          <p:nvPicPr>
            <p:cNvPr id="297" name="Gráfico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áfico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Conector recto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rtlCol="0" anchor="b">
            <a:normAutofit/>
          </a:bodyPr>
          <a:lstStyle>
            <a:lvl1pPr algn="l">
              <a:defRPr lang="es-ES" sz="4400" cap="all" baseline="0">
                <a:solidFill>
                  <a:schemeClr val="tx2"/>
                </a:solidFill>
              </a:defRPr>
            </a:lvl1pPr>
          </a:lstStyle>
          <a:p>
            <a:pPr rtl="0"/>
            <a:r>
              <a:rPr lang="es-ES"/>
              <a:t>Haga clic para agregar un título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 rtlCol="0"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lang="es-ES" sz="1800">
                <a:solidFill>
                  <a:schemeClr val="tx2"/>
                </a:solidFill>
              </a:defRPr>
            </a:lvl1pPr>
            <a:lvl2pPr marL="457200" indent="0" algn="ctr">
              <a:buNone/>
              <a:defRPr lang="es-ES" sz="2000"/>
            </a:lvl2pPr>
            <a:lvl3pPr marL="914400" indent="0" algn="ctr">
              <a:buNone/>
              <a:defRPr lang="es-ES" sz="1800"/>
            </a:lvl3pPr>
            <a:lvl4pPr marL="1371600" indent="0" algn="ctr">
              <a:buNone/>
              <a:defRPr lang="es-ES" sz="1600"/>
            </a:lvl4pPr>
            <a:lvl5pPr marL="1828800" indent="0" algn="ctr">
              <a:buNone/>
              <a:defRPr lang="es-ES" sz="1600"/>
            </a:lvl5pPr>
            <a:lvl6pPr marL="2286000" indent="0" algn="ctr">
              <a:buNone/>
              <a:defRPr lang="es-ES" sz="1600"/>
            </a:lvl6pPr>
            <a:lvl7pPr marL="2743200" indent="0" algn="ctr">
              <a:buNone/>
              <a:defRPr lang="es-ES" sz="1600"/>
            </a:lvl7pPr>
            <a:lvl8pPr marL="3200400" indent="0" algn="ctr">
              <a:buNone/>
              <a:defRPr lang="es-ES" sz="1600"/>
            </a:lvl8pPr>
            <a:lvl9pPr marL="3657600" indent="0" algn="ctr">
              <a:buNone/>
              <a:defRPr lang="es-ES" sz="1600"/>
            </a:lvl9pPr>
          </a:lstStyle>
          <a:p>
            <a:pPr rtl="0"/>
            <a:r>
              <a:rPr lang="es-ES"/>
              <a:t>Haga clic para agregar un subtítulo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6872076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4367470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3135646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2454287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9432320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8299363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7105085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2609225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936739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32749287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668773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1060171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3DAC8E4-6DEF-4C1E-98BC-5D4BE770117D}" type="datetime1">
              <a:rPr lang="es-ES" smtClean="0"/>
              <a:t>15/10/2025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/>
              <a:t>Título de la presentación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s-ES"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smtClean="0"/>
              <a:pPr rtl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  <p:sldLayoutId id="2147483705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s-ES"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dk2"/>
                </a:solidFill>
              </a:defRPr>
            </a:lvl1pPr>
            <a:lvl2pPr lvl="1" algn="r">
              <a:buNone/>
              <a:defRPr sz="1333">
                <a:solidFill>
                  <a:schemeClr val="dk2"/>
                </a:solidFill>
              </a:defRPr>
            </a:lvl2pPr>
            <a:lvl3pPr lvl="2" algn="r">
              <a:buNone/>
              <a:defRPr sz="1333">
                <a:solidFill>
                  <a:schemeClr val="dk2"/>
                </a:solidFill>
              </a:defRPr>
            </a:lvl3pPr>
            <a:lvl4pPr lvl="3" algn="r">
              <a:buNone/>
              <a:defRPr sz="1333">
                <a:solidFill>
                  <a:schemeClr val="dk2"/>
                </a:solidFill>
              </a:defRPr>
            </a:lvl4pPr>
            <a:lvl5pPr lvl="4" algn="r">
              <a:buNone/>
              <a:defRPr sz="1333">
                <a:solidFill>
                  <a:schemeClr val="dk2"/>
                </a:solidFill>
              </a:defRPr>
            </a:lvl5pPr>
            <a:lvl6pPr lvl="5" algn="r">
              <a:buNone/>
              <a:defRPr sz="1333">
                <a:solidFill>
                  <a:schemeClr val="dk2"/>
                </a:solidFill>
              </a:defRPr>
            </a:lvl6pPr>
            <a:lvl7pPr lvl="6" algn="r">
              <a:buNone/>
              <a:defRPr sz="1333">
                <a:solidFill>
                  <a:schemeClr val="dk2"/>
                </a:solidFill>
              </a:defRPr>
            </a:lvl7pPr>
            <a:lvl8pPr lvl="7" algn="r">
              <a:buNone/>
              <a:defRPr sz="1333">
                <a:solidFill>
                  <a:schemeClr val="dk2"/>
                </a:solidFill>
              </a:defRPr>
            </a:lvl8pPr>
            <a:lvl9pPr lvl="8" algn="r">
              <a:buNone/>
              <a:defRPr sz="133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s" smtClean="0"/>
              <a:pPr/>
              <a:t>‹Nº›</a:t>
            </a:fld>
            <a:endParaRPr lang="es"/>
          </a:p>
        </p:txBody>
      </p:sp>
    </p:spTree>
    <p:extLst>
      <p:ext uri="{BB962C8B-B14F-4D97-AF65-F5344CB8AC3E}">
        <p14:creationId xmlns:p14="http://schemas.microsoft.com/office/powerpoint/2010/main" val="75436050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1269" y="1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2208111079"/>
              </p:ext>
            </p:extLst>
          </p:nvPr>
        </p:nvGraphicFramePr>
        <p:xfrm>
          <a:off x="7104267" y="1293367"/>
          <a:ext cx="4920767" cy="12191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 err="1"/>
                        <a:t>Miercoles</a:t>
                      </a:r>
                      <a:r>
                        <a:rPr sz="2400" dirty="0"/>
                        <a:t> 15 /10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56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 dirty="0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2400" dirty="0"/>
                        <a:t>17:20</a:t>
                      </a:r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920233" y="3011068"/>
            <a:ext cx="9056000" cy="759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3333" b="1" dirty="0"/>
              <a:t>Seminario de Sistemas 2 [N]</a:t>
            </a:r>
            <a:endParaRPr sz="3333" b="1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2371600" y="3867667"/>
            <a:ext cx="7448800" cy="656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s" sz="2667" dirty="0"/>
              <a:t>Gerhard Benjamin Ardon Valdez</a:t>
            </a:r>
            <a:endParaRPr sz="26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2197625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Agenda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8713" y="2627087"/>
            <a:ext cx="6338887" cy="3341914"/>
          </a:xfrm>
        </p:spPr>
        <p:txBody>
          <a:bodyPr rtlCol="0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Ejemplo Práctico</a:t>
            </a:r>
          </a:p>
          <a:p>
            <a:pPr rtl="0"/>
            <a:r>
              <a:rPr lang="es-ES" dirty="0"/>
              <a:t>Evaluación docente</a:t>
            </a:r>
          </a:p>
          <a:p>
            <a:pPr rtl="0"/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B5CEABB6-07DC-46E8-9B57-56EC44A396E5}" type="slidenum">
              <a:rPr lang="es-ES" smtClean="0"/>
              <a:pPr rtl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F58FAB-A134-47DA-8E90-6A9DE790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MX" dirty="0"/>
              <a:t>La variable objetivo (target) es la columna que queremos predecir.</a:t>
            </a:r>
            <a:endParaRPr lang="es-GT" dirty="0"/>
          </a:p>
        </p:txBody>
      </p:sp>
      <p:graphicFrame>
        <p:nvGraphicFramePr>
          <p:cNvPr id="5" name="Marcador de tabla 4">
            <a:extLst>
              <a:ext uri="{FF2B5EF4-FFF2-40B4-BE49-F238E27FC236}">
                <a16:creationId xmlns:a16="http://schemas.microsoft.com/office/drawing/2014/main" id="{99099B3F-B3AA-EFBE-3287-44A3B99A5A75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682885878"/>
              </p:ext>
            </p:extLst>
          </p:nvPr>
        </p:nvGraphicFramePr>
        <p:xfrm>
          <a:off x="762000" y="2473843"/>
          <a:ext cx="10666412" cy="3566076"/>
        </p:xfrm>
        <a:graphic>
          <a:graphicData uri="http://schemas.openxmlformats.org/drawingml/2006/table">
            <a:tbl>
              <a:tblPr/>
              <a:tblGrid>
                <a:gridCol w="2666603">
                  <a:extLst>
                    <a:ext uri="{9D8B030D-6E8A-4147-A177-3AD203B41FA5}">
                      <a16:colId xmlns:a16="http://schemas.microsoft.com/office/drawing/2014/main" val="3517558336"/>
                    </a:ext>
                  </a:extLst>
                </a:gridCol>
                <a:gridCol w="2666603">
                  <a:extLst>
                    <a:ext uri="{9D8B030D-6E8A-4147-A177-3AD203B41FA5}">
                      <a16:colId xmlns:a16="http://schemas.microsoft.com/office/drawing/2014/main" val="2652896252"/>
                    </a:ext>
                  </a:extLst>
                </a:gridCol>
                <a:gridCol w="2666603">
                  <a:extLst>
                    <a:ext uri="{9D8B030D-6E8A-4147-A177-3AD203B41FA5}">
                      <a16:colId xmlns:a16="http://schemas.microsoft.com/office/drawing/2014/main" val="943289377"/>
                    </a:ext>
                  </a:extLst>
                </a:gridCol>
                <a:gridCol w="2666603">
                  <a:extLst>
                    <a:ext uri="{9D8B030D-6E8A-4147-A177-3AD203B41FA5}">
                      <a16:colId xmlns:a16="http://schemas.microsoft.com/office/drawing/2014/main" val="1311198151"/>
                    </a:ext>
                  </a:extLst>
                </a:gridCol>
              </a:tblGrid>
              <a:tr h="365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solidFill>
                            <a:schemeClr val="bg1"/>
                          </a:solidFill>
                        </a:rPr>
                        <a:t>Caso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solidFill>
                            <a:schemeClr val="bg1"/>
                          </a:solidFill>
                        </a:rPr>
                        <a:t>Dataset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>
                          <a:solidFill>
                            <a:schemeClr val="bg1"/>
                          </a:solidFill>
                        </a:rPr>
                        <a:t>Variable objetivo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>
                          <a:solidFill>
                            <a:schemeClr val="bg1"/>
                          </a:solidFill>
                        </a:rPr>
                        <a:t>Tipo de modelo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848213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Predecir si alguien gana &gt; $50k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census_adult_income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income_bracket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/>
                        <a:t>Clasificación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723897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Predecir el precio de una casa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latin typeface="Courier New" panose="02070309020205020404" pitchFamily="49" charset="0"/>
                        </a:rPr>
                        <a:t>housing</a:t>
                      </a:r>
                      <a:endParaRPr lang="es-GT" sz="180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median_house_value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/>
                        <a:t>Regresión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939616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Predecir si un cliente incumplirá un pago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credit_card_default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default_payment_next_month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/>
                        <a:t>Clasificación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0736171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Predecir la temperatura del día siguiente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gsod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mean_temp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/>
                        <a:t>Series de tiempo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6881767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/>
                        <a:t>Agrupar clientes por comportamiento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thelook_ecommerce.users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/>
                        <a:t>— (sin variable objetivo)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/>
                        <a:t>Clustering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9059174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4C6746-DF8D-5D85-1694-15C4918B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022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ABB7D-1573-FAA6-CD70-F8905BDD3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Elegir la métrica de evaluación</a:t>
            </a:r>
            <a:endParaRPr lang="es-GT"/>
          </a:p>
        </p:txBody>
      </p:sp>
      <p:graphicFrame>
        <p:nvGraphicFramePr>
          <p:cNvPr id="8" name="Marcador de tabla 7">
            <a:extLst>
              <a:ext uri="{FF2B5EF4-FFF2-40B4-BE49-F238E27FC236}">
                <a16:creationId xmlns:a16="http://schemas.microsoft.com/office/drawing/2014/main" id="{266E8678-B531-8B3D-2AF5-A2046CC4C599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512304755"/>
              </p:ext>
            </p:extLst>
          </p:nvPr>
        </p:nvGraphicFramePr>
        <p:xfrm>
          <a:off x="762000" y="2473843"/>
          <a:ext cx="10666413" cy="3566076"/>
        </p:xfrm>
        <a:graphic>
          <a:graphicData uri="http://schemas.openxmlformats.org/drawingml/2006/table">
            <a:tbl>
              <a:tblPr/>
              <a:tblGrid>
                <a:gridCol w="3555471">
                  <a:extLst>
                    <a:ext uri="{9D8B030D-6E8A-4147-A177-3AD203B41FA5}">
                      <a16:colId xmlns:a16="http://schemas.microsoft.com/office/drawing/2014/main" val="1221629689"/>
                    </a:ext>
                  </a:extLst>
                </a:gridCol>
                <a:gridCol w="3555471">
                  <a:extLst>
                    <a:ext uri="{9D8B030D-6E8A-4147-A177-3AD203B41FA5}">
                      <a16:colId xmlns:a16="http://schemas.microsoft.com/office/drawing/2014/main" val="1325429301"/>
                    </a:ext>
                  </a:extLst>
                </a:gridCol>
                <a:gridCol w="3555471">
                  <a:extLst>
                    <a:ext uri="{9D8B030D-6E8A-4147-A177-3AD203B41FA5}">
                      <a16:colId xmlns:a16="http://schemas.microsoft.com/office/drawing/2014/main" val="1274133874"/>
                    </a:ext>
                  </a:extLst>
                </a:gridCol>
              </a:tblGrid>
              <a:tr h="365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solidFill>
                            <a:schemeClr val="bg1"/>
                          </a:solidFill>
                        </a:rPr>
                        <a:t>Tipo de modelo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solidFill>
                            <a:schemeClr val="bg1"/>
                          </a:solidFill>
                        </a:rPr>
                        <a:t>Métricas principales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>
                          <a:solidFill>
                            <a:schemeClr val="bg1"/>
                          </a:solidFill>
                        </a:rPr>
                        <a:t>Qué mide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3460151"/>
                  </a:ext>
                </a:extLst>
              </a:tr>
              <a:tr h="6147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b="1" dirty="0"/>
                        <a:t>Regresión</a:t>
                      </a:r>
                      <a:r>
                        <a:rPr lang="es-GT" sz="1800" dirty="0"/>
                        <a:t> (</a:t>
                      </a: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linear_reg</a:t>
                      </a:r>
                      <a:r>
                        <a:rPr lang="es-GT" sz="1800" dirty="0"/>
                        <a:t>)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/>
                        <a:t>RMSE, MAE, R²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Error promedio entre valores reales y predichos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7517297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b="1" dirty="0"/>
                        <a:t>Clasificación binaria</a:t>
                      </a:r>
                      <a:r>
                        <a:rPr lang="es-GT" sz="1800" dirty="0"/>
                        <a:t> (</a:t>
                      </a: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logistic_reg</a:t>
                      </a:r>
                      <a:r>
                        <a:rPr lang="es-GT" sz="1800" dirty="0"/>
                        <a:t>)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Accuracy, AUC, Log loss, Precision, Recall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Qué tan bien clasifica 0/1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1251610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b="1" dirty="0"/>
                        <a:t>Multiclase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/>
                        <a:t>Accuracy</a:t>
                      </a:r>
                      <a:r>
                        <a:rPr lang="es-GT" sz="1800" dirty="0"/>
                        <a:t>, </a:t>
                      </a:r>
                      <a:r>
                        <a:rPr lang="es-GT" sz="1800" dirty="0" err="1"/>
                        <a:t>Confusion</a:t>
                      </a:r>
                      <a:r>
                        <a:rPr lang="es-GT" sz="1800" dirty="0"/>
                        <a:t> </a:t>
                      </a:r>
                      <a:r>
                        <a:rPr lang="es-GT" sz="1800" dirty="0" err="1"/>
                        <a:t>matrix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Qué tan bien clasifica múltiples categorías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424915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b="1" dirty="0"/>
                        <a:t>Clustering</a:t>
                      </a:r>
                      <a:r>
                        <a:rPr lang="es-GT" sz="1800" dirty="0"/>
                        <a:t> (</a:t>
                      </a: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kmeans</a:t>
                      </a:r>
                      <a:r>
                        <a:rPr lang="es-GT" sz="1800" dirty="0"/>
                        <a:t>)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Davies–Bouldin index, </a:t>
                      </a:r>
                      <a:r>
                        <a:rPr lang="en-US" sz="1800" dirty="0" err="1"/>
                        <a:t>mean_distance_to_centroid</a:t>
                      </a:r>
                      <a:endParaRPr lang="en-US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/>
                        <a:t>Calidad de los grupos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343432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b="1" dirty="0"/>
                        <a:t>Series de tiempo</a:t>
                      </a:r>
                      <a:r>
                        <a:rPr lang="es-MX" sz="1800" dirty="0"/>
                        <a:t> (</a:t>
                      </a:r>
                      <a:r>
                        <a:rPr lang="es-MX" sz="1800" dirty="0" err="1">
                          <a:latin typeface="Courier New" panose="02070309020205020404" pitchFamily="49" charset="0"/>
                        </a:rPr>
                        <a:t>arima_plus</a:t>
                      </a:r>
                      <a:r>
                        <a:rPr lang="es-MX" sz="1800" dirty="0"/>
                        <a:t>)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/>
                        <a:t>RMSE, MAPE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Qué tan bien predice valores futuros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8855726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24FF6A-B812-0A15-6037-95585A0C1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5172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AD075B-497A-A807-ADD4-EDAEFE98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 err="1"/>
              <a:t>Etrategia</a:t>
            </a:r>
            <a:r>
              <a:rPr lang="es-GT" dirty="0"/>
              <a:t> de </a:t>
            </a:r>
            <a:r>
              <a:rPr lang="es-GT" dirty="0" err="1"/>
              <a:t>divivision</a:t>
            </a:r>
            <a:r>
              <a:rPr lang="es-GT" dirty="0"/>
              <a:t> de data </a:t>
            </a:r>
            <a:r>
              <a:rPr lang="es-GT" dirty="0" err="1"/>
              <a:t>leakage</a:t>
            </a:r>
            <a:endParaRPr lang="es-GT" dirty="0"/>
          </a:p>
        </p:txBody>
      </p:sp>
      <p:graphicFrame>
        <p:nvGraphicFramePr>
          <p:cNvPr id="5" name="Marcador de tabla 4">
            <a:extLst>
              <a:ext uri="{FF2B5EF4-FFF2-40B4-BE49-F238E27FC236}">
                <a16:creationId xmlns:a16="http://schemas.microsoft.com/office/drawing/2014/main" id="{2F0FF240-7E7D-B800-4C0B-AB7DD47F6B0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071713303"/>
              </p:ext>
            </p:extLst>
          </p:nvPr>
        </p:nvGraphicFramePr>
        <p:xfrm>
          <a:off x="763588" y="2779892"/>
          <a:ext cx="10666413" cy="3017478"/>
        </p:xfrm>
        <a:graphic>
          <a:graphicData uri="http://schemas.openxmlformats.org/drawingml/2006/table">
            <a:tbl>
              <a:tblPr/>
              <a:tblGrid>
                <a:gridCol w="3555471">
                  <a:extLst>
                    <a:ext uri="{9D8B030D-6E8A-4147-A177-3AD203B41FA5}">
                      <a16:colId xmlns:a16="http://schemas.microsoft.com/office/drawing/2014/main" val="2660104036"/>
                    </a:ext>
                  </a:extLst>
                </a:gridCol>
                <a:gridCol w="3555471">
                  <a:extLst>
                    <a:ext uri="{9D8B030D-6E8A-4147-A177-3AD203B41FA5}">
                      <a16:colId xmlns:a16="http://schemas.microsoft.com/office/drawing/2014/main" val="3766119372"/>
                    </a:ext>
                  </a:extLst>
                </a:gridCol>
                <a:gridCol w="3555471">
                  <a:extLst>
                    <a:ext uri="{9D8B030D-6E8A-4147-A177-3AD203B41FA5}">
                      <a16:colId xmlns:a16="http://schemas.microsoft.com/office/drawing/2014/main" val="3778822958"/>
                    </a:ext>
                  </a:extLst>
                </a:gridCol>
              </a:tblGrid>
              <a:tr h="365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solidFill>
                            <a:schemeClr val="bg1"/>
                          </a:solidFill>
                        </a:rPr>
                        <a:t>Tipo de división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solidFill>
                            <a:schemeClr val="bg1"/>
                          </a:solidFill>
                        </a:rPr>
                        <a:t>Cuándo usarla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>
                          <a:solidFill>
                            <a:schemeClr val="bg1"/>
                          </a:solidFill>
                        </a:rPr>
                        <a:t>Ejemplo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350965"/>
                  </a:ext>
                </a:extLst>
              </a:tr>
              <a:tr h="1188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b="1" dirty="0"/>
                        <a:t>Aleatoria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Cuando los datos no dependen del tiempo (por ejemplo, características demográficas o encuestas).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data_split_method</a:t>
                      </a:r>
                      <a:r>
                        <a:rPr lang="es-GT" sz="1800" dirty="0">
                          <a:latin typeface="Courier New" panose="02070309020205020404" pitchFamily="49" charset="0"/>
                        </a:rPr>
                        <a:t>='RANDOM'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0385710"/>
                  </a:ext>
                </a:extLst>
              </a:tr>
              <a:tr h="14628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b="1" dirty="0"/>
                        <a:t>Por tiempo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Cuando los datos tienen un orden temporal (ventas diarias, precios, clima).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data_split_method</a:t>
                      </a:r>
                      <a:r>
                        <a:rPr lang="es-GT" sz="1800" dirty="0">
                          <a:latin typeface="Courier New" panose="02070309020205020404" pitchFamily="49" charset="0"/>
                        </a:rPr>
                        <a:t>='CUSTOM'</a:t>
                      </a:r>
                      <a:r>
                        <a:rPr lang="es-GT" sz="1800" dirty="0"/>
                        <a:t> y un campo como </a:t>
                      </a:r>
                      <a:r>
                        <a:rPr lang="es-GT" sz="1800" dirty="0">
                          <a:latin typeface="Courier New" panose="02070309020205020404" pitchFamily="49" charset="0"/>
                        </a:rPr>
                        <a:t>WHERE date &lt; '2023-01-01'</a:t>
                      </a:r>
                      <a:r>
                        <a:rPr lang="es-GT" sz="1800" dirty="0"/>
                        <a:t> para </a:t>
                      </a:r>
                      <a:r>
                        <a:rPr lang="es-GT" sz="1800" dirty="0" err="1"/>
                        <a:t>train</a:t>
                      </a:r>
                      <a:r>
                        <a:rPr lang="es-GT" sz="1800" dirty="0"/>
                        <a:t> y </a:t>
                      </a:r>
                      <a:r>
                        <a:rPr lang="es-GT" sz="1800" dirty="0">
                          <a:latin typeface="Courier New" panose="02070309020205020404" pitchFamily="49" charset="0"/>
                        </a:rPr>
                        <a:t>&gt;= '2023-01-01'</a:t>
                      </a:r>
                      <a:r>
                        <a:rPr lang="es-GT" sz="1800" dirty="0"/>
                        <a:t> para test.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147325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8FEA7F-6039-8CB4-80E3-84FE71AEF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28100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EA84C4-EBDE-B3E9-03A7-976633C20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/>
              <a:t>Crear </a:t>
            </a:r>
            <a:r>
              <a:rPr lang="es-GT" dirty="0" err="1"/>
              <a:t>features</a:t>
            </a:r>
            <a:r>
              <a:rPr lang="es-GT" dirty="0"/>
              <a:t> derivadas</a:t>
            </a:r>
          </a:p>
        </p:txBody>
      </p:sp>
      <p:graphicFrame>
        <p:nvGraphicFramePr>
          <p:cNvPr id="5" name="Marcador de tabla 4">
            <a:extLst>
              <a:ext uri="{FF2B5EF4-FFF2-40B4-BE49-F238E27FC236}">
                <a16:creationId xmlns:a16="http://schemas.microsoft.com/office/drawing/2014/main" id="{61815A01-0111-B5F4-5504-5FC38CC8560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638219851"/>
              </p:ext>
            </p:extLst>
          </p:nvPr>
        </p:nvGraphicFramePr>
        <p:xfrm>
          <a:off x="762000" y="2519556"/>
          <a:ext cx="10666413" cy="3474650"/>
        </p:xfrm>
        <a:graphic>
          <a:graphicData uri="http://schemas.openxmlformats.org/drawingml/2006/table">
            <a:tbl>
              <a:tblPr/>
              <a:tblGrid>
                <a:gridCol w="3555471">
                  <a:extLst>
                    <a:ext uri="{9D8B030D-6E8A-4147-A177-3AD203B41FA5}">
                      <a16:colId xmlns:a16="http://schemas.microsoft.com/office/drawing/2014/main" val="4272266513"/>
                    </a:ext>
                  </a:extLst>
                </a:gridCol>
                <a:gridCol w="3555471">
                  <a:extLst>
                    <a:ext uri="{9D8B030D-6E8A-4147-A177-3AD203B41FA5}">
                      <a16:colId xmlns:a16="http://schemas.microsoft.com/office/drawing/2014/main" val="3225276924"/>
                    </a:ext>
                  </a:extLst>
                </a:gridCol>
                <a:gridCol w="3555471">
                  <a:extLst>
                    <a:ext uri="{9D8B030D-6E8A-4147-A177-3AD203B41FA5}">
                      <a16:colId xmlns:a16="http://schemas.microsoft.com/office/drawing/2014/main" val="415314158"/>
                    </a:ext>
                  </a:extLst>
                </a:gridCol>
              </a:tblGrid>
              <a:tr h="3657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solidFill>
                            <a:schemeClr val="bg1"/>
                          </a:solidFill>
                        </a:rPr>
                        <a:t>Nueva feature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solidFill>
                            <a:schemeClr val="bg1"/>
                          </a:solidFill>
                        </a:rPr>
                        <a:t>Basada en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>
                          <a:solidFill>
                            <a:schemeClr val="bg1"/>
                          </a:solidFill>
                        </a:rPr>
                        <a:t>Propósito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430522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>
                          <a:latin typeface="Courier New" panose="02070309020205020404" pitchFamily="49" charset="0"/>
                        </a:rPr>
                        <a:t>HOUR(</a:t>
                      </a: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pickup_datetime</a:t>
                      </a:r>
                      <a:r>
                        <a:rPr lang="es-GT" sz="1800" dirty="0">
                          <a:latin typeface="Courier New" panose="02070309020205020404" pitchFamily="49" charset="0"/>
                        </a:rPr>
                        <a:t>)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pickup_datetime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Capturar patrones por hora del día.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351586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>
                          <a:latin typeface="Courier New" panose="02070309020205020404" pitchFamily="49" charset="0"/>
                        </a:rPr>
                        <a:t>DAYOFWEEK(</a:t>
                      </a: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pickup_datetime</a:t>
                      </a:r>
                      <a:r>
                        <a:rPr lang="es-GT" sz="1800" dirty="0">
                          <a:latin typeface="Courier New" panose="02070309020205020404" pitchFamily="49" charset="0"/>
                        </a:rPr>
                        <a:t>)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latin typeface="Courier New" panose="02070309020205020404" pitchFamily="49" charset="0"/>
                        </a:rPr>
                        <a:t>pickup_datetime</a:t>
                      </a:r>
                      <a:endParaRPr lang="es-GT" sz="180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Distinguir días laborales vs fines de semana.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1634215"/>
                  </a:ext>
                </a:extLst>
              </a:tr>
              <a:tr h="1188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>
                          <a:latin typeface="Courier New" panose="02070309020205020404" pitchFamily="49" charset="0"/>
                        </a:rPr>
                        <a:t>CASE WHEN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trip_distance</a:t>
                      </a:r>
                      <a:r>
                        <a:rPr lang="en-US" sz="1800" dirty="0">
                          <a:latin typeface="Courier New" panose="02070309020205020404" pitchFamily="49" charset="0"/>
                        </a:rPr>
                        <a:t> &gt; 10 THEN 'long' ELSE 'short' END AS </a:t>
                      </a:r>
                      <a:r>
                        <a:rPr lang="en-US" sz="1800" dirty="0" err="1">
                          <a:latin typeface="Courier New" panose="02070309020205020404" pitchFamily="49" charset="0"/>
                        </a:rPr>
                        <a:t>distance_bin</a:t>
                      </a:r>
                      <a:endParaRPr lang="en-US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>
                          <a:latin typeface="Courier New" panose="02070309020205020404" pitchFamily="49" charset="0"/>
                        </a:rPr>
                        <a:t>trip_distance</a:t>
                      </a:r>
                      <a:endParaRPr lang="es-GT" sz="180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/>
                        <a:t>Agrupar viajes por longitud.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5560460"/>
                  </a:ext>
                </a:extLst>
              </a:tr>
              <a:tr h="63998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passenger_count</a:t>
                      </a:r>
                      <a:r>
                        <a:rPr lang="es-GT" sz="1800" dirty="0">
                          <a:latin typeface="Courier New" panose="02070309020205020404" pitchFamily="49" charset="0"/>
                        </a:rPr>
                        <a:t> * </a:t>
                      </a: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fare_amount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passenger_count</a:t>
                      </a:r>
                      <a:r>
                        <a:rPr lang="es-GT" sz="1800" dirty="0"/>
                        <a:t>, </a:t>
                      </a:r>
                      <a:r>
                        <a:rPr lang="es-GT" sz="1800" dirty="0" err="1">
                          <a:latin typeface="Courier New" panose="02070309020205020404" pitchFamily="49" charset="0"/>
                        </a:rPr>
                        <a:t>fare_amount</a:t>
                      </a:r>
                      <a:endParaRPr lang="es-GT" sz="1800" dirty="0"/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800" dirty="0"/>
                        <a:t>Crear una interacción simple.</a:t>
                      </a:r>
                    </a:p>
                  </a:txBody>
                  <a:tcPr marL="91426" marR="91426" marT="45713" marB="457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45250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8A80CA-3A6A-EE34-4CDA-62006AE5F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63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88957B-32E1-1C27-D285-02B75C262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GT" dirty="0" err="1"/>
              <a:t>Hiperparametros</a:t>
            </a:r>
            <a:endParaRPr lang="es-GT" dirty="0"/>
          </a:p>
        </p:txBody>
      </p:sp>
      <p:graphicFrame>
        <p:nvGraphicFramePr>
          <p:cNvPr id="5" name="Marcador de tabla 4">
            <a:extLst>
              <a:ext uri="{FF2B5EF4-FFF2-40B4-BE49-F238E27FC236}">
                <a16:creationId xmlns:a16="http://schemas.microsoft.com/office/drawing/2014/main" id="{87787208-238A-EFDB-3BA4-5626B7437E27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1717022648"/>
              </p:ext>
            </p:extLst>
          </p:nvPr>
        </p:nvGraphicFramePr>
        <p:xfrm>
          <a:off x="1625126" y="2417763"/>
          <a:ext cx="8940160" cy="3678237"/>
        </p:xfrm>
        <a:graphic>
          <a:graphicData uri="http://schemas.openxmlformats.org/drawingml/2006/table">
            <a:tbl>
              <a:tblPr/>
              <a:tblGrid>
                <a:gridCol w="2235040">
                  <a:extLst>
                    <a:ext uri="{9D8B030D-6E8A-4147-A177-3AD203B41FA5}">
                      <a16:colId xmlns:a16="http://schemas.microsoft.com/office/drawing/2014/main" val="740336934"/>
                    </a:ext>
                  </a:extLst>
                </a:gridCol>
                <a:gridCol w="2235040">
                  <a:extLst>
                    <a:ext uri="{9D8B030D-6E8A-4147-A177-3AD203B41FA5}">
                      <a16:colId xmlns:a16="http://schemas.microsoft.com/office/drawing/2014/main" val="981978789"/>
                    </a:ext>
                  </a:extLst>
                </a:gridCol>
                <a:gridCol w="2235040">
                  <a:extLst>
                    <a:ext uri="{9D8B030D-6E8A-4147-A177-3AD203B41FA5}">
                      <a16:colId xmlns:a16="http://schemas.microsoft.com/office/drawing/2014/main" val="4196179558"/>
                    </a:ext>
                  </a:extLst>
                </a:gridCol>
                <a:gridCol w="2235040">
                  <a:extLst>
                    <a:ext uri="{9D8B030D-6E8A-4147-A177-3AD203B41FA5}">
                      <a16:colId xmlns:a16="http://schemas.microsoft.com/office/drawing/2014/main" val="1618217399"/>
                    </a:ext>
                  </a:extLst>
                </a:gridCol>
              </a:tblGrid>
              <a:tr h="306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>
                          <a:solidFill>
                            <a:schemeClr val="bg1"/>
                          </a:solidFill>
                        </a:rPr>
                        <a:t>Parámetro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>
                          <a:solidFill>
                            <a:schemeClr val="bg1"/>
                          </a:solidFill>
                        </a:rPr>
                        <a:t>Descripción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>
                          <a:solidFill>
                            <a:schemeClr val="bg1"/>
                          </a:solidFill>
                        </a:rPr>
                        <a:t>Valor usado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>
                          <a:solidFill>
                            <a:schemeClr val="bg1"/>
                          </a:solidFill>
                        </a:rPr>
                        <a:t>Justificación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7869641"/>
                  </a:ext>
                </a:extLst>
              </a:tr>
              <a:tr h="53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 err="1">
                          <a:latin typeface="Courier New" panose="02070309020205020404" pitchFamily="49" charset="0"/>
                        </a:rPr>
                        <a:t>model_type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/>
                        <a:t>Tipo de modelo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 err="1">
                          <a:latin typeface="Courier New" panose="02070309020205020404" pitchFamily="49" charset="0"/>
                        </a:rPr>
                        <a:t>logistic_reg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500" dirty="0"/>
                        <a:t>Clasificación binaria (propina sí/no).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4764256"/>
                  </a:ext>
                </a:extLst>
              </a:tr>
              <a:tr h="766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 err="1">
                          <a:latin typeface="Courier New" panose="02070309020205020404" pitchFamily="49" charset="0"/>
                        </a:rPr>
                        <a:t>data_split_method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500" dirty="0"/>
                        <a:t>Método de división de datos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>
                          <a:latin typeface="Courier New" panose="02070309020205020404" pitchFamily="49" charset="0"/>
                        </a:rPr>
                        <a:t>AUTO_SPLIT</a:t>
                      </a:r>
                      <a:endParaRPr lang="es-GT" sz="150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500" dirty="0"/>
                        <a:t>Deja que BQML decida proporciones adecuadas.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5023049"/>
                  </a:ext>
                </a:extLst>
              </a:tr>
              <a:tr h="766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>
                          <a:latin typeface="Courier New" panose="02070309020205020404" pitchFamily="49" charset="0"/>
                        </a:rPr>
                        <a:t>l1_reg</a:t>
                      </a:r>
                      <a:r>
                        <a:rPr lang="es-GT" sz="1500" dirty="0"/>
                        <a:t>, </a:t>
                      </a:r>
                      <a:r>
                        <a:rPr lang="es-GT" sz="1500" dirty="0">
                          <a:latin typeface="Courier New" panose="02070309020205020404" pitchFamily="49" charset="0"/>
                        </a:rPr>
                        <a:t>l2_reg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/>
                        <a:t>Regularización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>
                          <a:latin typeface="Courier New" panose="02070309020205020404" pitchFamily="49" charset="0"/>
                        </a:rPr>
                        <a:t>0.1</a:t>
                      </a:r>
                      <a:r>
                        <a:rPr lang="es-GT" sz="1500" dirty="0"/>
                        <a:t>, </a:t>
                      </a:r>
                      <a:r>
                        <a:rPr lang="es-GT" sz="1500" dirty="0">
                          <a:latin typeface="Courier New" panose="02070309020205020404" pitchFamily="49" charset="0"/>
                        </a:rPr>
                        <a:t>0.01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500" dirty="0"/>
                        <a:t>Evitar sobreajuste en modelos con muchas variables.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698036"/>
                  </a:ext>
                </a:extLst>
              </a:tr>
              <a:tr h="766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 err="1">
                          <a:latin typeface="Courier New" panose="02070309020205020404" pitchFamily="49" charset="0"/>
                        </a:rPr>
                        <a:t>max_iterations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/>
                        <a:t>Iteraciones de entrenamiento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>
                          <a:latin typeface="Courier New" panose="02070309020205020404" pitchFamily="49" charset="0"/>
                        </a:rPr>
                        <a:t>50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500" dirty="0"/>
                        <a:t>Balance entre costo computacional y convergencia.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032690"/>
                  </a:ext>
                </a:extLst>
              </a:tr>
              <a:tr h="53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 err="1">
                          <a:latin typeface="Courier New" panose="02070309020205020404" pitchFamily="49" charset="0"/>
                        </a:rPr>
                        <a:t>learn_rate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/>
                        <a:t>Tasa de aprendizaje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GT" sz="1500" dirty="0">
                          <a:latin typeface="Courier New" panose="02070309020205020404" pitchFamily="49" charset="0"/>
                        </a:rPr>
                        <a:t>0.2</a:t>
                      </a:r>
                      <a:endParaRPr lang="es-GT" sz="1500" dirty="0"/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500" dirty="0"/>
                        <a:t>Valor moderado para estabilidad del modelo.</a:t>
                      </a:r>
                    </a:p>
                  </a:txBody>
                  <a:tcPr marL="76630" marR="76630" marT="38315" marB="3831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3232492"/>
                  </a:ext>
                </a:extLst>
              </a:tr>
            </a:tbl>
          </a:graphicData>
        </a:graphic>
      </p:graphicFrame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6D364E-0183-8443-8C03-B5A5E3418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733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23327" y="0"/>
            <a:ext cx="12169465" cy="68580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591530806"/>
              </p:ext>
            </p:extLst>
          </p:nvPr>
        </p:nvGraphicFramePr>
        <p:xfrm>
          <a:off x="11267" y="1004833"/>
          <a:ext cx="6973166" cy="23604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688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4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000" dirty="0" err="1"/>
                        <a:t>Evaluacion</a:t>
                      </a:r>
                      <a:r>
                        <a:rPr lang="es-GT" sz="2000" dirty="0"/>
                        <a:t> Docente DTT</a:t>
                      </a:r>
                      <a:endParaRPr sz="20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500" dirty="0"/>
                        <a:t>29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088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 dirty="0">
                          <a:solidFill>
                            <a:schemeClr val="dk1"/>
                          </a:solidFill>
                        </a:rPr>
                        <a:t>Doy fe que esta actividad está planificada en dtt (Sí/No):</a:t>
                      </a:r>
                      <a:endParaRPr sz="1900" b="1" dirty="0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Si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7" name="Google Shape;57;p13"/>
          <p:cNvSpPr txBox="1"/>
          <p:nvPr/>
        </p:nvSpPr>
        <p:spPr>
          <a:xfrm>
            <a:off x="11267" y="3303868"/>
            <a:ext cx="4111600" cy="5231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  <a:buSzPts val="1100"/>
            </a:pPr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graphicFrame>
        <p:nvGraphicFramePr>
          <p:cNvPr id="58" name="Google Shape;58;p13"/>
          <p:cNvGraphicFramePr/>
          <p:nvPr>
            <p:extLst>
              <p:ext uri="{D42A27DB-BD31-4B8C-83A1-F6EECF244321}">
                <p14:modId xmlns:p14="http://schemas.microsoft.com/office/powerpoint/2010/main" val="1393719652"/>
              </p:ext>
            </p:extLst>
          </p:nvPr>
        </p:nvGraphicFramePr>
        <p:xfrm>
          <a:off x="7104267" y="1293367"/>
          <a:ext cx="4920767" cy="20725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24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18:37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9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1900" b="1">
                        <a:solidFill>
                          <a:schemeClr val="dk1"/>
                        </a:solidFill>
                      </a:endParaRPr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19:47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319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lang="es" sz="1900" b="1" dirty="0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700" b="1" dirty="0"/>
                    </a:p>
                  </a:txBody>
                  <a:tcPr marL="121900" marR="121900" marT="121900" marB="12190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PA" sz="2500" dirty="0"/>
                        <a:t>10</a:t>
                      </a:r>
                      <a:endParaRPr sz="2500" dirty="0"/>
                    </a:p>
                  </a:txBody>
                  <a:tcPr marL="121900" marR="121900" marT="121900" marB="1219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Google Shape;59;p13"/>
          <p:cNvSpPr txBox="1"/>
          <p:nvPr/>
        </p:nvSpPr>
        <p:spPr>
          <a:xfrm>
            <a:off x="4174400" y="3303868"/>
            <a:ext cx="4111600" cy="41545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defTabSz="1219170">
              <a:buClr>
                <a:srgbClr val="000000"/>
              </a:buClr>
              <a:buSzPts val="1100"/>
            </a:pPr>
            <a:endParaRPr sz="1100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8337533" y="3303868"/>
            <a:ext cx="3843200" cy="52318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endParaRPr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037A63-95F2-7CC3-9742-3349FF9AB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195638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GT" altLang="es-GT" sz="1800" b="0" i="0" u="none" strike="noStrike" cap="none" normalizeH="0" baseline="0">
                <a:ln>
                  <a:noFill/>
                </a:ln>
                <a:solidFill>
                  <a:srgbClr val="1F1F1F"/>
                </a:solidFill>
                <a:effectLst/>
                <a:latin typeface="Google Sans"/>
              </a:rPr>
              <a:t>Diego Robles - 201901429</a:t>
            </a:r>
            <a:endParaRPr kumimoji="0" lang="es-GT" altLang="es-G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Google San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GT" altLang="es-GT" sz="9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Roboto" panose="02000000000000000000" pitchFamily="2" charset="0"/>
              </a:rPr>
            </a:br>
            <a:endParaRPr kumimoji="0" lang="es-GT" altLang="es-G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16625_TF33968143_Win32" id="{FD55521C-97B8-455D-B14F-4B365F441772}" vid="{700AE2DC-749E-4702-88ED-A17DDD6F6BAA}"/>
    </a:ext>
  </a:extLst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36620AD586DB74D9B634F89107014C5" ma:contentTypeVersion="1" ma:contentTypeDescription="Crear nuevo documento." ma:contentTypeScope="" ma:versionID="9ec62beb74fd1417de652d5d58cf082e">
  <xsd:schema xmlns:xsd="http://www.w3.org/2001/XMLSchema" xmlns:xs="http://www.w3.org/2001/XMLSchema" xmlns:p="http://schemas.microsoft.com/office/2006/metadata/properties" xmlns:ns3="87cfbfa3-bced-4b4d-82f7-e766932383e3" targetNamespace="http://schemas.microsoft.com/office/2006/metadata/properties" ma:root="true" ma:fieldsID="25b60039ef2a777d37fba484d8469941" ns3:_="">
    <xsd:import namespace="87cfbfa3-bced-4b4d-82f7-e766932383e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cfbfa3-bced-4b4d-82f7-e766932383e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2E5A88-83B6-41DD-96D1-B29C37FB096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cfbfa3-bced-4b4d-82f7-e766932383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65614A-92F9-4391-AC3D-F3F5B0704F99}">
  <ds:schemaRefs>
    <ds:schemaRef ds:uri="http://purl.org/dc/elements/1.1/"/>
    <ds:schemaRef ds:uri="http://schemas.microsoft.com/office/infopath/2007/PartnerControls"/>
    <ds:schemaRef ds:uri="87cfbfa3-bced-4b4d-82f7-e766932383e3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{A7470A26-B904-4421-940E-FFE0264454F0}tf33968143_win32</Template>
  <TotalTime>7468</TotalTime>
  <Words>538</Words>
  <Application>Microsoft Office PowerPoint</Application>
  <PresentationFormat>Panorámica</PresentationFormat>
  <Paragraphs>125</Paragraphs>
  <Slides>8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8</vt:i4>
      </vt:variant>
    </vt:vector>
  </HeadingPairs>
  <TitlesOfParts>
    <vt:vector size="16" baseType="lpstr">
      <vt:lpstr>Arial</vt:lpstr>
      <vt:lpstr>Avenir Next LT Pro</vt:lpstr>
      <vt:lpstr>Calibri</vt:lpstr>
      <vt:lpstr>Courier New</vt:lpstr>
      <vt:lpstr>Google Sans</vt:lpstr>
      <vt:lpstr>Roboto</vt:lpstr>
      <vt:lpstr>Personalizar</vt:lpstr>
      <vt:lpstr>Simple Light</vt:lpstr>
      <vt:lpstr>Presentación de PowerPoint</vt:lpstr>
      <vt:lpstr>Agenda</vt:lpstr>
      <vt:lpstr>La variable objetivo (target) es la columna que queremos predecir.</vt:lpstr>
      <vt:lpstr>Elegir la métrica de evaluación</vt:lpstr>
      <vt:lpstr>Etrategia de divivision de data leakage</vt:lpstr>
      <vt:lpstr>Crear features derivadas</vt:lpstr>
      <vt:lpstr>Hiperparametros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Gerhard Benjamin Ardon Valdez</dc:creator>
  <cp:lastModifiedBy>Gerhard Benjamin Ardon Valdez</cp:lastModifiedBy>
  <cp:revision>8</cp:revision>
  <dcterms:created xsi:type="dcterms:W3CDTF">2025-07-23T04:06:01Z</dcterms:created>
  <dcterms:modified xsi:type="dcterms:W3CDTF">2025-10-16T03:51:56Z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0x010100136620AD586DB74D9B634F89107014C5</vt:lpwstr>
  </property>
</Properties>
</file>