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702" r:id="rId6"/>
    <p:sldMasterId id="214748372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</p:sldIdLst>
  <p:sldSz cy="6858000" cx="12192000"/>
  <p:notesSz cx="6858000" cy="9144000"/>
  <p:embeddedFontLst>
    <p:embeddedFont>
      <p:font typeface="Corbel"/>
      <p:regular r:id="rId65"/>
      <p:bold r:id="rId66"/>
      <p:italic r:id="rId67"/>
      <p:boldItalic r:id="rId68"/>
    </p:embeddedFont>
    <p:embeddedFont>
      <p:font typeface="Open Sans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3" roundtripDataSignature="AMtx7mhJW2MP3Vo4fmkesGpJ9fIKTgeZ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78E7C6-DA4A-4A1A-AE79-8487CD90F8E6}">
  <a:tblStyle styleId="{0178E7C6-DA4A-4A1A-AE79-8487CD90F8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customschemas.google.com/relationships/presentationmetadata" Target="metadata"/><Relationship Id="rId72" Type="http://schemas.openxmlformats.org/officeDocument/2006/relationships/font" Target="fonts/OpenSans-boldItalic.fntdata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OpenSans-italic.fntdata"/><Relationship Id="rId70" Type="http://schemas.openxmlformats.org/officeDocument/2006/relationships/font" Target="fonts/OpenSans-bold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font" Target="fonts/Corbel-bold.fntdata"/><Relationship Id="rId21" Type="http://schemas.openxmlformats.org/officeDocument/2006/relationships/slide" Target="slides/slide13.xml"/><Relationship Id="rId65" Type="http://schemas.openxmlformats.org/officeDocument/2006/relationships/font" Target="fonts/Corbel-regular.fntdata"/><Relationship Id="rId24" Type="http://schemas.openxmlformats.org/officeDocument/2006/relationships/slide" Target="slides/slide16.xml"/><Relationship Id="rId68" Type="http://schemas.openxmlformats.org/officeDocument/2006/relationships/font" Target="fonts/Corbel-boldItalic.fntdata"/><Relationship Id="rId23" Type="http://schemas.openxmlformats.org/officeDocument/2006/relationships/slide" Target="slides/slide15.xml"/><Relationship Id="rId67" Type="http://schemas.openxmlformats.org/officeDocument/2006/relationships/font" Target="fonts/Corbel-italic.fntdata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OpenSans-regular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1" name="Google Shape;10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0" name="Google Shape;10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4" name="Google Shape;10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8" name="Google Shape;10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2" name="Google Shape;1402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27" name="Google Shape;1427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8" name="Google Shape;145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1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5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chemeClr val="lt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59"/>
          <p:cNvSpPr/>
          <p:nvPr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9"/>
          <p:cNvSpPr/>
          <p:nvPr>
            <p:ph idx="2" type="pic"/>
          </p:nvPr>
        </p:nvSpPr>
        <p:spPr>
          <a:xfrm>
            <a:off x="571500" y="0"/>
            <a:ext cx="6034088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" name="Google Shape;23;p59"/>
          <p:cNvSpPr/>
          <p:nvPr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9"/>
          <p:cNvSpPr txBox="1"/>
          <p:nvPr>
            <p:ph type="ctrTitle"/>
          </p:nvPr>
        </p:nvSpPr>
        <p:spPr>
          <a:xfrm>
            <a:off x="6905625" y="1512889"/>
            <a:ext cx="4986338" cy="32623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subTitle"/>
          </p:nvPr>
        </p:nvSpPr>
        <p:spPr>
          <a:xfrm>
            <a:off x="6905625" y="4927600"/>
            <a:ext cx="4986338" cy="976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ítulo y contenido">
  <p:cSld name="5_Título y contenid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0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0"/>
          <p:cNvSpPr/>
          <p:nvPr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0"/>
          <p:cNvSpPr txBox="1"/>
          <p:nvPr>
            <p:ph type="title"/>
          </p:nvPr>
        </p:nvSpPr>
        <p:spPr>
          <a:xfrm>
            <a:off x="6619197" y="1296176"/>
            <a:ext cx="5272764" cy="1551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0"/>
          <p:cNvSpPr txBox="1"/>
          <p:nvPr>
            <p:ph idx="1" type="body"/>
          </p:nvPr>
        </p:nvSpPr>
        <p:spPr>
          <a:xfrm>
            <a:off x="6619198" y="3073967"/>
            <a:ext cx="5272764" cy="25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60"/>
          <p:cNvSpPr/>
          <p:nvPr>
            <p:ph idx="2" type="pic"/>
          </p:nvPr>
        </p:nvSpPr>
        <p:spPr>
          <a:xfrm>
            <a:off x="1117601" y="1016000"/>
            <a:ext cx="5138058" cy="497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60"/>
          <p:cNvSpPr/>
          <p:nvPr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0"/>
          <p:cNvSpPr/>
          <p:nvPr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1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" type="body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Encabezado de sección">
  <p:cSld name="4_Encabezado de secció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2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2"/>
          <p:cNvSpPr txBox="1"/>
          <p:nvPr>
            <p:ph type="title"/>
          </p:nvPr>
        </p:nvSpPr>
        <p:spPr>
          <a:xfrm>
            <a:off x="876300" y="4406207"/>
            <a:ext cx="10439400" cy="117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62"/>
          <p:cNvSpPr/>
          <p:nvPr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2"/>
          <p:cNvSpPr/>
          <p:nvPr>
            <p:ph idx="2" type="pic"/>
          </p:nvPr>
        </p:nvSpPr>
        <p:spPr>
          <a:xfrm>
            <a:off x="371476" y="260350"/>
            <a:ext cx="11520488" cy="3657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5" name="Google Shape;45;p62"/>
          <p:cNvSpPr/>
          <p:nvPr/>
        </p:nvSpPr>
        <p:spPr>
          <a:xfrm>
            <a:off x="5795961" y="3914082"/>
            <a:ext cx="600075" cy="2918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3"/>
          <p:cNvSpPr/>
          <p:nvPr>
            <p:ph idx="2" type="pic"/>
          </p:nvPr>
        </p:nvSpPr>
        <p:spPr>
          <a:xfrm>
            <a:off x="335756" y="260350"/>
            <a:ext cx="11520488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En blanco">
  <p:cSld name="3_En blanc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4"/>
          <p:cNvSpPr/>
          <p:nvPr>
            <p:ph idx="2" type="pic"/>
          </p:nvPr>
        </p:nvSpPr>
        <p:spPr>
          <a:xfrm>
            <a:off x="0" y="1233488"/>
            <a:ext cx="12192001" cy="43910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53" name="Google Shape;53;p64"/>
          <p:cNvGrpSpPr/>
          <p:nvPr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54" name="Google Shape;54;p64"/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4"/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64"/>
          <p:cNvSpPr/>
          <p:nvPr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En blanco">
  <p:cSld name="4_En blanco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5"/>
          <p:cNvSpPr/>
          <p:nvPr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5"/>
          <p:cNvSpPr/>
          <p:nvPr>
            <p:ph idx="2" type="pic"/>
          </p:nvPr>
        </p:nvSpPr>
        <p:spPr>
          <a:xfrm>
            <a:off x="0" y="260350"/>
            <a:ext cx="11891963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olo el título">
  <p:cSld name="15_Solo el título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6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66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66"/>
          <p:cNvSpPr/>
          <p:nvPr>
            <p:ph idx="2" type="chart"/>
          </p:nvPr>
        </p:nvSpPr>
        <p:spPr>
          <a:xfrm>
            <a:off x="381415" y="1233488"/>
            <a:ext cx="5512490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66"/>
          <p:cNvSpPr/>
          <p:nvPr>
            <p:ph idx="3" type="chart"/>
          </p:nvPr>
        </p:nvSpPr>
        <p:spPr>
          <a:xfrm>
            <a:off x="6379473" y="1233488"/>
            <a:ext cx="5512490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67" name="Google Shape;67;p66"/>
          <p:cNvCxnSpPr/>
          <p:nvPr/>
        </p:nvCxnSpPr>
        <p:spPr>
          <a:xfrm>
            <a:off x="6125817" y="1233488"/>
            <a:ext cx="0" cy="49672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6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6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2"/>
          <p:cNvSpPr/>
          <p:nvPr>
            <p:ph idx="2" type="pic"/>
          </p:nvPr>
        </p:nvSpPr>
        <p:spPr>
          <a:xfrm>
            <a:off x="0" y="0"/>
            <a:ext cx="12192000" cy="44481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" name="Google Shape;76;p72"/>
          <p:cNvSpPr/>
          <p:nvPr/>
        </p:nvSpPr>
        <p:spPr>
          <a:xfrm>
            <a:off x="0" y="4448175"/>
            <a:ext cx="12192000" cy="2409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2"/>
          <p:cNvSpPr txBox="1"/>
          <p:nvPr>
            <p:ph type="ctrTitle"/>
          </p:nvPr>
        </p:nvSpPr>
        <p:spPr>
          <a:xfrm>
            <a:off x="371475" y="4551363"/>
            <a:ext cx="11520488" cy="1176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2"/>
          <p:cNvSpPr txBox="1"/>
          <p:nvPr>
            <p:ph idx="1" type="subTitle"/>
          </p:nvPr>
        </p:nvSpPr>
        <p:spPr>
          <a:xfrm>
            <a:off x="371475" y="5830888"/>
            <a:ext cx="11520488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apositiva de título">
  <p:cSld name="2_Diapositiva de título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3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2" name="Google Shape;82;p73"/>
          <p:cNvSpPr txBox="1"/>
          <p:nvPr>
            <p:ph type="ctrTitle"/>
          </p:nvPr>
        </p:nvSpPr>
        <p:spPr>
          <a:xfrm>
            <a:off x="3436610" y="1779589"/>
            <a:ext cx="5318781" cy="2182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3"/>
          <p:cNvSpPr txBox="1"/>
          <p:nvPr>
            <p:ph idx="1" type="subTitle"/>
          </p:nvPr>
        </p:nvSpPr>
        <p:spPr>
          <a:xfrm>
            <a:off x="3436610" y="4079083"/>
            <a:ext cx="5318781" cy="976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apositiva de título">
  <p:cSld name="3_Diapositiva de título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4"/>
          <p:cNvSpPr/>
          <p:nvPr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4"/>
          <p:cNvSpPr/>
          <p:nvPr>
            <p:ph idx="2" type="pic"/>
          </p:nvPr>
        </p:nvSpPr>
        <p:spPr>
          <a:xfrm>
            <a:off x="5016500" y="472281"/>
            <a:ext cx="7175500" cy="591343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8" name="Google Shape;88;p74"/>
          <p:cNvSpPr txBox="1"/>
          <p:nvPr>
            <p:ph type="ctrTitle"/>
          </p:nvPr>
        </p:nvSpPr>
        <p:spPr>
          <a:xfrm>
            <a:off x="371476" y="1779589"/>
            <a:ext cx="4416424" cy="2182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4"/>
          <p:cNvSpPr txBox="1"/>
          <p:nvPr>
            <p:ph idx="1" type="subTitle"/>
          </p:nvPr>
        </p:nvSpPr>
        <p:spPr>
          <a:xfrm>
            <a:off x="371476" y="4079083"/>
            <a:ext cx="4416424" cy="976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0" name="Google Shape;90;p74"/>
          <p:cNvSpPr/>
          <p:nvPr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apositiva de título">
  <p:cSld name="4_Diapositiva de título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5"/>
          <p:cNvSpPr/>
          <p:nvPr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rgbClr val="315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5"/>
          <p:cNvSpPr/>
          <p:nvPr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rgbClr val="2063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5"/>
          <p:cNvSpPr/>
          <p:nvPr>
            <p:ph idx="2" type="pic"/>
          </p:nvPr>
        </p:nvSpPr>
        <p:spPr>
          <a:xfrm>
            <a:off x="371476" y="278606"/>
            <a:ext cx="11520487" cy="315039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6" name="Google Shape;96;p75"/>
          <p:cNvSpPr/>
          <p:nvPr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5"/>
          <p:cNvSpPr txBox="1"/>
          <p:nvPr>
            <p:ph type="ctrTitle"/>
          </p:nvPr>
        </p:nvSpPr>
        <p:spPr>
          <a:xfrm>
            <a:off x="1510507" y="3886201"/>
            <a:ext cx="924242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5"/>
          <p:cNvSpPr txBox="1"/>
          <p:nvPr>
            <p:ph idx="1" type="subTitle"/>
          </p:nvPr>
        </p:nvSpPr>
        <p:spPr>
          <a:xfrm>
            <a:off x="1510507" y="5130801"/>
            <a:ext cx="924242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contenido">
  <p:cSld name="1_Título y contenid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6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6"/>
          <p:cNvSpPr/>
          <p:nvPr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6"/>
          <p:cNvSpPr txBox="1"/>
          <p:nvPr>
            <p:ph type="title"/>
          </p:nvPr>
        </p:nvSpPr>
        <p:spPr>
          <a:xfrm>
            <a:off x="1244600" y="260351"/>
            <a:ext cx="9702800" cy="973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6"/>
          <p:cNvSpPr txBox="1"/>
          <p:nvPr>
            <p:ph idx="1" type="body"/>
          </p:nvPr>
        </p:nvSpPr>
        <p:spPr>
          <a:xfrm>
            <a:off x="546100" y="1638299"/>
            <a:ext cx="5346700" cy="438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7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76"/>
          <p:cNvSpPr/>
          <p:nvPr>
            <p:ph idx="2" type="pic"/>
          </p:nvPr>
        </p:nvSpPr>
        <p:spPr>
          <a:xfrm>
            <a:off x="6096000" y="1460501"/>
            <a:ext cx="5795963" cy="474027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y contenido">
  <p:cSld name="2_Título y contenido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7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7"/>
          <p:cNvSpPr txBox="1"/>
          <p:nvPr>
            <p:ph type="title"/>
          </p:nvPr>
        </p:nvSpPr>
        <p:spPr>
          <a:xfrm>
            <a:off x="371476" y="260351"/>
            <a:ext cx="5495926" cy="2138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7"/>
          <p:cNvSpPr txBox="1"/>
          <p:nvPr>
            <p:ph idx="1" type="body"/>
          </p:nvPr>
        </p:nvSpPr>
        <p:spPr>
          <a:xfrm>
            <a:off x="371475" y="2603500"/>
            <a:ext cx="5495926" cy="357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7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77"/>
          <p:cNvSpPr/>
          <p:nvPr>
            <p:ph idx="2" type="pic"/>
          </p:nvPr>
        </p:nvSpPr>
        <p:spPr>
          <a:xfrm>
            <a:off x="9191224" y="637283"/>
            <a:ext cx="2692800" cy="27825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2" name="Google Shape;112;p77"/>
          <p:cNvSpPr/>
          <p:nvPr>
            <p:ph idx="3" type="pic"/>
          </p:nvPr>
        </p:nvSpPr>
        <p:spPr>
          <a:xfrm>
            <a:off x="6498424" y="3430043"/>
            <a:ext cx="2692800" cy="27723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" name="Google Shape;113;p77"/>
          <p:cNvSpPr/>
          <p:nvPr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7"/>
          <p:cNvSpPr/>
          <p:nvPr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7"/>
          <p:cNvSpPr/>
          <p:nvPr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7"/>
          <p:cNvSpPr/>
          <p:nvPr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y contenido">
  <p:cSld name="3_Título y contenido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8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8"/>
          <p:cNvSpPr txBox="1"/>
          <p:nvPr>
            <p:ph type="title"/>
          </p:nvPr>
        </p:nvSpPr>
        <p:spPr>
          <a:xfrm>
            <a:off x="371476" y="1016000"/>
            <a:ext cx="3997324" cy="25018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8"/>
          <p:cNvSpPr txBox="1"/>
          <p:nvPr>
            <p:ph idx="1" type="body"/>
          </p:nvPr>
        </p:nvSpPr>
        <p:spPr>
          <a:xfrm>
            <a:off x="371475" y="3619500"/>
            <a:ext cx="3997325" cy="25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7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78"/>
          <p:cNvSpPr/>
          <p:nvPr>
            <p:ph idx="2" type="pic"/>
          </p:nvPr>
        </p:nvSpPr>
        <p:spPr>
          <a:xfrm>
            <a:off x="4902201" y="619125"/>
            <a:ext cx="3454400" cy="55816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78"/>
          <p:cNvSpPr/>
          <p:nvPr>
            <p:ph idx="3" type="pic"/>
          </p:nvPr>
        </p:nvSpPr>
        <p:spPr>
          <a:xfrm>
            <a:off x="8432801" y="260351"/>
            <a:ext cx="3454400" cy="558164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4" name="Google Shape;124;p78"/>
          <p:cNvSpPr/>
          <p:nvPr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8"/>
          <p:cNvSpPr/>
          <p:nvPr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8"/>
          <p:cNvSpPr/>
          <p:nvPr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ítulo y contenido">
  <p:cSld name="4_Título y contenido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9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9"/>
          <p:cNvSpPr txBox="1"/>
          <p:nvPr>
            <p:ph type="title"/>
          </p:nvPr>
        </p:nvSpPr>
        <p:spPr>
          <a:xfrm>
            <a:off x="371476" y="476250"/>
            <a:ext cx="5165724" cy="2557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79"/>
          <p:cNvSpPr txBox="1"/>
          <p:nvPr>
            <p:ph idx="1" type="body"/>
          </p:nvPr>
        </p:nvSpPr>
        <p:spPr>
          <a:xfrm>
            <a:off x="6096000" y="476250"/>
            <a:ext cx="5795963" cy="25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7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79"/>
          <p:cNvSpPr/>
          <p:nvPr>
            <p:ph idx="2" type="pic"/>
          </p:nvPr>
        </p:nvSpPr>
        <p:spPr>
          <a:xfrm>
            <a:off x="371476" y="3233941"/>
            <a:ext cx="11520486" cy="29668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3" name="Google Shape;133;p79"/>
          <p:cNvSpPr/>
          <p:nvPr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ítulo y contenido">
  <p:cSld name="6_Título y contenido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0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0"/>
          <p:cNvSpPr txBox="1"/>
          <p:nvPr>
            <p:ph type="title"/>
          </p:nvPr>
        </p:nvSpPr>
        <p:spPr>
          <a:xfrm>
            <a:off x="371475" y="1783831"/>
            <a:ext cx="3111954" cy="329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0"/>
          <p:cNvSpPr txBox="1"/>
          <p:nvPr>
            <p:ph idx="1" type="body"/>
          </p:nvPr>
        </p:nvSpPr>
        <p:spPr>
          <a:xfrm>
            <a:off x="7489370" y="1783832"/>
            <a:ext cx="4402592" cy="329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8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80"/>
          <p:cNvSpPr/>
          <p:nvPr>
            <p:ph idx="2" type="pic"/>
          </p:nvPr>
        </p:nvSpPr>
        <p:spPr>
          <a:xfrm>
            <a:off x="3672114" y="0"/>
            <a:ext cx="362857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0" name="Google Shape;140;p80"/>
          <p:cNvSpPr/>
          <p:nvPr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0"/>
          <p:cNvSpPr/>
          <p:nvPr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1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1"/>
          <p:cNvSpPr/>
          <p:nvPr/>
        </p:nvSpPr>
        <p:spPr>
          <a:xfrm>
            <a:off x="0" y="1389743"/>
            <a:ext cx="12192000" cy="4078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1"/>
          <p:cNvSpPr txBox="1"/>
          <p:nvPr>
            <p:ph type="title"/>
          </p:nvPr>
        </p:nvSpPr>
        <p:spPr>
          <a:xfrm>
            <a:off x="831850" y="2331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81"/>
          <p:cNvSpPr txBox="1"/>
          <p:nvPr>
            <p:ph idx="1" type="body"/>
          </p:nvPr>
        </p:nvSpPr>
        <p:spPr>
          <a:xfrm>
            <a:off x="831850" y="3968071"/>
            <a:ext cx="10515600" cy="805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2000"/>
              <a:buNone/>
              <a:defRPr sz="2000">
                <a:solidFill>
                  <a:srgbClr val="8D8E9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800"/>
              <a:buNone/>
              <a:defRPr sz="1800">
                <a:solidFill>
                  <a:srgbClr val="8D8E9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9pPr>
          </a:lstStyle>
          <a:p/>
        </p:txBody>
      </p:sp>
      <p:sp>
        <p:nvSpPr>
          <p:cNvPr id="147" name="Google Shape;147;p8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81"/>
          <p:cNvSpPr/>
          <p:nvPr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1"/>
          <p:cNvSpPr/>
          <p:nvPr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2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2"/>
          <p:cNvSpPr/>
          <p:nvPr/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2"/>
          <p:cNvSpPr/>
          <p:nvPr>
            <p:ph idx="2" type="pic"/>
          </p:nvPr>
        </p:nvSpPr>
        <p:spPr>
          <a:xfrm>
            <a:off x="371476" y="260350"/>
            <a:ext cx="11520488" cy="600982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4" name="Google Shape;154;p82"/>
          <p:cNvSpPr txBox="1"/>
          <p:nvPr>
            <p:ph type="title"/>
          </p:nvPr>
        </p:nvSpPr>
        <p:spPr>
          <a:xfrm>
            <a:off x="1174750" y="3957831"/>
            <a:ext cx="962025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8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82"/>
          <p:cNvSpPr/>
          <p:nvPr/>
        </p:nvSpPr>
        <p:spPr>
          <a:xfrm>
            <a:off x="1093471" y="3843394"/>
            <a:ext cx="1722120" cy="1729060"/>
          </a:xfrm>
          <a:custGeom>
            <a:rect b="b" l="l" r="r" t="t"/>
            <a:pathLst>
              <a:path extrusionOk="0" h="2730500" w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3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3"/>
          <p:cNvSpPr/>
          <p:nvPr>
            <p:ph idx="2" type="pic"/>
          </p:nvPr>
        </p:nvSpPr>
        <p:spPr>
          <a:xfrm>
            <a:off x="5400675" y="260350"/>
            <a:ext cx="6499502" cy="59404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0" name="Google Shape;160;p83"/>
          <p:cNvSpPr txBox="1"/>
          <p:nvPr>
            <p:ph type="title"/>
          </p:nvPr>
        </p:nvSpPr>
        <p:spPr>
          <a:xfrm>
            <a:off x="371475" y="1596928"/>
            <a:ext cx="4810125" cy="3267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libri"/>
              <a:buNone/>
              <a:defRPr sz="6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8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83"/>
          <p:cNvSpPr/>
          <p:nvPr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3"/>
          <p:cNvSpPr/>
          <p:nvPr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3"/>
          <p:cNvSpPr/>
          <p:nvPr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Encabezado de sección">
  <p:cSld name="3_Encabezado de secció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4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4"/>
          <p:cNvSpPr txBox="1"/>
          <p:nvPr>
            <p:ph type="title"/>
          </p:nvPr>
        </p:nvSpPr>
        <p:spPr>
          <a:xfrm>
            <a:off x="371475" y="3917949"/>
            <a:ext cx="6915150" cy="226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8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84"/>
          <p:cNvSpPr/>
          <p:nvPr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4"/>
          <p:cNvSpPr/>
          <p:nvPr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4"/>
          <p:cNvSpPr/>
          <p:nvPr>
            <p:ph idx="2" type="pic"/>
          </p:nvPr>
        </p:nvSpPr>
        <p:spPr>
          <a:xfrm>
            <a:off x="371474" y="260351"/>
            <a:ext cx="11520489" cy="5940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/>
          <p:nvPr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5"/>
          <p:cNvSpPr/>
          <p:nvPr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5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85"/>
          <p:cNvSpPr txBox="1"/>
          <p:nvPr>
            <p:ph idx="1" type="body"/>
          </p:nvPr>
        </p:nvSpPr>
        <p:spPr>
          <a:xfrm>
            <a:off x="581026" y="1724025"/>
            <a:ext cx="314325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85"/>
          <p:cNvSpPr txBox="1"/>
          <p:nvPr>
            <p:ph idx="2" type="body"/>
          </p:nvPr>
        </p:nvSpPr>
        <p:spPr>
          <a:xfrm>
            <a:off x="8451282" y="1712119"/>
            <a:ext cx="3142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8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85"/>
          <p:cNvSpPr/>
          <p:nvPr>
            <p:ph idx="3" type="pic"/>
          </p:nvPr>
        </p:nvSpPr>
        <p:spPr>
          <a:xfrm>
            <a:off x="3967163" y="1233488"/>
            <a:ext cx="4257675" cy="514826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os objetos">
  <p:cSld name="1_Dos objetos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6"/>
          <p:cNvSpPr/>
          <p:nvPr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6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86"/>
          <p:cNvSpPr txBox="1"/>
          <p:nvPr>
            <p:ph idx="1" type="body"/>
          </p:nvPr>
        </p:nvSpPr>
        <p:spPr>
          <a:xfrm>
            <a:off x="6383054" y="1357414"/>
            <a:ext cx="5255193" cy="2404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8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86"/>
          <p:cNvSpPr/>
          <p:nvPr>
            <p:ph idx="2" type="pic"/>
          </p:nvPr>
        </p:nvSpPr>
        <p:spPr>
          <a:xfrm>
            <a:off x="371475" y="1233488"/>
            <a:ext cx="5757863" cy="241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6" name="Google Shape;186;p86"/>
          <p:cNvSpPr/>
          <p:nvPr>
            <p:ph idx="3" type="pic"/>
          </p:nvPr>
        </p:nvSpPr>
        <p:spPr>
          <a:xfrm>
            <a:off x="6200775" y="3967163"/>
            <a:ext cx="5619750" cy="24145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7" name="Google Shape;187;p86"/>
          <p:cNvSpPr/>
          <p:nvPr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6"/>
          <p:cNvSpPr txBox="1"/>
          <p:nvPr>
            <p:ph idx="4" type="body"/>
          </p:nvPr>
        </p:nvSpPr>
        <p:spPr>
          <a:xfrm>
            <a:off x="622406" y="3848474"/>
            <a:ext cx="52560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os objetos">
  <p:cSld name="2_Dos objeto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7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8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87"/>
          <p:cNvSpPr/>
          <p:nvPr>
            <p:ph idx="2" type="pic"/>
          </p:nvPr>
        </p:nvSpPr>
        <p:spPr>
          <a:xfrm>
            <a:off x="371475" y="1233488"/>
            <a:ext cx="11520488" cy="238136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3" name="Google Shape;193;p87"/>
          <p:cNvSpPr/>
          <p:nvPr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7"/>
          <p:cNvSpPr txBox="1"/>
          <p:nvPr>
            <p:ph idx="1" type="body"/>
          </p:nvPr>
        </p:nvSpPr>
        <p:spPr>
          <a:xfrm>
            <a:off x="6383054" y="3808206"/>
            <a:ext cx="5255193" cy="2404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87"/>
          <p:cNvSpPr txBox="1"/>
          <p:nvPr>
            <p:ph idx="3" type="body"/>
          </p:nvPr>
        </p:nvSpPr>
        <p:spPr>
          <a:xfrm>
            <a:off x="622406" y="3808236"/>
            <a:ext cx="52560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6" name="Google Shape;196;p87"/>
          <p:cNvCxnSpPr/>
          <p:nvPr/>
        </p:nvCxnSpPr>
        <p:spPr>
          <a:xfrm>
            <a:off x="6131719" y="3774712"/>
            <a:ext cx="0" cy="247184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os objetos">
  <p:cSld name="3_Dos objetos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8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8"/>
          <p:cNvSpPr/>
          <p:nvPr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8"/>
          <p:cNvSpPr txBox="1"/>
          <p:nvPr>
            <p:ph type="title"/>
          </p:nvPr>
        </p:nvSpPr>
        <p:spPr>
          <a:xfrm>
            <a:off x="371475" y="1334424"/>
            <a:ext cx="4448175" cy="152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8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88"/>
          <p:cNvSpPr txBox="1"/>
          <p:nvPr>
            <p:ph idx="1" type="body"/>
          </p:nvPr>
        </p:nvSpPr>
        <p:spPr>
          <a:xfrm>
            <a:off x="3609563" y="3118775"/>
            <a:ext cx="2927311" cy="30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88"/>
          <p:cNvSpPr txBox="1"/>
          <p:nvPr>
            <p:ph idx="2" type="body"/>
          </p:nvPr>
        </p:nvSpPr>
        <p:spPr>
          <a:xfrm>
            <a:off x="371475" y="3118776"/>
            <a:ext cx="2926800" cy="3081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88"/>
          <p:cNvSpPr/>
          <p:nvPr>
            <p:ph idx="3" type="pic"/>
          </p:nvPr>
        </p:nvSpPr>
        <p:spPr>
          <a:xfrm>
            <a:off x="4908415" y="-4277"/>
            <a:ext cx="7283585" cy="620497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5" name="Google Shape;205;p88"/>
          <p:cNvSpPr/>
          <p:nvPr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8"/>
          <p:cNvSpPr/>
          <p:nvPr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88"/>
          <p:cNvCxnSpPr/>
          <p:nvPr/>
        </p:nvCxnSpPr>
        <p:spPr>
          <a:xfrm>
            <a:off x="3452019" y="3106075"/>
            <a:ext cx="0" cy="3094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8" name="Google Shape;208;p88"/>
          <p:cNvSpPr/>
          <p:nvPr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os objetos">
  <p:cSld name="4_Dos objetos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9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9"/>
          <p:cNvSpPr/>
          <p:nvPr>
            <p:ph idx="2" type="pic"/>
          </p:nvPr>
        </p:nvSpPr>
        <p:spPr>
          <a:xfrm>
            <a:off x="371475" y="260350"/>
            <a:ext cx="11520488" cy="612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12" name="Google Shape;212;p89"/>
          <p:cNvSpPr/>
          <p:nvPr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9"/>
          <p:cNvSpPr/>
          <p:nvPr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9"/>
          <p:cNvSpPr txBox="1"/>
          <p:nvPr>
            <p:ph type="title"/>
          </p:nvPr>
        </p:nvSpPr>
        <p:spPr>
          <a:xfrm>
            <a:off x="1587504" y="1233488"/>
            <a:ext cx="9016993" cy="761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8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89"/>
          <p:cNvSpPr txBox="1"/>
          <p:nvPr>
            <p:ph idx="1" type="body"/>
          </p:nvPr>
        </p:nvSpPr>
        <p:spPr>
          <a:xfrm>
            <a:off x="6328091" y="2424864"/>
            <a:ext cx="4132800" cy="28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89"/>
          <p:cNvSpPr txBox="1"/>
          <p:nvPr>
            <p:ph idx="3" type="body"/>
          </p:nvPr>
        </p:nvSpPr>
        <p:spPr>
          <a:xfrm>
            <a:off x="1722820" y="2424864"/>
            <a:ext cx="4131850" cy="2832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 blanco">
  <p:cSld name="1_En blanco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0"/>
          <p:cNvSpPr/>
          <p:nvPr>
            <p:ph idx="2" type="pic"/>
          </p:nvPr>
        </p:nvSpPr>
        <p:spPr>
          <a:xfrm>
            <a:off x="1" y="1"/>
            <a:ext cx="12191999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 blanco">
  <p:cSld name="2_En blanco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1"/>
          <p:cNvSpPr/>
          <p:nvPr>
            <p:ph idx="2" type="pic"/>
          </p:nvPr>
        </p:nvSpPr>
        <p:spPr>
          <a:xfrm>
            <a:off x="371475" y="260350"/>
            <a:ext cx="4492625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4" name="Google Shape;224;p91"/>
          <p:cNvSpPr/>
          <p:nvPr>
            <p:ph idx="3" type="pic"/>
          </p:nvPr>
        </p:nvSpPr>
        <p:spPr>
          <a:xfrm>
            <a:off x="4981575" y="260350"/>
            <a:ext cx="2740025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5" name="Google Shape;225;p91"/>
          <p:cNvSpPr/>
          <p:nvPr>
            <p:ph idx="4" type="pic"/>
          </p:nvPr>
        </p:nvSpPr>
        <p:spPr>
          <a:xfrm>
            <a:off x="7839076" y="260350"/>
            <a:ext cx="4052888" cy="38036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6" name="Google Shape;226;p91"/>
          <p:cNvSpPr/>
          <p:nvPr>
            <p:ph idx="5" type="pic"/>
          </p:nvPr>
        </p:nvSpPr>
        <p:spPr>
          <a:xfrm>
            <a:off x="7839076" y="4165600"/>
            <a:ext cx="4052888" cy="239553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2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9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92"/>
          <p:cNvSpPr/>
          <p:nvPr>
            <p:ph idx="2" type="pic"/>
          </p:nvPr>
        </p:nvSpPr>
        <p:spPr>
          <a:xfrm>
            <a:off x="371475" y="1233488"/>
            <a:ext cx="2466000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1" name="Google Shape;231;p92"/>
          <p:cNvSpPr/>
          <p:nvPr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2"/>
          <p:cNvSpPr txBox="1"/>
          <p:nvPr>
            <p:ph idx="1" type="body"/>
          </p:nvPr>
        </p:nvSpPr>
        <p:spPr>
          <a:xfrm>
            <a:off x="3004445" y="1330963"/>
            <a:ext cx="2986019" cy="1076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3" name="Google Shape;233;p92"/>
          <p:cNvSpPr/>
          <p:nvPr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2"/>
          <p:cNvSpPr txBox="1"/>
          <p:nvPr>
            <p:ph idx="3" type="body"/>
          </p:nvPr>
        </p:nvSpPr>
        <p:spPr>
          <a:xfrm>
            <a:off x="3004445" y="2623930"/>
            <a:ext cx="2986019" cy="344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92"/>
          <p:cNvSpPr/>
          <p:nvPr>
            <p:ph idx="4" type="pic"/>
          </p:nvPr>
        </p:nvSpPr>
        <p:spPr>
          <a:xfrm>
            <a:off x="6151738" y="1233487"/>
            <a:ext cx="2464907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6" name="Google Shape;236;p92"/>
          <p:cNvSpPr/>
          <p:nvPr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2"/>
          <p:cNvSpPr/>
          <p:nvPr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2"/>
          <p:cNvSpPr txBox="1"/>
          <p:nvPr>
            <p:ph idx="5" type="body"/>
          </p:nvPr>
        </p:nvSpPr>
        <p:spPr>
          <a:xfrm>
            <a:off x="8786099" y="1333189"/>
            <a:ext cx="2984400" cy="1074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9" name="Google Shape;239;p92"/>
          <p:cNvSpPr txBox="1"/>
          <p:nvPr>
            <p:ph idx="6" type="body"/>
          </p:nvPr>
        </p:nvSpPr>
        <p:spPr>
          <a:xfrm>
            <a:off x="8786099" y="2623930"/>
            <a:ext cx="2984400" cy="3448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ación">
  <p:cSld name="1_Comparación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3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9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93"/>
          <p:cNvSpPr/>
          <p:nvPr>
            <p:ph idx="2" type="pic"/>
          </p:nvPr>
        </p:nvSpPr>
        <p:spPr>
          <a:xfrm>
            <a:off x="7063827" y="1233488"/>
            <a:ext cx="4828135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44" name="Google Shape;244;p93"/>
          <p:cNvSpPr/>
          <p:nvPr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3"/>
          <p:cNvSpPr txBox="1"/>
          <p:nvPr>
            <p:ph idx="1" type="body"/>
          </p:nvPr>
        </p:nvSpPr>
        <p:spPr>
          <a:xfrm>
            <a:off x="483636" y="1330963"/>
            <a:ext cx="2986019" cy="1076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6" name="Google Shape;246;p93"/>
          <p:cNvSpPr/>
          <p:nvPr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3"/>
          <p:cNvSpPr txBox="1"/>
          <p:nvPr>
            <p:ph idx="3" type="body"/>
          </p:nvPr>
        </p:nvSpPr>
        <p:spPr>
          <a:xfrm>
            <a:off x="483636" y="2623930"/>
            <a:ext cx="2986019" cy="344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93"/>
          <p:cNvSpPr/>
          <p:nvPr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3"/>
          <p:cNvSpPr/>
          <p:nvPr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3"/>
          <p:cNvSpPr txBox="1"/>
          <p:nvPr>
            <p:ph idx="4" type="body"/>
          </p:nvPr>
        </p:nvSpPr>
        <p:spPr>
          <a:xfrm>
            <a:off x="3830620" y="1333189"/>
            <a:ext cx="2984400" cy="1074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1" name="Google Shape;251;p93"/>
          <p:cNvSpPr txBox="1"/>
          <p:nvPr>
            <p:ph idx="5" type="body"/>
          </p:nvPr>
        </p:nvSpPr>
        <p:spPr>
          <a:xfrm>
            <a:off x="3830620" y="2623930"/>
            <a:ext cx="2984400" cy="3448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ación">
  <p:cSld name="2_Comparación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4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9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94"/>
          <p:cNvSpPr/>
          <p:nvPr>
            <p:ph idx="2" type="pic"/>
          </p:nvPr>
        </p:nvSpPr>
        <p:spPr>
          <a:xfrm>
            <a:off x="371475" y="1233488"/>
            <a:ext cx="11520487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56" name="Google Shape;256;p94"/>
          <p:cNvSpPr txBox="1"/>
          <p:nvPr>
            <p:ph idx="1" type="body"/>
          </p:nvPr>
        </p:nvSpPr>
        <p:spPr>
          <a:xfrm>
            <a:off x="6261798" y="2910543"/>
            <a:ext cx="5058000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7" name="Google Shape;257;p94"/>
          <p:cNvSpPr txBox="1"/>
          <p:nvPr>
            <p:ph idx="3" type="body"/>
          </p:nvPr>
        </p:nvSpPr>
        <p:spPr>
          <a:xfrm>
            <a:off x="6261798" y="3523420"/>
            <a:ext cx="5058000" cy="2181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94"/>
          <p:cNvSpPr txBox="1"/>
          <p:nvPr>
            <p:ph idx="4" type="body"/>
          </p:nvPr>
        </p:nvSpPr>
        <p:spPr>
          <a:xfrm>
            <a:off x="895142" y="2910543"/>
            <a:ext cx="5058397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9" name="Google Shape;259;p94"/>
          <p:cNvSpPr txBox="1"/>
          <p:nvPr>
            <p:ph idx="5" type="body"/>
          </p:nvPr>
        </p:nvSpPr>
        <p:spPr>
          <a:xfrm>
            <a:off x="895142" y="3523420"/>
            <a:ext cx="5058397" cy="2181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mparación">
  <p:cSld name="3_Comparación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5"/>
          <p:cNvSpPr/>
          <p:nvPr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5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9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95"/>
          <p:cNvSpPr txBox="1"/>
          <p:nvPr>
            <p:ph idx="1" type="body"/>
          </p:nvPr>
        </p:nvSpPr>
        <p:spPr>
          <a:xfrm>
            <a:off x="6261797" y="3634443"/>
            <a:ext cx="5630165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5" name="Google Shape;265;p95"/>
          <p:cNvSpPr txBox="1"/>
          <p:nvPr>
            <p:ph idx="2" type="body"/>
          </p:nvPr>
        </p:nvSpPr>
        <p:spPr>
          <a:xfrm>
            <a:off x="6261797" y="4247320"/>
            <a:ext cx="5630165" cy="1953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95"/>
          <p:cNvSpPr txBox="1"/>
          <p:nvPr>
            <p:ph idx="3" type="body"/>
          </p:nvPr>
        </p:nvSpPr>
        <p:spPr>
          <a:xfrm>
            <a:off x="371476" y="3634443"/>
            <a:ext cx="5582064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7" name="Google Shape;267;p95"/>
          <p:cNvSpPr txBox="1"/>
          <p:nvPr>
            <p:ph idx="4" type="body"/>
          </p:nvPr>
        </p:nvSpPr>
        <p:spPr>
          <a:xfrm>
            <a:off x="371476" y="4247320"/>
            <a:ext cx="5582064" cy="1953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95"/>
          <p:cNvSpPr/>
          <p:nvPr>
            <p:ph idx="5" type="pic"/>
          </p:nvPr>
        </p:nvSpPr>
        <p:spPr>
          <a:xfrm>
            <a:off x="371476" y="1593851"/>
            <a:ext cx="5582064" cy="192956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9" name="Google Shape;269;p95"/>
          <p:cNvSpPr/>
          <p:nvPr>
            <p:ph idx="6" type="pic"/>
          </p:nvPr>
        </p:nvSpPr>
        <p:spPr>
          <a:xfrm>
            <a:off x="6281738" y="1593850"/>
            <a:ext cx="5582064" cy="192956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mparación">
  <p:cSld name="4_Comparación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6"/>
          <p:cNvSpPr/>
          <p:nvPr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6"/>
          <p:cNvSpPr/>
          <p:nvPr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6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9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96"/>
          <p:cNvSpPr txBox="1"/>
          <p:nvPr>
            <p:ph idx="1" type="body"/>
          </p:nvPr>
        </p:nvSpPr>
        <p:spPr>
          <a:xfrm>
            <a:off x="6610169" y="3956706"/>
            <a:ext cx="5109021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6" name="Google Shape;276;p96"/>
          <p:cNvSpPr txBox="1"/>
          <p:nvPr>
            <p:ph idx="2" type="body"/>
          </p:nvPr>
        </p:nvSpPr>
        <p:spPr>
          <a:xfrm>
            <a:off x="6610169" y="4569583"/>
            <a:ext cx="5109021" cy="141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7" name="Google Shape;277;p96"/>
          <p:cNvSpPr txBox="1"/>
          <p:nvPr>
            <p:ph idx="3" type="body"/>
          </p:nvPr>
        </p:nvSpPr>
        <p:spPr>
          <a:xfrm>
            <a:off x="539836" y="1462743"/>
            <a:ext cx="5108400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8" name="Google Shape;278;p96"/>
          <p:cNvSpPr txBox="1"/>
          <p:nvPr>
            <p:ph idx="4" type="body"/>
          </p:nvPr>
        </p:nvSpPr>
        <p:spPr>
          <a:xfrm>
            <a:off x="539836" y="2075621"/>
            <a:ext cx="5108400" cy="13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96"/>
          <p:cNvSpPr/>
          <p:nvPr>
            <p:ph idx="5" type="pic"/>
          </p:nvPr>
        </p:nvSpPr>
        <p:spPr>
          <a:xfrm>
            <a:off x="5880101" y="1271588"/>
            <a:ext cx="6012000" cy="24009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0" name="Google Shape;280;p96"/>
          <p:cNvSpPr/>
          <p:nvPr>
            <p:ph idx="6" type="pic"/>
          </p:nvPr>
        </p:nvSpPr>
        <p:spPr>
          <a:xfrm>
            <a:off x="371475" y="3758268"/>
            <a:ext cx="6011800" cy="24009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7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9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97"/>
          <p:cNvSpPr/>
          <p:nvPr>
            <p:ph idx="2" type="pic"/>
          </p:nvPr>
        </p:nvSpPr>
        <p:spPr>
          <a:xfrm>
            <a:off x="371475" y="1233488"/>
            <a:ext cx="5572125" cy="3973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5" name="Google Shape;285;p97"/>
          <p:cNvSpPr/>
          <p:nvPr>
            <p:ph idx="3" type="pic"/>
          </p:nvPr>
        </p:nvSpPr>
        <p:spPr>
          <a:xfrm>
            <a:off x="6319837" y="2227263"/>
            <a:ext cx="5572125" cy="3973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6" name="Google Shape;286;p97"/>
          <p:cNvSpPr/>
          <p:nvPr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7"/>
          <p:cNvSpPr/>
          <p:nvPr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7"/>
          <p:cNvSpPr txBox="1"/>
          <p:nvPr>
            <p:ph idx="1" type="body"/>
          </p:nvPr>
        </p:nvSpPr>
        <p:spPr>
          <a:xfrm>
            <a:off x="534987" y="5380667"/>
            <a:ext cx="5245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97"/>
          <p:cNvSpPr txBox="1"/>
          <p:nvPr>
            <p:ph idx="4" type="body"/>
          </p:nvPr>
        </p:nvSpPr>
        <p:spPr>
          <a:xfrm>
            <a:off x="6483348" y="1342395"/>
            <a:ext cx="5245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olo el título">
  <p:cSld name="1_Solo el título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8"/>
          <p:cNvSpPr txBox="1"/>
          <p:nvPr>
            <p:ph idx="1" type="body"/>
          </p:nvPr>
        </p:nvSpPr>
        <p:spPr>
          <a:xfrm>
            <a:off x="647699" y="4517395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98"/>
          <p:cNvSpPr txBox="1"/>
          <p:nvPr>
            <p:ph idx="2" type="body"/>
          </p:nvPr>
        </p:nvSpPr>
        <p:spPr>
          <a:xfrm>
            <a:off x="6254749" y="1642105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98"/>
          <p:cNvSpPr/>
          <p:nvPr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8"/>
          <p:cNvSpPr/>
          <p:nvPr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8"/>
          <p:cNvSpPr/>
          <p:nvPr>
            <p:ph idx="3" type="pic"/>
          </p:nvPr>
        </p:nvSpPr>
        <p:spPr>
          <a:xfrm>
            <a:off x="647699" y="571500"/>
            <a:ext cx="5372097" cy="38398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97" name="Google Shape;297;p98"/>
          <p:cNvSpPr/>
          <p:nvPr>
            <p:ph idx="4" type="pic"/>
          </p:nvPr>
        </p:nvSpPr>
        <p:spPr>
          <a:xfrm>
            <a:off x="6254748" y="2429505"/>
            <a:ext cx="5372097" cy="38569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olo el título">
  <p:cSld name="2_Solo el título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9"/>
          <p:cNvSpPr/>
          <p:nvPr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9"/>
          <p:cNvSpPr/>
          <p:nvPr>
            <p:ph idx="2" type="pic"/>
          </p:nvPr>
        </p:nvSpPr>
        <p:spPr>
          <a:xfrm>
            <a:off x="647699" y="1470977"/>
            <a:ext cx="5372097" cy="38398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2" name="Google Shape;302;p99"/>
          <p:cNvSpPr/>
          <p:nvPr>
            <p:ph idx="3" type="pic"/>
          </p:nvPr>
        </p:nvSpPr>
        <p:spPr>
          <a:xfrm>
            <a:off x="6254748" y="1462403"/>
            <a:ext cx="5372097" cy="38569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3" name="Google Shape;303;p99"/>
          <p:cNvSpPr txBox="1"/>
          <p:nvPr>
            <p:ph idx="1" type="body"/>
          </p:nvPr>
        </p:nvSpPr>
        <p:spPr>
          <a:xfrm>
            <a:off x="647699" y="5451475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99"/>
          <p:cNvSpPr txBox="1"/>
          <p:nvPr>
            <p:ph idx="4" type="body"/>
          </p:nvPr>
        </p:nvSpPr>
        <p:spPr>
          <a:xfrm>
            <a:off x="6254748" y="591502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05" name="Google Shape;305;p99"/>
          <p:cNvGrpSpPr/>
          <p:nvPr/>
        </p:nvGrpSpPr>
        <p:grpSpPr>
          <a:xfrm>
            <a:off x="5387974" y="422433"/>
            <a:ext cx="644525" cy="973138"/>
            <a:chOff x="371475" y="671713"/>
            <a:chExt cx="496540" cy="836738"/>
          </a:xfrm>
        </p:grpSpPr>
        <p:sp>
          <p:nvSpPr>
            <p:cNvPr id="306" name="Google Shape;306;p99"/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99"/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99"/>
          <p:cNvGrpSpPr/>
          <p:nvPr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</p:grpSpPr>
        <p:sp>
          <p:nvSpPr>
            <p:cNvPr id="309" name="Google Shape;309;p99"/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99"/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olo el título">
  <p:cSld name="4_Solo el título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0"/>
          <p:cNvSpPr/>
          <p:nvPr>
            <p:ph idx="2" type="pic"/>
          </p:nvPr>
        </p:nvSpPr>
        <p:spPr>
          <a:xfrm>
            <a:off x="0" y="0"/>
            <a:ext cx="60192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4" name="Google Shape;314;p100"/>
          <p:cNvSpPr/>
          <p:nvPr>
            <p:ph idx="3" type="pic"/>
          </p:nvPr>
        </p:nvSpPr>
        <p:spPr>
          <a:xfrm>
            <a:off x="6172201" y="0"/>
            <a:ext cx="6019799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5" name="Google Shape;315;p100"/>
          <p:cNvSpPr txBox="1"/>
          <p:nvPr>
            <p:ph idx="1" type="body"/>
          </p:nvPr>
        </p:nvSpPr>
        <p:spPr>
          <a:xfrm>
            <a:off x="725351" y="5008563"/>
            <a:ext cx="4910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6" name="Google Shape;316;p100"/>
          <p:cNvSpPr txBox="1"/>
          <p:nvPr>
            <p:ph idx="4" type="body"/>
          </p:nvPr>
        </p:nvSpPr>
        <p:spPr>
          <a:xfrm>
            <a:off x="6635593" y="5008563"/>
            <a:ext cx="4908708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olo el título">
  <p:cSld name="3_Solo el título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1"/>
          <p:cNvSpPr/>
          <p:nvPr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1"/>
          <p:cNvSpPr/>
          <p:nvPr>
            <p:ph idx="2" type="pic"/>
          </p:nvPr>
        </p:nvSpPr>
        <p:spPr>
          <a:xfrm>
            <a:off x="371475" y="260350"/>
            <a:ext cx="5618153" cy="63007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1" name="Google Shape;321;p101"/>
          <p:cNvSpPr/>
          <p:nvPr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1"/>
          <p:cNvSpPr/>
          <p:nvPr>
            <p:ph idx="3" type="pic"/>
          </p:nvPr>
        </p:nvSpPr>
        <p:spPr>
          <a:xfrm>
            <a:off x="6280147" y="260350"/>
            <a:ext cx="5619600" cy="63007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3" name="Google Shape;323;p101"/>
          <p:cNvSpPr txBox="1"/>
          <p:nvPr>
            <p:ph idx="1" type="body"/>
          </p:nvPr>
        </p:nvSpPr>
        <p:spPr>
          <a:xfrm>
            <a:off x="725351" y="5008563"/>
            <a:ext cx="4910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4" name="Google Shape;324;p101"/>
          <p:cNvSpPr txBox="1"/>
          <p:nvPr>
            <p:ph idx="4" type="body"/>
          </p:nvPr>
        </p:nvSpPr>
        <p:spPr>
          <a:xfrm>
            <a:off x="6635593" y="5008563"/>
            <a:ext cx="4908708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olo el título">
  <p:cSld name="5_Solo el título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2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10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p102"/>
          <p:cNvSpPr/>
          <p:nvPr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2"/>
          <p:cNvSpPr/>
          <p:nvPr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2"/>
          <p:cNvSpPr/>
          <p:nvPr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2"/>
          <p:cNvSpPr/>
          <p:nvPr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102"/>
          <p:cNvCxnSpPr/>
          <p:nvPr/>
        </p:nvCxnSpPr>
        <p:spPr>
          <a:xfrm>
            <a:off x="591252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" name="Google Shape;333;p102"/>
          <p:cNvCxnSpPr/>
          <p:nvPr/>
        </p:nvCxnSpPr>
        <p:spPr>
          <a:xfrm>
            <a:off x="3505963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4" name="Google Shape;334;p102"/>
          <p:cNvCxnSpPr/>
          <p:nvPr/>
        </p:nvCxnSpPr>
        <p:spPr>
          <a:xfrm>
            <a:off x="6420674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5" name="Google Shape;335;p102"/>
          <p:cNvCxnSpPr/>
          <p:nvPr/>
        </p:nvCxnSpPr>
        <p:spPr>
          <a:xfrm>
            <a:off x="9335385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6" name="Google Shape;336;p102"/>
          <p:cNvSpPr/>
          <p:nvPr>
            <p:ph idx="2" type="pic"/>
          </p:nvPr>
        </p:nvSpPr>
        <p:spPr>
          <a:xfrm>
            <a:off x="876300" y="1739900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102"/>
          <p:cNvSpPr/>
          <p:nvPr>
            <p:ph idx="3" type="pic"/>
          </p:nvPr>
        </p:nvSpPr>
        <p:spPr>
          <a:xfrm>
            <a:off x="3829813" y="4263232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102"/>
          <p:cNvSpPr/>
          <p:nvPr>
            <p:ph idx="4" type="pic"/>
          </p:nvPr>
        </p:nvSpPr>
        <p:spPr>
          <a:xfrm>
            <a:off x="6744524" y="1739900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102"/>
          <p:cNvSpPr/>
          <p:nvPr>
            <p:ph idx="5" type="pic"/>
          </p:nvPr>
        </p:nvSpPr>
        <p:spPr>
          <a:xfrm>
            <a:off x="9659235" y="4263232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102"/>
          <p:cNvSpPr txBox="1"/>
          <p:nvPr>
            <p:ph idx="1" type="body"/>
          </p:nvPr>
        </p:nvSpPr>
        <p:spPr>
          <a:xfrm>
            <a:off x="590550" y="39497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1" name="Google Shape;341;p102"/>
          <p:cNvSpPr txBox="1"/>
          <p:nvPr>
            <p:ph idx="6" type="body"/>
          </p:nvPr>
        </p:nvSpPr>
        <p:spPr>
          <a:xfrm>
            <a:off x="3505963" y="1595835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102"/>
          <p:cNvSpPr txBox="1"/>
          <p:nvPr>
            <p:ph idx="7" type="body"/>
          </p:nvPr>
        </p:nvSpPr>
        <p:spPr>
          <a:xfrm>
            <a:off x="6420674" y="39497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102"/>
          <p:cNvSpPr txBox="1"/>
          <p:nvPr>
            <p:ph idx="8" type="body"/>
          </p:nvPr>
        </p:nvSpPr>
        <p:spPr>
          <a:xfrm>
            <a:off x="9335385" y="1595835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olo el título">
  <p:cSld name="6_Solo el título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3"/>
          <p:cNvSpPr txBox="1"/>
          <p:nvPr>
            <p:ph type="title"/>
          </p:nvPr>
        </p:nvSpPr>
        <p:spPr>
          <a:xfrm>
            <a:off x="371475" y="260351"/>
            <a:ext cx="6168473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103"/>
          <p:cNvSpPr/>
          <p:nvPr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3"/>
          <p:cNvSpPr/>
          <p:nvPr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3"/>
          <p:cNvSpPr/>
          <p:nvPr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3"/>
          <p:cNvSpPr/>
          <p:nvPr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3"/>
          <p:cNvSpPr/>
          <p:nvPr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3"/>
          <p:cNvSpPr/>
          <p:nvPr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3"/>
          <p:cNvSpPr/>
          <p:nvPr/>
        </p:nvSpPr>
        <p:spPr>
          <a:xfrm rot="5400000">
            <a:off x="9422986" y="1050373"/>
            <a:ext cx="298174" cy="18525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3"/>
          <p:cNvSpPr/>
          <p:nvPr/>
        </p:nvSpPr>
        <p:spPr>
          <a:xfrm rot="-5400000">
            <a:off x="9238100" y="3336373"/>
            <a:ext cx="298174" cy="18525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3"/>
          <p:cNvSpPr/>
          <p:nvPr/>
        </p:nvSpPr>
        <p:spPr>
          <a:xfrm rot="5400000">
            <a:off x="9422986" y="5622373"/>
            <a:ext cx="298174" cy="185254"/>
          </a:xfrm>
          <a:prstGeom prst="triangl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3"/>
          <p:cNvSpPr/>
          <p:nvPr>
            <p:ph idx="2" type="pic"/>
          </p:nvPr>
        </p:nvSpPr>
        <p:spPr>
          <a:xfrm>
            <a:off x="10133588" y="561678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103"/>
          <p:cNvSpPr/>
          <p:nvPr>
            <p:ph idx="3" type="pic"/>
          </p:nvPr>
        </p:nvSpPr>
        <p:spPr>
          <a:xfrm>
            <a:off x="7421034" y="2847678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103"/>
          <p:cNvSpPr/>
          <p:nvPr>
            <p:ph idx="4" type="pic"/>
          </p:nvPr>
        </p:nvSpPr>
        <p:spPr>
          <a:xfrm>
            <a:off x="10133588" y="5133678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103"/>
          <p:cNvSpPr/>
          <p:nvPr>
            <p:ph idx="5" type="pic"/>
          </p:nvPr>
        </p:nvSpPr>
        <p:spPr>
          <a:xfrm>
            <a:off x="371475" y="1233488"/>
            <a:ext cx="6168473" cy="5624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0" name="Google Shape;360;p103"/>
          <p:cNvSpPr txBox="1"/>
          <p:nvPr>
            <p:ph idx="1" type="body"/>
          </p:nvPr>
        </p:nvSpPr>
        <p:spPr>
          <a:xfrm>
            <a:off x="6956242" y="2159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103"/>
          <p:cNvSpPr txBox="1"/>
          <p:nvPr>
            <p:ph idx="6" type="body"/>
          </p:nvPr>
        </p:nvSpPr>
        <p:spPr>
          <a:xfrm>
            <a:off x="9668059" y="25019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2" name="Google Shape;362;p103"/>
          <p:cNvSpPr txBox="1"/>
          <p:nvPr>
            <p:ph idx="7" type="body"/>
          </p:nvPr>
        </p:nvSpPr>
        <p:spPr>
          <a:xfrm>
            <a:off x="6956241" y="47879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olo el título">
  <p:cSld name="7_Solo el título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4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04"/>
          <p:cNvSpPr/>
          <p:nvPr>
            <p:ph idx="2" type="pic"/>
          </p:nvPr>
        </p:nvSpPr>
        <p:spPr>
          <a:xfrm>
            <a:off x="371475" y="1233488"/>
            <a:ext cx="11520487" cy="30497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6" name="Google Shape;366;p10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4"/>
          <p:cNvSpPr/>
          <p:nvPr>
            <p:ph idx="3" type="pic"/>
          </p:nvPr>
        </p:nvSpPr>
        <p:spPr>
          <a:xfrm>
            <a:off x="1466711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104"/>
          <p:cNvSpPr/>
          <p:nvPr>
            <p:ph idx="4" type="pic"/>
          </p:nvPr>
        </p:nvSpPr>
        <p:spPr>
          <a:xfrm>
            <a:off x="4108135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104"/>
          <p:cNvSpPr/>
          <p:nvPr>
            <p:ph idx="5" type="pic"/>
          </p:nvPr>
        </p:nvSpPr>
        <p:spPr>
          <a:xfrm>
            <a:off x="6749558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104"/>
          <p:cNvSpPr/>
          <p:nvPr>
            <p:ph idx="6" type="pic"/>
          </p:nvPr>
        </p:nvSpPr>
        <p:spPr>
          <a:xfrm>
            <a:off x="9435088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104"/>
          <p:cNvSpPr/>
          <p:nvPr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4"/>
          <p:cNvSpPr/>
          <p:nvPr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4"/>
          <p:cNvSpPr/>
          <p:nvPr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4"/>
          <p:cNvSpPr/>
          <p:nvPr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4"/>
          <p:cNvSpPr txBox="1"/>
          <p:nvPr>
            <p:ph idx="1" type="body"/>
          </p:nvPr>
        </p:nvSpPr>
        <p:spPr>
          <a:xfrm>
            <a:off x="1091465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104"/>
          <p:cNvSpPr txBox="1"/>
          <p:nvPr>
            <p:ph idx="7" type="body"/>
          </p:nvPr>
        </p:nvSpPr>
        <p:spPr>
          <a:xfrm>
            <a:off x="3732888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p104"/>
          <p:cNvSpPr txBox="1"/>
          <p:nvPr>
            <p:ph idx="8" type="body"/>
          </p:nvPr>
        </p:nvSpPr>
        <p:spPr>
          <a:xfrm>
            <a:off x="6374310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104"/>
          <p:cNvSpPr txBox="1"/>
          <p:nvPr>
            <p:ph idx="9" type="body"/>
          </p:nvPr>
        </p:nvSpPr>
        <p:spPr>
          <a:xfrm>
            <a:off x="9015732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9" name="Google Shape;379;p104"/>
          <p:cNvCxnSpPr/>
          <p:nvPr/>
        </p:nvCxnSpPr>
        <p:spPr>
          <a:xfrm>
            <a:off x="979920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104"/>
          <p:cNvCxnSpPr/>
          <p:nvPr/>
        </p:nvCxnSpPr>
        <p:spPr>
          <a:xfrm>
            <a:off x="3621344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1" name="Google Shape;381;p104"/>
          <p:cNvCxnSpPr/>
          <p:nvPr/>
        </p:nvCxnSpPr>
        <p:spPr>
          <a:xfrm>
            <a:off x="6262767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" name="Google Shape;382;p104"/>
          <p:cNvCxnSpPr/>
          <p:nvPr/>
        </p:nvCxnSpPr>
        <p:spPr>
          <a:xfrm>
            <a:off x="8904191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olo el título">
  <p:cSld name="8_Solo el título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5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105"/>
          <p:cNvSpPr/>
          <p:nvPr>
            <p:ph idx="2" type="pic"/>
          </p:nvPr>
        </p:nvSpPr>
        <p:spPr>
          <a:xfrm>
            <a:off x="371476" y="1233488"/>
            <a:ext cx="4140890" cy="514826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86" name="Google Shape;386;p10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5"/>
          <p:cNvSpPr/>
          <p:nvPr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" name="Google Shape;388;p105"/>
          <p:cNvGrpSpPr/>
          <p:nvPr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389" name="Google Shape;389;p105"/>
            <p:cNvCxnSpPr/>
            <p:nvPr/>
          </p:nvCxnSpPr>
          <p:spPr>
            <a:xfrm>
              <a:off x="4790661" y="226612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" name="Google Shape;390;p105"/>
            <p:cNvCxnSpPr/>
            <p:nvPr/>
          </p:nvCxnSpPr>
          <p:spPr>
            <a:xfrm>
              <a:off x="4790661" y="3692387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" name="Google Shape;391;p105"/>
            <p:cNvCxnSpPr/>
            <p:nvPr/>
          </p:nvCxnSpPr>
          <p:spPr>
            <a:xfrm>
              <a:off x="4790661" y="511865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392" name="Google Shape;392;p105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93" name="Google Shape;393;p105"/>
          <p:cNvGrpSpPr/>
          <p:nvPr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94" name="Google Shape;394;p105"/>
            <p:cNvCxnSpPr/>
            <p:nvPr/>
          </p:nvCxnSpPr>
          <p:spPr>
            <a:xfrm>
              <a:off x="4790661" y="226612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105"/>
            <p:cNvCxnSpPr/>
            <p:nvPr/>
          </p:nvCxnSpPr>
          <p:spPr>
            <a:xfrm>
              <a:off x="4790661" y="3692387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105"/>
            <p:cNvCxnSpPr/>
            <p:nvPr/>
          </p:nvCxnSpPr>
          <p:spPr>
            <a:xfrm>
              <a:off x="4790661" y="511865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105"/>
          <p:cNvSpPr txBox="1"/>
          <p:nvPr>
            <p:ph idx="1" type="body"/>
          </p:nvPr>
        </p:nvSpPr>
        <p:spPr>
          <a:xfrm>
            <a:off x="7166507" y="1463643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105"/>
          <p:cNvSpPr txBox="1"/>
          <p:nvPr>
            <p:ph idx="3" type="body"/>
          </p:nvPr>
        </p:nvSpPr>
        <p:spPr>
          <a:xfrm>
            <a:off x="7166507" y="2741755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105"/>
          <p:cNvSpPr txBox="1"/>
          <p:nvPr>
            <p:ph idx="4" type="body"/>
          </p:nvPr>
        </p:nvSpPr>
        <p:spPr>
          <a:xfrm>
            <a:off x="7166507" y="4069997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0" name="Google Shape;400;p105"/>
          <p:cNvSpPr txBox="1"/>
          <p:nvPr>
            <p:ph idx="5" type="body"/>
          </p:nvPr>
        </p:nvSpPr>
        <p:spPr>
          <a:xfrm>
            <a:off x="7166507" y="5394355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1" name="Google Shape;401;p105"/>
          <p:cNvSpPr/>
          <p:nvPr>
            <p:ph idx="6" type="pic"/>
          </p:nvPr>
        </p:nvSpPr>
        <p:spPr>
          <a:xfrm>
            <a:off x="5227571" y="1437538"/>
            <a:ext cx="1147325" cy="811033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105"/>
          <p:cNvSpPr/>
          <p:nvPr>
            <p:ph idx="7" type="pic"/>
          </p:nvPr>
        </p:nvSpPr>
        <p:spPr>
          <a:xfrm>
            <a:off x="5227571" y="2715650"/>
            <a:ext cx="1147325" cy="811033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105"/>
          <p:cNvSpPr/>
          <p:nvPr>
            <p:ph idx="8" type="pic"/>
          </p:nvPr>
        </p:nvSpPr>
        <p:spPr>
          <a:xfrm>
            <a:off x="5227571" y="4043892"/>
            <a:ext cx="1147325" cy="811033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105"/>
          <p:cNvSpPr/>
          <p:nvPr>
            <p:ph idx="9" type="pic"/>
          </p:nvPr>
        </p:nvSpPr>
        <p:spPr>
          <a:xfrm>
            <a:off x="5227571" y="5368250"/>
            <a:ext cx="1147325" cy="81103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olo el título">
  <p:cSld name="9_Solo el título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6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10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8" name="Google Shape;408;p106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9" name="Google Shape;409;p106"/>
          <p:cNvSpPr/>
          <p:nvPr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6"/>
          <p:cNvSpPr/>
          <p:nvPr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6"/>
          <p:cNvSpPr/>
          <p:nvPr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6"/>
          <p:cNvSpPr/>
          <p:nvPr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6"/>
          <p:cNvSpPr/>
          <p:nvPr>
            <p:ph idx="2" type="pic"/>
          </p:nvPr>
        </p:nvSpPr>
        <p:spPr>
          <a:xfrm>
            <a:off x="615473" y="1713955"/>
            <a:ext cx="1805204" cy="1466666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106"/>
          <p:cNvSpPr/>
          <p:nvPr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6"/>
          <p:cNvSpPr/>
          <p:nvPr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6"/>
          <p:cNvSpPr txBox="1"/>
          <p:nvPr>
            <p:ph idx="1" type="body"/>
          </p:nvPr>
        </p:nvSpPr>
        <p:spPr>
          <a:xfrm>
            <a:off x="2900245" y="1460126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7" name="Google Shape;417;p106"/>
          <p:cNvSpPr txBox="1"/>
          <p:nvPr>
            <p:ph idx="3" type="body"/>
          </p:nvPr>
        </p:nvSpPr>
        <p:spPr>
          <a:xfrm>
            <a:off x="2900245" y="3999809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8" name="Google Shape;418;p106"/>
          <p:cNvSpPr/>
          <p:nvPr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6"/>
          <p:cNvSpPr/>
          <p:nvPr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6"/>
          <p:cNvSpPr txBox="1"/>
          <p:nvPr>
            <p:ph idx="4" type="body"/>
          </p:nvPr>
        </p:nvSpPr>
        <p:spPr>
          <a:xfrm>
            <a:off x="8719398" y="1460126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1" name="Google Shape;421;p106"/>
          <p:cNvSpPr txBox="1"/>
          <p:nvPr>
            <p:ph idx="5" type="body"/>
          </p:nvPr>
        </p:nvSpPr>
        <p:spPr>
          <a:xfrm>
            <a:off x="8719398" y="3999809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2" name="Google Shape;422;p106"/>
          <p:cNvSpPr/>
          <p:nvPr>
            <p:ph idx="6" type="pic"/>
          </p:nvPr>
        </p:nvSpPr>
        <p:spPr>
          <a:xfrm>
            <a:off x="615473" y="4253638"/>
            <a:ext cx="1805204" cy="1466666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106"/>
          <p:cNvSpPr/>
          <p:nvPr>
            <p:ph idx="7" type="pic"/>
          </p:nvPr>
        </p:nvSpPr>
        <p:spPr>
          <a:xfrm>
            <a:off x="6415151" y="4253638"/>
            <a:ext cx="1805204" cy="1466666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106"/>
          <p:cNvSpPr/>
          <p:nvPr>
            <p:ph idx="8" type="pic"/>
          </p:nvPr>
        </p:nvSpPr>
        <p:spPr>
          <a:xfrm>
            <a:off x="6415151" y="1713954"/>
            <a:ext cx="1805204" cy="14666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olo el título">
  <p:cSld name="10_Solo el título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7"/>
          <p:cNvSpPr/>
          <p:nvPr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7"/>
          <p:cNvSpPr/>
          <p:nvPr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7"/>
          <p:cNvSpPr/>
          <p:nvPr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7"/>
          <p:cNvSpPr/>
          <p:nvPr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7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0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2" name="Google Shape;432;p107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3" name="Google Shape;433;p107"/>
          <p:cNvSpPr/>
          <p:nvPr>
            <p:ph idx="2" type="pic"/>
          </p:nvPr>
        </p:nvSpPr>
        <p:spPr>
          <a:xfrm>
            <a:off x="467420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107"/>
          <p:cNvSpPr/>
          <p:nvPr>
            <p:ph idx="3" type="pic"/>
          </p:nvPr>
        </p:nvSpPr>
        <p:spPr>
          <a:xfrm>
            <a:off x="3412045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107"/>
          <p:cNvSpPr/>
          <p:nvPr>
            <p:ph idx="4" type="pic"/>
          </p:nvPr>
        </p:nvSpPr>
        <p:spPr>
          <a:xfrm>
            <a:off x="6356669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107"/>
          <p:cNvSpPr/>
          <p:nvPr>
            <p:ph idx="5" type="pic"/>
          </p:nvPr>
        </p:nvSpPr>
        <p:spPr>
          <a:xfrm>
            <a:off x="9301294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107"/>
          <p:cNvSpPr txBox="1"/>
          <p:nvPr>
            <p:ph idx="1" type="body"/>
          </p:nvPr>
        </p:nvSpPr>
        <p:spPr>
          <a:xfrm>
            <a:off x="371474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107"/>
          <p:cNvSpPr txBox="1"/>
          <p:nvPr>
            <p:ph idx="6" type="body"/>
          </p:nvPr>
        </p:nvSpPr>
        <p:spPr>
          <a:xfrm>
            <a:off x="371474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9" name="Google Shape;439;p107"/>
          <p:cNvSpPr txBox="1"/>
          <p:nvPr>
            <p:ph idx="7" type="body"/>
          </p:nvPr>
        </p:nvSpPr>
        <p:spPr>
          <a:xfrm>
            <a:off x="3316099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b="1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0" name="Google Shape;440;p107"/>
          <p:cNvSpPr txBox="1"/>
          <p:nvPr>
            <p:ph idx="8" type="body"/>
          </p:nvPr>
        </p:nvSpPr>
        <p:spPr>
          <a:xfrm>
            <a:off x="3316099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1" name="Google Shape;441;p107"/>
          <p:cNvSpPr txBox="1"/>
          <p:nvPr>
            <p:ph idx="9" type="body"/>
          </p:nvPr>
        </p:nvSpPr>
        <p:spPr>
          <a:xfrm>
            <a:off x="6260723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2" name="Google Shape;442;p107"/>
          <p:cNvSpPr txBox="1"/>
          <p:nvPr>
            <p:ph idx="13" type="body"/>
          </p:nvPr>
        </p:nvSpPr>
        <p:spPr>
          <a:xfrm>
            <a:off x="6260723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3" name="Google Shape;443;p107"/>
          <p:cNvSpPr txBox="1"/>
          <p:nvPr>
            <p:ph idx="14" type="body"/>
          </p:nvPr>
        </p:nvSpPr>
        <p:spPr>
          <a:xfrm>
            <a:off x="9205350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4" name="Google Shape;444;p107"/>
          <p:cNvSpPr txBox="1"/>
          <p:nvPr>
            <p:ph idx="15" type="body"/>
          </p:nvPr>
        </p:nvSpPr>
        <p:spPr>
          <a:xfrm>
            <a:off x="9205350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olo el título">
  <p:cSld name="11_Solo el título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8"/>
          <p:cNvSpPr/>
          <p:nvPr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8"/>
          <p:cNvSpPr/>
          <p:nvPr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8"/>
          <p:cNvSpPr/>
          <p:nvPr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8"/>
          <p:cNvSpPr/>
          <p:nvPr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8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10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2" name="Google Shape;452;p108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3" name="Google Shape;453;p108"/>
          <p:cNvSpPr/>
          <p:nvPr>
            <p:ph idx="2" type="pic"/>
          </p:nvPr>
        </p:nvSpPr>
        <p:spPr>
          <a:xfrm>
            <a:off x="467420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108"/>
          <p:cNvSpPr/>
          <p:nvPr>
            <p:ph idx="3" type="pic"/>
          </p:nvPr>
        </p:nvSpPr>
        <p:spPr>
          <a:xfrm>
            <a:off x="3412045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108"/>
          <p:cNvSpPr/>
          <p:nvPr>
            <p:ph idx="4" type="pic"/>
          </p:nvPr>
        </p:nvSpPr>
        <p:spPr>
          <a:xfrm>
            <a:off x="6356669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108"/>
          <p:cNvSpPr/>
          <p:nvPr>
            <p:ph idx="5" type="pic"/>
          </p:nvPr>
        </p:nvSpPr>
        <p:spPr>
          <a:xfrm>
            <a:off x="9301294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108"/>
          <p:cNvSpPr txBox="1"/>
          <p:nvPr>
            <p:ph idx="1" type="body"/>
          </p:nvPr>
        </p:nvSpPr>
        <p:spPr>
          <a:xfrm>
            <a:off x="604610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8" name="Google Shape;458;p108"/>
          <p:cNvSpPr txBox="1"/>
          <p:nvPr>
            <p:ph idx="6" type="body"/>
          </p:nvPr>
        </p:nvSpPr>
        <p:spPr>
          <a:xfrm>
            <a:off x="604610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9" name="Google Shape;459;p108"/>
          <p:cNvSpPr txBox="1"/>
          <p:nvPr>
            <p:ph idx="7" type="body"/>
          </p:nvPr>
        </p:nvSpPr>
        <p:spPr>
          <a:xfrm>
            <a:off x="3549235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0" name="Google Shape;460;p108"/>
          <p:cNvSpPr txBox="1"/>
          <p:nvPr>
            <p:ph idx="8" type="body"/>
          </p:nvPr>
        </p:nvSpPr>
        <p:spPr>
          <a:xfrm>
            <a:off x="3549235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1" name="Google Shape;461;p108"/>
          <p:cNvSpPr txBox="1"/>
          <p:nvPr>
            <p:ph idx="9" type="body"/>
          </p:nvPr>
        </p:nvSpPr>
        <p:spPr>
          <a:xfrm>
            <a:off x="6493859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2" name="Google Shape;462;p108"/>
          <p:cNvSpPr txBox="1"/>
          <p:nvPr>
            <p:ph idx="13" type="body"/>
          </p:nvPr>
        </p:nvSpPr>
        <p:spPr>
          <a:xfrm>
            <a:off x="6493859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3" name="Google Shape;463;p108"/>
          <p:cNvSpPr txBox="1"/>
          <p:nvPr>
            <p:ph idx="14" type="body"/>
          </p:nvPr>
        </p:nvSpPr>
        <p:spPr>
          <a:xfrm>
            <a:off x="9438486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4" name="Google Shape;464;p108"/>
          <p:cNvSpPr txBox="1"/>
          <p:nvPr>
            <p:ph idx="15" type="body"/>
          </p:nvPr>
        </p:nvSpPr>
        <p:spPr>
          <a:xfrm>
            <a:off x="9438486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Solo el título">
  <p:cSld name="12_Solo el título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09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0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8" name="Google Shape;468;p109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9" name="Google Shape;469;p109"/>
          <p:cNvSpPr/>
          <p:nvPr>
            <p:ph idx="2" type="chart"/>
          </p:nvPr>
        </p:nvSpPr>
        <p:spPr>
          <a:xfrm>
            <a:off x="4900613" y="1233488"/>
            <a:ext cx="6991350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0" name="Google Shape;470;p109"/>
          <p:cNvSpPr/>
          <p:nvPr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9"/>
          <p:cNvSpPr txBox="1"/>
          <p:nvPr>
            <p:ph idx="1" type="body"/>
          </p:nvPr>
        </p:nvSpPr>
        <p:spPr>
          <a:xfrm>
            <a:off x="546100" y="1450975"/>
            <a:ext cx="4065588" cy="455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Solo el título">
  <p:cSld name="13_Solo el título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10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1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5" name="Google Shape;475;p110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110"/>
          <p:cNvSpPr/>
          <p:nvPr>
            <p:ph idx="2" type="chart"/>
          </p:nvPr>
        </p:nvSpPr>
        <p:spPr>
          <a:xfrm>
            <a:off x="371475" y="1233488"/>
            <a:ext cx="11520488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olo el título">
  <p:cSld name="14_Solo el título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11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11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0" name="Google Shape;480;p111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1" name="Google Shape;481;p111"/>
          <p:cNvSpPr/>
          <p:nvPr>
            <p:ph idx="2" type="chart"/>
          </p:nvPr>
        </p:nvSpPr>
        <p:spPr>
          <a:xfrm>
            <a:off x="371475" y="1233488"/>
            <a:ext cx="7450621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2" name="Google Shape;482;p111"/>
          <p:cNvSpPr/>
          <p:nvPr>
            <p:ph idx="3" type="pic"/>
          </p:nvPr>
        </p:nvSpPr>
        <p:spPr>
          <a:xfrm>
            <a:off x="7940675" y="1233488"/>
            <a:ext cx="3951288" cy="49672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olo el título">
  <p:cSld name="16_Solo el título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12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11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6" name="Google Shape;486;p112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7" name="Google Shape;487;p112"/>
          <p:cNvSpPr/>
          <p:nvPr>
            <p:ph idx="2" type="chart"/>
          </p:nvPr>
        </p:nvSpPr>
        <p:spPr>
          <a:xfrm>
            <a:off x="510622" y="1362696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8" name="Google Shape;488;p112"/>
          <p:cNvSpPr/>
          <p:nvPr>
            <p:ph idx="3" type="chart"/>
          </p:nvPr>
        </p:nvSpPr>
        <p:spPr>
          <a:xfrm>
            <a:off x="500682" y="3781218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9" name="Google Shape;489;p112"/>
          <p:cNvSpPr/>
          <p:nvPr>
            <p:ph idx="4" type="chart"/>
          </p:nvPr>
        </p:nvSpPr>
        <p:spPr>
          <a:xfrm>
            <a:off x="6208643" y="1367561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0" name="Google Shape;490;p112"/>
          <p:cNvSpPr/>
          <p:nvPr>
            <p:ph idx="5" type="chart"/>
          </p:nvPr>
        </p:nvSpPr>
        <p:spPr>
          <a:xfrm>
            <a:off x="6198703" y="3786083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apositiva de título">
  <p:cSld name="5_Diapositiva de título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3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94" name="Google Shape;494;p113"/>
          <p:cNvSpPr txBox="1"/>
          <p:nvPr>
            <p:ph type="ctrTitle"/>
          </p:nvPr>
        </p:nvSpPr>
        <p:spPr>
          <a:xfrm>
            <a:off x="1727201" y="2337595"/>
            <a:ext cx="8737600" cy="2182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  <a:defRPr sz="11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leyenda" type="picTx">
  <p:cSld name="PICTURE_WITH_CAPTION_TEX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1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9" name="Google Shape;499;p11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9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69"/>
          <p:cNvSpPr txBox="1"/>
          <p:nvPr>
            <p:ph idx="1" type="body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16" name="Google Shape;516;p69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17" name="Google Shape;517;p69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18" name="Google Shape;518;p69"/>
          <p:cNvSpPr txBox="1"/>
          <p:nvPr>
            <p:ph idx="12" type="sldNum"/>
          </p:nvPr>
        </p:nvSpPr>
        <p:spPr>
          <a:xfrm>
            <a:off x="10951857" y="586713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5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21" name="Google Shape;521;p115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22" name="Google Shape;522;p115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p116"/>
          <p:cNvGrpSpPr/>
          <p:nvPr/>
        </p:nvGrpSpPr>
        <p:grpSpPr>
          <a:xfrm>
            <a:off x="546100" y="-4762"/>
            <a:ext cx="5014912" cy="6862763"/>
            <a:chOff x="2928938" y="-4763"/>
            <a:chExt cx="5014912" cy="6862763"/>
          </a:xfrm>
        </p:grpSpPr>
        <p:sp>
          <p:nvSpPr>
            <p:cNvPr id="525" name="Google Shape;525;p116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26" name="Google Shape;526;p116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527" name="Google Shape;527;p116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528" name="Google Shape;528;p116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529" name="Google Shape;529;p116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530" name="Google Shape;530;p116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531" name="Google Shape;531;p116"/>
          <p:cNvSpPr txBox="1"/>
          <p:nvPr>
            <p:ph type="ctrTitle"/>
          </p:nvPr>
        </p:nvSpPr>
        <p:spPr>
          <a:xfrm>
            <a:off x="2928402" y="1380069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116"/>
          <p:cNvSpPr txBox="1"/>
          <p:nvPr>
            <p:ph idx="1" type="subTitle"/>
          </p:nvPr>
        </p:nvSpPr>
        <p:spPr>
          <a:xfrm>
            <a:off x="4515378" y="3996268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4568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3" name="Google Shape;533;p116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34" name="Google Shape;534;p116"/>
          <p:cNvSpPr txBox="1"/>
          <p:nvPr>
            <p:ph idx="11" type="ftr"/>
          </p:nvPr>
        </p:nvSpPr>
        <p:spPr>
          <a:xfrm>
            <a:off x="5332412" y="5883276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35" name="Google Shape;535;p116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17"/>
          <p:cNvSpPr txBox="1"/>
          <p:nvPr>
            <p:ph type="title"/>
          </p:nvPr>
        </p:nvSpPr>
        <p:spPr>
          <a:xfrm>
            <a:off x="2572280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117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35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9" name="Google Shape;539;p117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40" name="Google Shape;540;p117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41" name="Google Shape;541;p117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8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118"/>
          <p:cNvSpPr txBox="1"/>
          <p:nvPr>
            <p:ph idx="1" type="body"/>
          </p:nvPr>
        </p:nvSpPr>
        <p:spPr>
          <a:xfrm>
            <a:off x="1484313" y="2667000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Char char="•"/>
              <a:defRPr sz="1800"/>
            </a:lvl1pPr>
            <a:lvl2pPr indent="-4495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Char char="•"/>
              <a:defRPr sz="1600"/>
            </a:lvl2pPr>
            <a:lvl3pPr indent="-42195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 sz="1200"/>
            </a:lvl9pPr>
          </a:lstStyle>
          <a:p/>
        </p:txBody>
      </p:sp>
      <p:sp>
        <p:nvSpPr>
          <p:cNvPr id="545" name="Google Shape;545;p118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Char char="•"/>
              <a:defRPr sz="1800"/>
            </a:lvl1pPr>
            <a:lvl2pPr indent="-4495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Char char="•"/>
              <a:defRPr sz="1600"/>
            </a:lvl2pPr>
            <a:lvl3pPr indent="-42195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 sz="1200"/>
            </a:lvl9pPr>
          </a:lstStyle>
          <a:p/>
        </p:txBody>
      </p:sp>
      <p:sp>
        <p:nvSpPr>
          <p:cNvPr id="546" name="Google Shape;546;p118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47" name="Google Shape;547;p118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48" name="Google Shape;548;p118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19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119"/>
          <p:cNvSpPr txBox="1"/>
          <p:nvPr>
            <p:ph idx="1" type="body"/>
          </p:nvPr>
        </p:nvSpPr>
        <p:spPr>
          <a:xfrm>
            <a:off x="1772179" y="2658534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609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480"/>
              <a:buNone/>
              <a:defRPr b="1" sz="1600"/>
            </a:lvl9pPr>
          </a:lstStyle>
          <a:p/>
        </p:txBody>
      </p:sp>
      <p:sp>
        <p:nvSpPr>
          <p:cNvPr id="552" name="Google Shape;552;p119"/>
          <p:cNvSpPr txBox="1"/>
          <p:nvPr>
            <p:ph idx="2" type="body"/>
          </p:nvPr>
        </p:nvSpPr>
        <p:spPr>
          <a:xfrm>
            <a:off x="1484311" y="3335338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Char char="•"/>
              <a:defRPr sz="1800"/>
            </a:lvl1pPr>
            <a:lvl2pPr indent="-4495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Char char="•"/>
              <a:defRPr sz="1600"/>
            </a:lvl2pPr>
            <a:lvl3pPr indent="-42195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 sz="1200"/>
            </a:lvl9pPr>
          </a:lstStyle>
          <a:p/>
        </p:txBody>
      </p:sp>
      <p:sp>
        <p:nvSpPr>
          <p:cNvPr id="553" name="Google Shape;553;p119"/>
          <p:cNvSpPr txBox="1"/>
          <p:nvPr>
            <p:ph idx="3" type="body"/>
          </p:nvPr>
        </p:nvSpPr>
        <p:spPr>
          <a:xfrm>
            <a:off x="6880488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609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480"/>
              <a:buNone/>
              <a:defRPr b="1" sz="1600"/>
            </a:lvl9pPr>
          </a:lstStyle>
          <a:p/>
        </p:txBody>
      </p:sp>
      <p:sp>
        <p:nvSpPr>
          <p:cNvPr id="554" name="Google Shape;554;p119"/>
          <p:cNvSpPr txBox="1"/>
          <p:nvPr>
            <p:ph idx="4" type="body"/>
          </p:nvPr>
        </p:nvSpPr>
        <p:spPr>
          <a:xfrm>
            <a:off x="6607967" y="3335338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7202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Char char="•"/>
              <a:defRPr sz="1800"/>
            </a:lvl1pPr>
            <a:lvl2pPr indent="-44958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Char char="•"/>
              <a:defRPr sz="1600"/>
            </a:lvl2pPr>
            <a:lvl3pPr indent="-421957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200"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 sz="1200"/>
            </a:lvl9pPr>
          </a:lstStyle>
          <a:p/>
        </p:txBody>
      </p:sp>
      <p:sp>
        <p:nvSpPr>
          <p:cNvPr id="555" name="Google Shape;555;p119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56" name="Google Shape;556;p119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57" name="Google Shape;557;p119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20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120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61" name="Google Shape;561;p120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62" name="Google Shape;562;p120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1"/>
          <p:cNvSpPr txBox="1"/>
          <p:nvPr>
            <p:ph type="title"/>
          </p:nvPr>
        </p:nvSpPr>
        <p:spPr>
          <a:xfrm>
            <a:off x="1484313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121"/>
          <p:cNvSpPr txBox="1"/>
          <p:nvPr>
            <p:ph idx="1" type="body"/>
          </p:nvPr>
        </p:nvSpPr>
        <p:spPr>
          <a:xfrm>
            <a:off x="5262034" y="685800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04825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350"/>
              <a:buChar char="•"/>
              <a:defRPr sz="2000"/>
            </a:lvl1pPr>
            <a:lvl2pPr indent="-477202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Char char="•"/>
              <a:defRPr sz="1800"/>
            </a:lvl2pPr>
            <a:lvl3pPr indent="-44958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Char char="•"/>
              <a:defRPr sz="1600"/>
            </a:lvl3pPr>
            <a:lvl4pPr indent="-421957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4pPr>
            <a:lvl5pPr indent="-421957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5pPr>
            <a:lvl6pPr indent="-421957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6pPr>
            <a:lvl7pPr indent="-421957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7pPr>
            <a:lvl8pPr indent="-421957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Char char="•"/>
              <a:defRPr sz="1400"/>
            </a:lvl8pPr>
            <a:lvl9pPr indent="-421957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Char char="•"/>
              <a:defRPr sz="1400"/>
            </a:lvl9pPr>
          </a:lstStyle>
          <a:p/>
        </p:txBody>
      </p:sp>
      <p:sp>
        <p:nvSpPr>
          <p:cNvPr id="566" name="Google Shape;566;p121"/>
          <p:cNvSpPr txBox="1"/>
          <p:nvPr>
            <p:ph idx="2" type="body"/>
          </p:nvPr>
        </p:nvSpPr>
        <p:spPr>
          <a:xfrm>
            <a:off x="1484313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348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958"/>
              <a:buNone/>
              <a:defRPr sz="900"/>
            </a:lvl9pPr>
          </a:lstStyle>
          <a:p/>
        </p:txBody>
      </p:sp>
      <p:sp>
        <p:nvSpPr>
          <p:cNvPr id="567" name="Google Shape;567;p121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68" name="Google Shape;568;p121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69" name="Google Shape;569;p121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22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122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122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958"/>
              <a:buNone/>
              <a:defRPr sz="900"/>
            </a:lvl9pPr>
          </a:lstStyle>
          <a:p/>
        </p:txBody>
      </p:sp>
      <p:sp>
        <p:nvSpPr>
          <p:cNvPr id="574" name="Google Shape;574;p122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75" name="Google Shape;575;p122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76" name="Google Shape;576;p122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23"/>
          <p:cNvSpPr txBox="1"/>
          <p:nvPr>
            <p:ph type="title"/>
          </p:nvPr>
        </p:nvSpPr>
        <p:spPr>
          <a:xfrm>
            <a:off x="1484312" y="4732866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123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123"/>
          <p:cNvSpPr txBox="1"/>
          <p:nvPr>
            <p:ph idx="1" type="body"/>
          </p:nvPr>
        </p:nvSpPr>
        <p:spPr>
          <a:xfrm>
            <a:off x="1484312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3045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8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958"/>
              <a:buNone/>
              <a:defRPr sz="900"/>
            </a:lvl9pPr>
          </a:lstStyle>
          <a:p/>
        </p:txBody>
      </p:sp>
      <p:sp>
        <p:nvSpPr>
          <p:cNvPr id="581" name="Google Shape;581;p123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82" name="Google Shape;582;p123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83" name="Google Shape;583;p123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24"/>
          <p:cNvSpPr txBox="1"/>
          <p:nvPr>
            <p:ph type="title"/>
          </p:nvPr>
        </p:nvSpPr>
        <p:spPr>
          <a:xfrm>
            <a:off x="1484313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124"/>
          <p:cNvSpPr txBox="1"/>
          <p:nvPr>
            <p:ph idx="1" type="body"/>
          </p:nvPr>
        </p:nvSpPr>
        <p:spPr>
          <a:xfrm>
            <a:off x="1484313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35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7" name="Google Shape;587;p124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88" name="Google Shape;588;p124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89" name="Google Shape;589;p124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2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2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25"/>
          <p:cNvSpPr txBox="1"/>
          <p:nvPr>
            <p:ph type="title"/>
          </p:nvPr>
        </p:nvSpPr>
        <p:spPr>
          <a:xfrm>
            <a:off x="2208212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125"/>
          <p:cNvSpPr txBox="1"/>
          <p:nvPr>
            <p:ph idx="1" type="body"/>
          </p:nvPr>
        </p:nvSpPr>
        <p:spPr>
          <a:xfrm>
            <a:off x="2436812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35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95" name="Google Shape;595;p125"/>
          <p:cNvSpPr txBox="1"/>
          <p:nvPr>
            <p:ph idx="2" type="body"/>
          </p:nvPr>
        </p:nvSpPr>
        <p:spPr>
          <a:xfrm>
            <a:off x="1484312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35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6" name="Google Shape;596;p125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97" name="Google Shape;597;p125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598" name="Google Shape;598;p125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26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1" name="Google Shape;601;p126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35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2" name="Google Shape;602;p126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03" name="Google Shape;603;p126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04" name="Google Shape;604;p126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2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2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27"/>
          <p:cNvSpPr txBox="1"/>
          <p:nvPr>
            <p:ph type="title"/>
          </p:nvPr>
        </p:nvSpPr>
        <p:spPr>
          <a:xfrm>
            <a:off x="2208212" y="685801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127"/>
          <p:cNvSpPr txBox="1"/>
          <p:nvPr>
            <p:ph idx="1" type="body"/>
          </p:nvPr>
        </p:nvSpPr>
        <p:spPr>
          <a:xfrm>
            <a:off x="1484314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522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10" name="Google Shape;610;p127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1" name="Google Shape;611;p127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12" name="Google Shape;612;p127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13" name="Google Shape;613;p127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28"/>
          <p:cNvSpPr txBox="1"/>
          <p:nvPr>
            <p:ph type="title"/>
          </p:nvPr>
        </p:nvSpPr>
        <p:spPr>
          <a:xfrm>
            <a:off x="1484313" y="685801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128"/>
          <p:cNvSpPr txBox="1"/>
          <p:nvPr>
            <p:ph idx="1" type="body"/>
          </p:nvPr>
        </p:nvSpPr>
        <p:spPr>
          <a:xfrm>
            <a:off x="1484313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609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17" name="Google Shape;617;p128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915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915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3045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8" name="Google Shape;618;p128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19" name="Google Shape;619;p128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20" name="Google Shape;620;p128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29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129"/>
          <p:cNvSpPr txBox="1"/>
          <p:nvPr>
            <p:ph idx="1" type="body"/>
          </p:nvPr>
        </p:nvSpPr>
        <p:spPr>
          <a:xfrm rot="5400000">
            <a:off x="4931567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24" name="Google Shape;624;p129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25" name="Google Shape;625;p129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26" name="Google Shape;626;p129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30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130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30" name="Google Shape;630;p130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31" name="Google Shape;631;p130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/>
            </a:lvl9pPr>
          </a:lstStyle>
          <a:p/>
        </p:txBody>
      </p:sp>
      <p:sp>
        <p:nvSpPr>
          <p:cNvPr id="632" name="Google Shape;632;p130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2" type="title">
  <p:cSld name="TITLE">
    <p:bg>
      <p:bgPr>
        <a:solidFill>
          <a:schemeClr val="accent2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Google Shape;640;p71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641" name="Google Shape;641;p71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2" name="Google Shape;642;p71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3" name="Google Shape;643;p71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4" name="Google Shape;644;p71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5" name="Google Shape;645;p71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646" name="Google Shape;646;p71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647" name="Google Shape;647;p71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648" name="Google Shape;648;p71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649" name="Google Shape;649;p71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650" name="Google Shape;650;p71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651" name="Google Shape;651;p71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652" name="Google Shape;652;p71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653" name="Google Shape;653;p71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654" name="Google Shape;654;p71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655" name="Google Shape;655;p71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656" name="Google Shape;656;p71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657" name="Google Shape;657;p71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658" name="Google Shape;658;p71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659" name="Google Shape;659;p71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660" name="Google Shape;660;p71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661" name="Google Shape;661;p71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662" name="Google Shape;662;p71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663" name="Google Shape;663;p71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664" name="Google Shape;664;p71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665" name="Google Shape;665;p71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666" name="Google Shape;666;p71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667" name="Google Shape;667;p71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8" name="Google Shape;668;p71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9" name="Google Shape;669;p71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0" name="Google Shape;670;p71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671" name="Google Shape;671;p7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73" name="Google Shape;673;p71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74" name="Google Shape;674;p71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sz="44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5" name="Google Shape;675;p71"/>
          <p:cNvSpPr txBox="1"/>
          <p:nvPr>
            <p:ph idx="1" type="subTitle"/>
          </p:nvPr>
        </p:nvSpPr>
        <p:spPr>
          <a:xfrm>
            <a:off x="5896340" y="3423773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bg>
      <p:bgPr>
        <a:solidFill>
          <a:schemeClr val="accent2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131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678" name="Google Shape;678;p131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9" name="Google Shape;679;p131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0" name="Google Shape;680;p131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1" name="Google Shape;681;p131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2" name="Google Shape;682;p131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683" name="Google Shape;683;p131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684" name="Google Shape;684;p131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685" name="Google Shape;685;p131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686" name="Google Shape;686;p131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687" name="Google Shape;687;p131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688" name="Google Shape;688;p131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689" name="Google Shape;689;p131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690" name="Google Shape;690;p131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691" name="Google Shape;691;p131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692" name="Google Shape;692;p131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693" name="Google Shape;693;p131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694" name="Google Shape;694;p131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695" name="Google Shape;695;p131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696" name="Google Shape;696;p131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697" name="Google Shape;697;p131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698" name="Google Shape;698;p131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699" name="Google Shape;699;p131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00" name="Google Shape;700;p131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01" name="Google Shape;701;p131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02" name="Google Shape;702;p131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703" name="Google Shape;703;p131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704" name="Google Shape;704;p131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5" name="Google Shape;705;p131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6" name="Google Shape;706;p131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7" name="Google Shape;707;p131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08" name="Google Shape;708;p1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9" name="Google Shape;709;p1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10" name="Google Shape;710;p131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1" name="Google Shape;711;p131"/>
          <p:cNvSpPr txBox="1"/>
          <p:nvPr>
            <p:ph type="ctrTitle"/>
          </p:nvPr>
        </p:nvSpPr>
        <p:spPr>
          <a:xfrm>
            <a:off x="4714772" y="677918"/>
            <a:ext cx="6856292" cy="3590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  <a:defRPr sz="60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3">
  <p:cSld name="Contenido 3">
    <p:bg>
      <p:bgPr>
        <a:solidFill>
          <a:schemeClr val="dk2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32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4" name="Google Shape;714;p132"/>
          <p:cNvSpPr txBox="1"/>
          <p:nvPr>
            <p:ph idx="1" type="body"/>
          </p:nvPr>
        </p:nvSpPr>
        <p:spPr>
          <a:xfrm>
            <a:off x="4938712" y="3299953"/>
            <a:ext cx="6338888" cy="266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342900" lvl="1" marL="9144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715" name="Google Shape;715;p132"/>
          <p:cNvGrpSpPr/>
          <p:nvPr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716" name="Google Shape;716;p132"/>
            <p:cNvSpPr/>
            <p:nvPr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7" name="Google Shape;717;p132"/>
            <p:cNvSpPr/>
            <p:nvPr/>
          </p:nvSpPr>
          <p:spPr>
            <a:xfrm>
              <a:off x="2029604" y="2031653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8" name="Google Shape;718;p132"/>
            <p:cNvSpPr/>
            <p:nvPr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719" name="Google Shape;719;p1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0" name="Google Shape;720;p1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1" name="Google Shape;721;p132"/>
            <p:cNvSpPr/>
            <p:nvPr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2" name="Google Shape;722;p132"/>
            <p:cNvSpPr/>
            <p:nvPr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23" name="Google Shape;723;p1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24" name="Google Shape;724;p132"/>
            <p:cNvGrpSpPr/>
            <p:nvPr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725" name="Google Shape;725;p132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726" name="Google Shape;726;p132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727" name="Google Shape;727;p132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728" name="Google Shape;728;p132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729" name="Google Shape;729;p132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730" name="Google Shape;730;p132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731" name="Google Shape;731;p132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32" name="Google Shape;732;p132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733" name="Google Shape;733;p132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734" name="Google Shape;734;p132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735" name="Google Shape;735;p132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736" name="Google Shape;736;p132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737" name="Google Shape;737;p132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738" name="Google Shape;738;p132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739" name="Google Shape;739;p132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40" name="Google Shape;740;p132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41" name="Google Shape;741;p132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42" name="Google Shape;742;p132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43" name="Google Shape;743;p132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744" name="Google Shape;744;p132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745" name="Google Shape;745;p132"/>
            <p:cNvSpPr/>
            <p:nvPr/>
          </p:nvSpPr>
          <p:spPr>
            <a:xfrm>
              <a:off x="0" y="4043197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6" name="Google Shape;746;p132"/>
            <p:cNvSpPr/>
            <p:nvPr/>
          </p:nvSpPr>
          <p:spPr>
            <a:xfrm>
              <a:off x="0" y="2021358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747" name="Google Shape;747;p132"/>
            <p:cNvCxnSpPr/>
            <p:nvPr/>
          </p:nvCxnSpPr>
          <p:spPr>
            <a:xfrm>
              <a:off x="10632" y="-7753"/>
              <a:ext cx="4052352" cy="4040860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8" name="Google Shape;748;p132"/>
            <p:cNvSpPr/>
            <p:nvPr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49" name="Google Shape;749;p132"/>
          <p:cNvSpPr txBox="1"/>
          <p:nvPr>
            <p:ph idx="11" type="ftr"/>
          </p:nvPr>
        </p:nvSpPr>
        <p:spPr>
          <a:xfrm>
            <a:off x="7306165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132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1" name="Google Shape;751;p132"/>
          <p:cNvSpPr txBox="1"/>
          <p:nvPr>
            <p:ph idx="10" type="dt"/>
          </p:nvPr>
        </p:nvSpPr>
        <p:spPr>
          <a:xfrm>
            <a:off x="4833694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Imagen">
  <p:cSld name="Título + Imagen">
    <p:bg>
      <p:bgPr>
        <a:solidFill>
          <a:schemeClr val="accent3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3"/>
          <p:cNvSpPr txBox="1"/>
          <p:nvPr>
            <p:ph type="ctrTitle"/>
          </p:nvPr>
        </p:nvSpPr>
        <p:spPr>
          <a:xfrm>
            <a:off x="4833694" y="660358"/>
            <a:ext cx="6594768" cy="553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p133"/>
          <p:cNvSpPr/>
          <p:nvPr>
            <p:ph idx="2" type="pic"/>
          </p:nvPr>
        </p:nvSpPr>
        <p:spPr>
          <a:xfrm rot="10800000">
            <a:off x="1" y="761322"/>
            <a:ext cx="4076118" cy="609667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55" name="Google Shape;755;p133"/>
          <p:cNvGrpSpPr/>
          <p:nvPr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56" name="Google Shape;756;p133"/>
            <p:cNvSpPr/>
            <p:nvPr/>
          </p:nvSpPr>
          <p:spPr>
            <a:xfrm flipH="1" rot="10800000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7" name="Google Shape;757;p133"/>
            <p:cNvSpPr/>
            <p:nvPr/>
          </p:nvSpPr>
          <p:spPr>
            <a:xfrm rot="10800000">
              <a:off x="0" y="76613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8" name="Google Shape;758;p133"/>
            <p:cNvSpPr/>
            <p:nvPr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59" name="Google Shape;759;p1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0" name="Google Shape;760;p133"/>
            <p:cNvSpPr/>
            <p:nvPr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761" name="Google Shape;761;p1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 + Imagen ">
  <p:cSld name="Título + Subtítulo + Imagen ">
    <p:bg>
      <p:bgPr>
        <a:solidFill>
          <a:schemeClr val="accent2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34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134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765" name="Google Shape;765;p134"/>
          <p:cNvGrpSpPr/>
          <p:nvPr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66" name="Google Shape;766;p134"/>
            <p:cNvSpPr/>
            <p:nvPr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7" name="Google Shape;767;p134"/>
            <p:cNvSpPr/>
            <p:nvPr/>
          </p:nvSpPr>
          <p:spPr>
            <a:xfrm>
              <a:off x="2039471" y="406189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8" name="Google Shape;768;p134"/>
            <p:cNvSpPr/>
            <p:nvPr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769" name="Google Shape;769;p1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0" name="Google Shape;770;p134"/>
            <p:cNvGrpSpPr/>
            <p:nvPr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771" name="Google Shape;771;p134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772" name="Google Shape;772;p134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773" name="Google Shape;773;p134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774" name="Google Shape;774;p134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775" name="Google Shape;775;p134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776" name="Google Shape;776;p134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777" name="Google Shape;777;p134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78" name="Google Shape;778;p134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779" name="Google Shape;779;p134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780" name="Google Shape;780;p134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781" name="Google Shape;781;p134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782" name="Google Shape;782;p134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783" name="Google Shape;783;p134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784" name="Google Shape;784;p134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785" name="Google Shape;785;p134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86" name="Google Shape;786;p134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87" name="Google Shape;787;p134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88" name="Google Shape;788;p134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789" name="Google Shape;789;p134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790" name="Google Shape;790;p134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791" name="Google Shape;791;p134"/>
            <p:cNvSpPr/>
            <p:nvPr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2" name="Google Shape;792;p134"/>
            <p:cNvSpPr/>
            <p:nvPr/>
          </p:nvSpPr>
          <p:spPr>
            <a:xfrm>
              <a:off x="9867" y="405160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93" name="Google Shape;793;p134"/>
          <p:cNvSpPr/>
          <p:nvPr>
            <p:ph idx="2" type="pic"/>
          </p:nvPr>
        </p:nvSpPr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1">
  <p:cSld name="Contenido 1">
    <p:bg>
      <p:bgPr>
        <a:solidFill>
          <a:schemeClr val="accent2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35"/>
          <p:cNvSpPr txBox="1"/>
          <p:nvPr>
            <p:ph type="title"/>
          </p:nvPr>
        </p:nvSpPr>
        <p:spPr>
          <a:xfrm>
            <a:off x="762001" y="896112"/>
            <a:ext cx="6589150" cy="1988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96" name="Google Shape;796;p135"/>
          <p:cNvGrpSpPr/>
          <p:nvPr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797" name="Google Shape;797;p135"/>
            <p:cNvSpPr/>
            <p:nvPr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8" name="Google Shape;798;p135"/>
            <p:cNvSpPr/>
            <p:nvPr/>
          </p:nvSpPr>
          <p:spPr>
            <a:xfrm rot="5400000">
              <a:off x="10160492" y="2024569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9" name="Google Shape;799;p135"/>
            <p:cNvSpPr/>
            <p:nvPr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00" name="Google Shape;800;p1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1" name="Google Shape;801;p135"/>
            <p:cNvSpPr/>
            <p:nvPr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2" name="Google Shape;802;p135"/>
            <p:cNvSpPr/>
            <p:nvPr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3" name="Google Shape;803;p135"/>
            <p:cNvSpPr/>
            <p:nvPr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804" name="Google Shape;804;p1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5" name="Google Shape;805;p1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135"/>
            <p:cNvSpPr/>
            <p:nvPr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07" name="Google Shape;807;p1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8" name="Google Shape;808;p135"/>
            <p:cNvGrpSpPr/>
            <p:nvPr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809" name="Google Shape;809;p135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810" name="Google Shape;810;p135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811" name="Google Shape;811;p135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812" name="Google Shape;812;p135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13" name="Google Shape;813;p135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14" name="Google Shape;814;p135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15" name="Google Shape;815;p135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816" name="Google Shape;816;p135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817" name="Google Shape;817;p135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818" name="Google Shape;818;p135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819" name="Google Shape;819;p135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820" name="Google Shape;820;p135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821" name="Google Shape;821;p135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822" name="Google Shape;822;p135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823" name="Google Shape;823;p135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24" name="Google Shape;824;p135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25" name="Google Shape;825;p135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26" name="Google Shape;826;p135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27" name="Google Shape;827;p135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828" name="Google Shape;828;p135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829" name="Google Shape;829;p135"/>
            <p:cNvSpPr/>
            <p:nvPr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0" name="Google Shape;830;p135"/>
            <p:cNvSpPr/>
            <p:nvPr/>
          </p:nvSpPr>
          <p:spPr>
            <a:xfrm>
              <a:off x="8138160" y="2029968"/>
              <a:ext cx="1014984" cy="201168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831" name="Google Shape;831;p135"/>
            <p:cNvCxnSpPr/>
            <p:nvPr/>
          </p:nvCxnSpPr>
          <p:spPr>
            <a:xfrm flipH="1" rot="10800000">
              <a:off x="8138160" y="2012062"/>
              <a:ext cx="3044952" cy="7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2" name="Google Shape;832;p135"/>
            <p:cNvSpPr/>
            <p:nvPr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833" name="Google Shape;833;p135"/>
          <p:cNvSpPr txBox="1"/>
          <p:nvPr>
            <p:ph idx="10" type="dt"/>
          </p:nvPr>
        </p:nvSpPr>
        <p:spPr>
          <a:xfrm>
            <a:off x="761295" y="6355080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" name="Google Shape;834;p135"/>
          <p:cNvSpPr txBox="1"/>
          <p:nvPr>
            <p:ph idx="11" type="ftr"/>
          </p:nvPr>
        </p:nvSpPr>
        <p:spPr>
          <a:xfrm>
            <a:off x="5499886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5" name="Google Shape;835;p135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6" name="Google Shape;836;p135"/>
          <p:cNvSpPr txBox="1"/>
          <p:nvPr>
            <p:ph idx="1" type="body"/>
          </p:nvPr>
        </p:nvSpPr>
        <p:spPr>
          <a:xfrm>
            <a:off x="762001" y="3058886"/>
            <a:ext cx="6597372" cy="3296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">
  <p:cSld name="Título + Subtítulo">
    <p:bg>
      <p:bgPr>
        <a:solidFill>
          <a:schemeClr val="accent3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136"/>
          <p:cNvGrpSpPr/>
          <p:nvPr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839" name="Google Shape;839;p136"/>
            <p:cNvSpPr/>
            <p:nvPr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40" name="Google Shape;840;p1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136"/>
            <p:cNvSpPr/>
            <p:nvPr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2" name="Google Shape;842;p136"/>
            <p:cNvSpPr/>
            <p:nvPr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3" name="Google Shape;843;p136"/>
            <p:cNvSpPr/>
            <p:nvPr/>
          </p:nvSpPr>
          <p:spPr>
            <a:xfrm>
              <a:off x="4071442" y="4058828"/>
              <a:ext cx="3178103" cy="2799549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44" name="Google Shape;844;p1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5" name="Google Shape;845;p1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136"/>
            <p:cNvSpPr/>
            <p:nvPr/>
          </p:nvSpPr>
          <p:spPr>
            <a:xfrm>
              <a:off x="2028568" y="4060579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47" name="Google Shape;847;p1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n patrón seleccionado blanco y negro&#10;&#10;Descripción generada automáticamente con confianza baja" id="848" name="Google Shape;848;p1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6" y="3062893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9" name="Google Shape;849;p136"/>
            <p:cNvGrpSpPr/>
            <p:nvPr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850" name="Google Shape;850;p136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851" name="Google Shape;851;p136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852" name="Google Shape;852;p136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853" name="Google Shape;853;p136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54" name="Google Shape;854;p136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55" name="Google Shape;855;p136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56" name="Google Shape;856;p136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857" name="Google Shape;857;p136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858" name="Google Shape;858;p136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859" name="Google Shape;859;p136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6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860" name="Google Shape;860;p136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6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861" name="Google Shape;861;p136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6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862" name="Google Shape;862;p136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6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863" name="Google Shape;863;p136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6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864" name="Google Shape;864;p136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65" name="Google Shape;865;p136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66" name="Google Shape;866;p136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67" name="Google Shape;867;p136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68" name="Google Shape;868;p136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869" name="Google Shape;869;p136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870" name="Google Shape;870;p136"/>
            <p:cNvSpPr/>
            <p:nvPr/>
          </p:nvSpPr>
          <p:spPr>
            <a:xfrm rot="-5400000">
              <a:off x="506891" y="5335524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1" name="Google Shape;871;p136"/>
            <p:cNvSpPr/>
            <p:nvPr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2" name="Google Shape;872;p136"/>
            <p:cNvSpPr/>
            <p:nvPr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873" name="Google Shape;873;p136"/>
            <p:cNvCxnSpPr/>
            <p:nvPr/>
          </p:nvCxnSpPr>
          <p:spPr>
            <a:xfrm flipH="1" rot="10800000">
              <a:off x="0" y="1990665"/>
              <a:ext cx="4023360" cy="33894"/>
            </a:xfrm>
            <a:prstGeom prst="straightConnector1">
              <a:avLst/>
            </a:prstGeom>
            <a:noFill/>
            <a:ln cap="flat" cmpd="sng" w="508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74" name="Google Shape;874;p136"/>
          <p:cNvSpPr txBox="1"/>
          <p:nvPr>
            <p:ph type="ctrTitle"/>
          </p:nvPr>
        </p:nvSpPr>
        <p:spPr>
          <a:xfrm>
            <a:off x="4974771" y="576943"/>
            <a:ext cx="6449786" cy="2785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5" name="Google Shape;875;p136"/>
          <p:cNvSpPr txBox="1"/>
          <p:nvPr>
            <p:ph idx="1" type="subTitle"/>
          </p:nvPr>
        </p:nvSpPr>
        <p:spPr>
          <a:xfrm>
            <a:off x="4974772" y="3373686"/>
            <a:ext cx="6449785" cy="10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76" name="Google Shape;876;p136"/>
          <p:cNvSpPr txBox="1"/>
          <p:nvPr>
            <p:ph idx="10" type="dt"/>
          </p:nvPr>
        </p:nvSpPr>
        <p:spPr>
          <a:xfrm>
            <a:off x="7519821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136"/>
          <p:cNvSpPr txBox="1"/>
          <p:nvPr>
            <p:ph idx="11" type="ftr"/>
          </p:nvPr>
        </p:nvSpPr>
        <p:spPr>
          <a:xfrm>
            <a:off x="872719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136"/>
          <p:cNvSpPr txBox="1"/>
          <p:nvPr>
            <p:ph idx="12" type="sldNum"/>
          </p:nvPr>
        </p:nvSpPr>
        <p:spPr>
          <a:xfrm>
            <a:off x="11123295" y="635284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56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1">
  <p:cSld name="Dos contenidos 1">
    <p:bg>
      <p:bgPr>
        <a:solidFill>
          <a:schemeClr val="dk2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37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81" name="Google Shape;881;p137"/>
          <p:cNvGrpSpPr/>
          <p:nvPr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82" name="Google Shape;882;p137"/>
            <p:cNvSpPr/>
            <p:nvPr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3" name="Google Shape;883;p137"/>
            <p:cNvSpPr/>
            <p:nvPr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4" name="Google Shape;884;p137"/>
            <p:cNvSpPr/>
            <p:nvPr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885" name="Google Shape;885;p1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137"/>
            <p:cNvSpPr/>
            <p:nvPr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87" name="Google Shape;887;p1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80040" y="5394960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137"/>
            <p:cNvSpPr/>
            <p:nvPr/>
          </p:nvSpPr>
          <p:spPr>
            <a:xfrm>
              <a:off x="11250235" y="4949368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889" name="Google Shape;889;p1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0" name="Google Shape;890;p137"/>
          <p:cNvSpPr txBox="1"/>
          <p:nvPr>
            <p:ph idx="10" type="dt"/>
          </p:nvPr>
        </p:nvSpPr>
        <p:spPr>
          <a:xfrm>
            <a:off x="771735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1" name="Google Shape;891;p137"/>
          <p:cNvSpPr txBox="1"/>
          <p:nvPr>
            <p:ph idx="11" type="ftr"/>
          </p:nvPr>
        </p:nvSpPr>
        <p:spPr>
          <a:xfrm>
            <a:off x="542448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2" name="Google Shape;892;p137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3" name="Google Shape;893;p137"/>
          <p:cNvSpPr txBox="1"/>
          <p:nvPr>
            <p:ph idx="1" type="body"/>
          </p:nvPr>
        </p:nvSpPr>
        <p:spPr>
          <a:xfrm>
            <a:off x="771734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4" name="Google Shape;894;p137"/>
          <p:cNvSpPr txBox="1"/>
          <p:nvPr>
            <p:ph idx="2" type="body"/>
          </p:nvPr>
        </p:nvSpPr>
        <p:spPr>
          <a:xfrm>
            <a:off x="5645989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2">
  <p:cSld name="Dos contenidos 2">
    <p:bg>
      <p:bgPr>
        <a:solidFill>
          <a:srgbClr val="BEBAC7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097646">
            <a:off x="403102" y="-983359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138"/>
          <p:cNvSpPr/>
          <p:nvPr/>
        </p:nvSpPr>
        <p:spPr>
          <a:xfrm rot="-8091810">
            <a:off x="-1025089" y="458228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98" name="Google Shape;898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697467">
            <a:off x="407892" y="1900474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138"/>
          <p:cNvSpPr/>
          <p:nvPr/>
        </p:nvSpPr>
        <p:spPr>
          <a:xfrm rot="-2700000">
            <a:off x="413443" y="1923515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00" name="Google Shape;900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2708786">
            <a:off x="-1021285" y="3355869"/>
            <a:ext cx="2029968" cy="202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10773">
            <a:off x="1859807" y="3357927"/>
            <a:ext cx="2029968" cy="2029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2" name="Google Shape;902;p138"/>
          <p:cNvGrpSpPr/>
          <p:nvPr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03" name="Google Shape;903;p138"/>
            <p:cNvSpPr/>
            <p:nvPr/>
          </p:nvSpPr>
          <p:spPr>
            <a:xfrm>
              <a:off x="-13699" y="5839164"/>
              <a:ext cx="2862790" cy="28868"/>
            </a:xfrm>
            <a:custGeom>
              <a:rect b="b" l="l" r="r" t="t"/>
              <a:pathLst>
                <a:path extrusionOk="0" h="28868" w="2862790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4" name="Google Shape;904;p138"/>
            <p:cNvSpPr/>
            <p:nvPr/>
          </p:nvSpPr>
          <p:spPr>
            <a:xfrm>
              <a:off x="47246" y="5900109"/>
              <a:ext cx="2740900" cy="28868"/>
            </a:xfrm>
            <a:custGeom>
              <a:rect b="b" l="l" r="r" t="t"/>
              <a:pathLst>
                <a:path extrusionOk="0" h="28868" w="2740900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5" name="Google Shape;905;p138"/>
            <p:cNvSpPr/>
            <p:nvPr/>
          </p:nvSpPr>
          <p:spPr>
            <a:xfrm>
              <a:off x="108992" y="5960251"/>
              <a:ext cx="2619012" cy="29671"/>
            </a:xfrm>
            <a:custGeom>
              <a:rect b="b" l="l" r="r" t="t"/>
              <a:pathLst>
                <a:path extrusionOk="0" h="29671" w="2619012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6" name="Google Shape;906;p138"/>
            <p:cNvSpPr/>
            <p:nvPr/>
          </p:nvSpPr>
          <p:spPr>
            <a:xfrm>
              <a:off x="169937" y="6021196"/>
              <a:ext cx="2497122" cy="29670"/>
            </a:xfrm>
            <a:custGeom>
              <a:rect b="b" l="l" r="r" t="t"/>
              <a:pathLst>
                <a:path extrusionOk="0" h="29670" w="2497122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7" name="Google Shape;907;p138"/>
            <p:cNvSpPr/>
            <p:nvPr/>
          </p:nvSpPr>
          <p:spPr>
            <a:xfrm>
              <a:off x="229279" y="6082140"/>
              <a:ext cx="2376837" cy="28869"/>
            </a:xfrm>
            <a:custGeom>
              <a:rect b="b" l="l" r="r" t="t"/>
              <a:pathLst>
                <a:path extrusionOk="0" h="28869" w="2376837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8" name="Google Shape;908;p138"/>
            <p:cNvSpPr/>
            <p:nvPr/>
          </p:nvSpPr>
          <p:spPr>
            <a:xfrm>
              <a:off x="290222" y="6143085"/>
              <a:ext cx="2254948" cy="28868"/>
            </a:xfrm>
            <a:custGeom>
              <a:rect b="b" l="l" r="r" t="t"/>
              <a:pathLst>
                <a:path extrusionOk="0" h="28868" w="225494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9" name="Google Shape;909;p138"/>
            <p:cNvSpPr/>
            <p:nvPr/>
          </p:nvSpPr>
          <p:spPr>
            <a:xfrm>
              <a:off x="351970" y="6203227"/>
              <a:ext cx="2133059" cy="29671"/>
            </a:xfrm>
            <a:custGeom>
              <a:rect b="b" l="l" r="r" t="t"/>
              <a:pathLst>
                <a:path extrusionOk="0" h="29671" w="2133059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0" name="Google Shape;910;p138"/>
            <p:cNvSpPr/>
            <p:nvPr/>
          </p:nvSpPr>
          <p:spPr>
            <a:xfrm>
              <a:off x="411310" y="6264172"/>
              <a:ext cx="2012774" cy="28868"/>
            </a:xfrm>
            <a:custGeom>
              <a:rect b="b" l="l" r="r" t="t"/>
              <a:pathLst>
                <a:path extrusionOk="0" h="28868" w="2012774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1" name="Google Shape;911;p138"/>
            <p:cNvSpPr/>
            <p:nvPr/>
          </p:nvSpPr>
          <p:spPr>
            <a:xfrm>
              <a:off x="472255" y="6325117"/>
              <a:ext cx="1890884" cy="28868"/>
            </a:xfrm>
            <a:custGeom>
              <a:rect b="b" l="l" r="r" t="t"/>
              <a:pathLst>
                <a:path extrusionOk="0" h="28868" w="1890884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2" name="Google Shape;912;p138"/>
            <p:cNvSpPr/>
            <p:nvPr/>
          </p:nvSpPr>
          <p:spPr>
            <a:xfrm>
              <a:off x="533199" y="6386061"/>
              <a:ext cx="1768996" cy="28869"/>
            </a:xfrm>
            <a:custGeom>
              <a:rect b="b" l="l" r="r" t="t"/>
              <a:pathLst>
                <a:path extrusionOk="0" h="28869" w="1768996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3" name="Google Shape;913;p138"/>
            <p:cNvSpPr/>
            <p:nvPr/>
          </p:nvSpPr>
          <p:spPr>
            <a:xfrm>
              <a:off x="594946" y="6446204"/>
              <a:ext cx="1647106" cy="29670"/>
            </a:xfrm>
            <a:custGeom>
              <a:rect b="b" l="l" r="r" t="t"/>
              <a:pathLst>
                <a:path extrusionOk="0" h="29670" w="1647106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4" name="Google Shape;914;p138"/>
            <p:cNvSpPr/>
            <p:nvPr/>
          </p:nvSpPr>
          <p:spPr>
            <a:xfrm>
              <a:off x="654287" y="6507148"/>
              <a:ext cx="1526821" cy="28869"/>
            </a:xfrm>
            <a:custGeom>
              <a:rect b="b" l="l" r="r" t="t"/>
              <a:pathLst>
                <a:path extrusionOk="0" h="28869" w="1526821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5" name="Google Shape;915;p138"/>
            <p:cNvSpPr/>
            <p:nvPr/>
          </p:nvSpPr>
          <p:spPr>
            <a:xfrm>
              <a:off x="715231" y="6568093"/>
              <a:ext cx="1404932" cy="28868"/>
            </a:xfrm>
            <a:custGeom>
              <a:rect b="b" l="l" r="r" t="t"/>
              <a:pathLst>
                <a:path extrusionOk="0" h="28868" w="1404932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6" name="Google Shape;916;p138"/>
            <p:cNvSpPr/>
            <p:nvPr/>
          </p:nvSpPr>
          <p:spPr>
            <a:xfrm>
              <a:off x="776977" y="6628235"/>
              <a:ext cx="1283044" cy="29671"/>
            </a:xfrm>
            <a:custGeom>
              <a:rect b="b" l="l" r="r" t="t"/>
              <a:pathLst>
                <a:path extrusionOk="0" h="29671" w="1283044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7" name="Google Shape;917;p138"/>
            <p:cNvSpPr/>
            <p:nvPr/>
          </p:nvSpPr>
          <p:spPr>
            <a:xfrm>
              <a:off x="837922" y="6689180"/>
              <a:ext cx="1161154" cy="29670"/>
            </a:xfrm>
            <a:custGeom>
              <a:rect b="b" l="l" r="r" t="t"/>
              <a:pathLst>
                <a:path extrusionOk="0" h="29670" w="1161154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8" name="Google Shape;918;p138"/>
            <p:cNvSpPr/>
            <p:nvPr/>
          </p:nvSpPr>
          <p:spPr>
            <a:xfrm>
              <a:off x="897263" y="6750124"/>
              <a:ext cx="1040868" cy="28869"/>
            </a:xfrm>
            <a:custGeom>
              <a:rect b="b" l="l" r="r" t="t"/>
              <a:pathLst>
                <a:path extrusionOk="0" h="28869" w="1040868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9" name="Google Shape;919;p138"/>
            <p:cNvSpPr/>
            <p:nvPr/>
          </p:nvSpPr>
          <p:spPr>
            <a:xfrm>
              <a:off x="958207" y="6811069"/>
              <a:ext cx="918980" cy="28869"/>
            </a:xfrm>
            <a:custGeom>
              <a:rect b="b" l="l" r="r" t="t"/>
              <a:pathLst>
                <a:path extrusionOk="0" h="28869" w="918980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20" name="Google Shape;920;p138"/>
          <p:cNvSpPr/>
          <p:nvPr/>
        </p:nvSpPr>
        <p:spPr>
          <a:xfrm>
            <a:off x="1793659" y="5801762"/>
            <a:ext cx="1075475" cy="1058335"/>
          </a:xfrm>
          <a:custGeom>
            <a:rect b="b" l="l" r="r" t="t"/>
            <a:pathLst>
              <a:path extrusionOk="0" h="1062720" w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21" name="Google Shape;921;p138"/>
          <p:cNvSpPr/>
          <p:nvPr/>
        </p:nvSpPr>
        <p:spPr>
          <a:xfrm>
            <a:off x="1035546" y="6829131"/>
            <a:ext cx="918980" cy="28869"/>
          </a:xfrm>
          <a:custGeom>
            <a:rect b="b" l="l" r="r" t="t"/>
            <a:pathLst>
              <a:path extrusionOk="0" h="28869" w="918980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22" name="Google Shape;922;p138"/>
          <p:cNvSpPr txBox="1"/>
          <p:nvPr>
            <p:ph type="title"/>
          </p:nvPr>
        </p:nvSpPr>
        <p:spPr>
          <a:xfrm>
            <a:off x="3520440" y="896111"/>
            <a:ext cx="7889768" cy="2039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3" name="Google Shape;923;p138"/>
          <p:cNvSpPr txBox="1"/>
          <p:nvPr>
            <p:ph idx="1" type="body"/>
          </p:nvPr>
        </p:nvSpPr>
        <p:spPr>
          <a:xfrm>
            <a:off x="3520440" y="3259056"/>
            <a:ext cx="2994660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4" name="Google Shape;924;p138"/>
          <p:cNvSpPr txBox="1"/>
          <p:nvPr>
            <p:ph idx="2" type="body"/>
          </p:nvPr>
        </p:nvSpPr>
        <p:spPr>
          <a:xfrm>
            <a:off x="6826432" y="3253740"/>
            <a:ext cx="4580088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5" name="Google Shape;925;p138"/>
          <p:cNvSpPr txBox="1"/>
          <p:nvPr>
            <p:ph idx="10" type="dt"/>
          </p:nvPr>
        </p:nvSpPr>
        <p:spPr>
          <a:xfrm>
            <a:off x="352372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6" name="Google Shape;926;p138"/>
          <p:cNvSpPr txBox="1"/>
          <p:nvPr>
            <p:ph idx="11" type="ftr"/>
          </p:nvPr>
        </p:nvSpPr>
        <p:spPr>
          <a:xfrm>
            <a:off x="6642161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138"/>
          <p:cNvSpPr txBox="1"/>
          <p:nvPr>
            <p:ph idx="12" type="sldNum"/>
          </p:nvPr>
        </p:nvSpPr>
        <p:spPr>
          <a:xfrm>
            <a:off x="10949320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imagen">
  <p:cSld name="Contenido + imagen">
    <p:bg>
      <p:bgPr>
        <a:solidFill>
          <a:schemeClr val="accent2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39"/>
          <p:cNvSpPr txBox="1"/>
          <p:nvPr>
            <p:ph type="title"/>
          </p:nvPr>
        </p:nvSpPr>
        <p:spPr>
          <a:xfrm>
            <a:off x="3807877" y="898524"/>
            <a:ext cx="7606895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0" name="Google Shape;930;p139"/>
          <p:cNvSpPr/>
          <p:nvPr>
            <p:ph idx="2" type="pic"/>
          </p:nvPr>
        </p:nvSpPr>
        <p:spPr>
          <a:xfrm>
            <a:off x="1011337" y="9212"/>
            <a:ext cx="2029967" cy="4850544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p139"/>
          <p:cNvSpPr/>
          <p:nvPr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32" name="Google Shape;932;p1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338" y="5865203"/>
            <a:ext cx="2019299" cy="999451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139"/>
          <p:cNvSpPr txBox="1"/>
          <p:nvPr>
            <p:ph idx="1" type="body"/>
          </p:nvPr>
        </p:nvSpPr>
        <p:spPr>
          <a:xfrm>
            <a:off x="3803953" y="3259138"/>
            <a:ext cx="7615274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4" name="Google Shape;934;p139"/>
          <p:cNvSpPr txBox="1"/>
          <p:nvPr>
            <p:ph idx="10" type="dt"/>
          </p:nvPr>
        </p:nvSpPr>
        <p:spPr>
          <a:xfrm>
            <a:off x="380395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139"/>
          <p:cNvSpPr txBox="1"/>
          <p:nvPr>
            <p:ph idx="11" type="ftr"/>
          </p:nvPr>
        </p:nvSpPr>
        <p:spPr>
          <a:xfrm>
            <a:off x="6788630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139"/>
          <p:cNvSpPr txBox="1"/>
          <p:nvPr>
            <p:ph idx="12" type="sldNum"/>
          </p:nvPr>
        </p:nvSpPr>
        <p:spPr>
          <a:xfrm>
            <a:off x="1096202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37" name="Google Shape;937;p139"/>
          <p:cNvGrpSpPr/>
          <p:nvPr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938" name="Google Shape;938;p139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9" name="Google Shape;939;p139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0" name="Google Shape;940;p139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941" name="Google Shape;941;p1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2" name="Google Shape;942;p139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3" name="Google Shape;943;p139"/>
            <p:cNvSpPr/>
            <p:nvPr/>
          </p:nvSpPr>
          <p:spPr>
            <a:xfrm rot="10800000">
              <a:off x="100582" y="2932749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944" name="Google Shape;944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5" name="Google Shape;945;p139"/>
          <p:cNvSpPr/>
          <p:nvPr/>
        </p:nvSpPr>
        <p:spPr>
          <a:xfrm>
            <a:off x="1011339" y="2834159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Tabla">
  <p:cSld name="Contenido + Tabla">
    <p:bg>
      <p:bgPr>
        <a:solidFill>
          <a:schemeClr val="dk2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40"/>
          <p:cNvSpPr txBox="1"/>
          <p:nvPr>
            <p:ph type="title"/>
          </p:nvPr>
        </p:nvSpPr>
        <p:spPr>
          <a:xfrm>
            <a:off x="762000" y="896112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8" name="Google Shape;948;p140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49" name="Google Shape;949;p140"/>
          <p:cNvSpPr txBox="1"/>
          <p:nvPr>
            <p:ph idx="1" type="body"/>
          </p:nvPr>
        </p:nvSpPr>
        <p:spPr>
          <a:xfrm>
            <a:off x="762000" y="2417197"/>
            <a:ext cx="4278313" cy="373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0" name="Google Shape;950;p140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1" name="Google Shape;951;p140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2" name="Google Shape;952;p140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3">
  <p:cSld name="Dos contenidos 3">
    <p:bg>
      <p:bgPr>
        <a:solidFill>
          <a:schemeClr val="accent2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41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55" name="Google Shape;955;p141"/>
          <p:cNvGrpSpPr/>
          <p:nvPr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956" name="Google Shape;956;p141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7" name="Google Shape;957;p141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8" name="Google Shape;958;p141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9" name="Google Shape;959;p141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0" name="Google Shape;960;p141"/>
            <p:cNvSpPr/>
            <p:nvPr/>
          </p:nvSpPr>
          <p:spPr>
            <a:xfrm rot="10800000">
              <a:off x="100582" y="2936725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961" name="Google Shape;961;p1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2" name="Google Shape;962;p1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3" name="Google Shape;963;p141"/>
          <p:cNvSpPr txBox="1"/>
          <p:nvPr>
            <p:ph idx="1" type="body"/>
          </p:nvPr>
        </p:nvSpPr>
        <p:spPr>
          <a:xfrm>
            <a:off x="1552575" y="2481940"/>
            <a:ext cx="6477952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4" name="Google Shape;964;p141"/>
          <p:cNvSpPr txBox="1"/>
          <p:nvPr>
            <p:ph idx="2" type="body"/>
          </p:nvPr>
        </p:nvSpPr>
        <p:spPr>
          <a:xfrm>
            <a:off x="8372723" y="2481940"/>
            <a:ext cx="3046391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eriod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arenR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arenR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romanLcPeriod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5" name="Google Shape;965;p141"/>
          <p:cNvSpPr txBox="1"/>
          <p:nvPr>
            <p:ph idx="10" type="dt"/>
          </p:nvPr>
        </p:nvSpPr>
        <p:spPr>
          <a:xfrm>
            <a:off x="155448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p141"/>
          <p:cNvSpPr txBox="1"/>
          <p:nvPr>
            <p:ph idx="11" type="ftr"/>
          </p:nvPr>
        </p:nvSpPr>
        <p:spPr>
          <a:xfrm>
            <a:off x="574452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7" name="Google Shape;967;p141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39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sa">
  <p:cSld name="Mesa">
    <p:bg>
      <p:bgPr>
        <a:solidFill>
          <a:schemeClr val="dk2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42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" name="Google Shape;970;p142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71" name="Google Shape;971;p142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2" name="Google Shape;972;p142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42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4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6" name="Google Shape;976;p143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77" name="Google Shape;977;p14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buClr>
                <a:srgbClr val="888888"/>
              </a:buClr>
              <a:buSzPts val="1000"/>
              <a:buFont typeface="Avenir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44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0" name="Google Shape;980;p144"/>
          <p:cNvSpPr txBox="1"/>
          <p:nvPr>
            <p:ph idx="1" type="body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981" name="Google Shape;981;p144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9pPr>
          </a:lstStyle>
          <a:p/>
        </p:txBody>
      </p:sp>
      <p:sp>
        <p:nvSpPr>
          <p:cNvPr id="982" name="Google Shape;982;p144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9pPr>
          </a:lstStyle>
          <a:p/>
        </p:txBody>
      </p:sp>
      <p:sp>
        <p:nvSpPr>
          <p:cNvPr id="983" name="Google Shape;983;p144"/>
          <p:cNvSpPr txBox="1"/>
          <p:nvPr>
            <p:ph idx="12" type="sldNum"/>
          </p:nvPr>
        </p:nvSpPr>
        <p:spPr>
          <a:xfrm>
            <a:off x="10951857" y="586713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7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7"/>
          <p:cNvSpPr txBox="1"/>
          <p:nvPr>
            <p:ph idx="1" type="body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7"/>
          <p:cNvSpPr/>
          <p:nvPr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5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57"/>
          <p:cNvSpPr/>
          <p:nvPr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4">
          <p15:clr>
            <a:srgbClr val="F26B43"/>
          </p15:clr>
        </p15:guide>
        <p15:guide id="2" pos="234">
          <p15:clr>
            <a:srgbClr val="F26B43"/>
          </p15:clr>
        </p15:guide>
        <p15:guide id="3" orient="horz" pos="4133">
          <p15:clr>
            <a:srgbClr val="F26B43"/>
          </p15:clr>
        </p15:guide>
        <p15:guide id="4" pos="7491">
          <p15:clr>
            <a:srgbClr val="F26B43"/>
          </p15:clr>
        </p15:guide>
        <p15:guide id="5" orient="horz" pos="640">
          <p15:clr>
            <a:srgbClr val="F26B43"/>
          </p15:clr>
        </p15:guide>
        <p15:guide id="6" orient="horz" pos="777">
          <p15:clr>
            <a:srgbClr val="F26B43"/>
          </p15:clr>
        </p15:guide>
        <p15:guide id="7" orient="horz" pos="4020">
          <p15:clr>
            <a:srgbClr val="F26B43"/>
          </p15:clr>
        </p15:guide>
        <p15:guide id="8" orient="horz" pos="390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501;p68"/>
          <p:cNvGrpSpPr/>
          <p:nvPr/>
        </p:nvGrpSpPr>
        <p:grpSpPr>
          <a:xfrm>
            <a:off x="150813" y="1"/>
            <a:ext cx="2436813" cy="6858001"/>
            <a:chOff x="1320800" y="0"/>
            <a:chExt cx="2436813" cy="6858001"/>
          </a:xfrm>
        </p:grpSpPr>
        <p:sp>
          <p:nvSpPr>
            <p:cNvPr id="502" name="Google Shape;502;p68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03" name="Google Shape;503;p68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504" name="Google Shape;504;p68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505" name="Google Shape;505;p68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506" name="Google Shape;506;p68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507" name="Google Shape;507;p68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508" name="Google Shape;508;p68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b="0" i="0" sz="6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9" name="Google Shape;509;p68"/>
          <p:cNvSpPr txBox="1"/>
          <p:nvPr>
            <p:ph idx="1" type="body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56007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50482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435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77202" lvl="2" marL="1371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915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449580" lvl="3" marL="18288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421957" lvl="4" marL="22860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421957" lvl="5" marL="2743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421957" lvl="6" marL="3200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421957" lvl="7" marL="36576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421957" lvl="8" marL="4114800" marR="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rgbClr val="1186C3"/>
              </a:buClr>
              <a:buSzPts val="3045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10" name="Google Shape;510;p68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11" name="Google Shape;511;p68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12" name="Google Shape;512;p68"/>
          <p:cNvSpPr txBox="1"/>
          <p:nvPr>
            <p:ph idx="12" type="sldNum"/>
          </p:nvPr>
        </p:nvSpPr>
        <p:spPr>
          <a:xfrm>
            <a:off x="10951857" y="588327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rbe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0"/>
          <p:cNvSpPr txBox="1"/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1" i="0" sz="4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5" name="Google Shape;635;p70"/>
          <p:cNvSpPr txBox="1"/>
          <p:nvPr>
            <p:ph idx="1" type="body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36" name="Google Shape;636;p70"/>
          <p:cNvSpPr txBox="1"/>
          <p:nvPr>
            <p:ph idx="10" type="dt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37" name="Google Shape;637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38" name="Google Shape;638;p70"/>
          <p:cNvSpPr txBox="1"/>
          <p:nvPr>
            <p:ph idx="12" type="sldNum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5ACBF0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pos="1272">
          <p15:clr>
            <a:srgbClr val="9FCC3B"/>
          </p15:clr>
        </p15:guide>
        <p15:guide id="6" pos="2544">
          <p15:clr>
            <a:srgbClr val="9FCC3B"/>
          </p15:clr>
        </p15:guide>
        <p15:guide id="7" pos="5112">
          <p15:clr>
            <a:srgbClr val="9FCC3B"/>
          </p15:clr>
        </p15:guide>
        <p15:guide id="8" pos="6408">
          <p15:clr>
            <a:srgbClr val="9FCC3B"/>
          </p15:clr>
        </p15:guide>
        <p15:guide id="9" pos="3940">
          <p15:clr>
            <a:srgbClr val="F26B43"/>
          </p15:clr>
        </p15:guide>
        <p15:guide id="10" pos="710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Relationship Id="rId4" Type="http://schemas.openxmlformats.org/officeDocument/2006/relationships/image" Target="../media/image61.png"/><Relationship Id="rId5" Type="http://schemas.openxmlformats.org/officeDocument/2006/relationships/image" Target="../media/image72.png"/><Relationship Id="rId6" Type="http://schemas.openxmlformats.org/officeDocument/2006/relationships/image" Target="../media/image62.png"/><Relationship Id="rId7" Type="http://schemas.openxmlformats.org/officeDocument/2006/relationships/image" Target="../media/image5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0.png"/><Relationship Id="rId4" Type="http://schemas.openxmlformats.org/officeDocument/2006/relationships/image" Target="../media/image68.png"/><Relationship Id="rId5" Type="http://schemas.openxmlformats.org/officeDocument/2006/relationships/image" Target="../media/image73.png"/><Relationship Id="rId6" Type="http://schemas.openxmlformats.org/officeDocument/2006/relationships/image" Target="../media/image67.png"/><Relationship Id="rId7" Type="http://schemas.openxmlformats.org/officeDocument/2006/relationships/image" Target="../media/image7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8" name="Google Shape;988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9" name="Google Shape;989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{0178E7C6-DA4A-4A1A-AE79-8487CD90F8E6}</a:tableStyleId>
              </a:tblPr>
              <a:tblGrid>
                <a:gridCol w="2024275"/>
                <a:gridCol w="289650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91B1F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191B1F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rgbClr val="191B1F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91B1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191B1F"/>
                          </a:solidFill>
                        </a:rPr>
                        <a:t>Miercoles 30 /07</a:t>
                      </a:r>
                      <a:endParaRPr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91B1F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191B1F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rgbClr val="191B1F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91B1F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>
                          <a:solidFill>
                            <a:srgbClr val="191B1F"/>
                          </a:solidFill>
                        </a:rPr>
                        <a:t>17:20</a:t>
                      </a:r>
                      <a:endParaRPr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990" name="Google Shape;990;p1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191B1F"/>
                </a:solidFill>
                <a:latin typeface="Calibri"/>
                <a:ea typeface="Calibri"/>
                <a:cs typeface="Calibri"/>
                <a:sym typeface="Calibri"/>
              </a:rPr>
              <a:t>Seminario de Sistemas 2 [N]</a:t>
            </a:r>
            <a:endParaRPr b="1" sz="3333">
              <a:solidFill>
                <a:srgbClr val="191B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"/>
          <p:cNvSpPr txBox="1"/>
          <p:nvPr/>
        </p:nvSpPr>
        <p:spPr>
          <a:xfrm>
            <a:off x="2371600" y="3867667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67">
                <a:solidFill>
                  <a:srgbClr val="191B1F"/>
                </a:solidFill>
                <a:latin typeface="Calibri"/>
                <a:ea typeface="Calibri"/>
                <a:cs typeface="Calibri"/>
                <a:sym typeface="Calibri"/>
              </a:rPr>
              <a:t>Gerhard Benjamin Ardon Valdez</a:t>
            </a:r>
            <a:endParaRPr b="1" sz="2667">
              <a:solidFill>
                <a:srgbClr val="191B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2"/>
          <p:cNvSpPr txBox="1"/>
          <p:nvPr>
            <p:ph type="ctrTitle"/>
          </p:nvPr>
        </p:nvSpPr>
        <p:spPr>
          <a:xfrm>
            <a:off x="6905625" y="1512889"/>
            <a:ext cx="4986338" cy="32623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/>
              <a:t>Diseño y optimización de cubos multidimensionales</a:t>
            </a:r>
            <a:endParaRPr/>
          </a:p>
        </p:txBody>
      </p:sp>
      <p:pic>
        <p:nvPicPr>
          <p:cNvPr descr="Primer plano de documentos y gráficos" id="998" name="Google Shape;998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671" r="20670" t="0"/>
          <a:stretch/>
        </p:blipFill>
        <p:spPr>
          <a:xfrm>
            <a:off x="571500" y="0"/>
            <a:ext cx="6034088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"/>
          <p:cNvSpPr txBox="1"/>
          <p:nvPr>
            <p:ph type="title"/>
          </p:nvPr>
        </p:nvSpPr>
        <p:spPr>
          <a:xfrm>
            <a:off x="6619197" y="1296176"/>
            <a:ext cx="5272764" cy="1551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05" name="Google Shape;1005;p3"/>
          <p:cNvSpPr txBox="1"/>
          <p:nvPr>
            <p:ph idx="1" type="body"/>
          </p:nvPr>
        </p:nvSpPr>
        <p:spPr>
          <a:xfrm>
            <a:off x="6619198" y="3073967"/>
            <a:ext cx="5272764" cy="25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76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Asignación DTT</a:t>
            </a:r>
            <a:endParaRPr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¿Qué es un cubo?</a:t>
            </a:r>
            <a:endParaRPr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Componentes del cubo</a:t>
            </a:r>
            <a:endParaRPr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Datawarehouse </a:t>
            </a:r>
            <a:endParaRPr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Datamarts</a:t>
            </a:r>
            <a:endParaRPr/>
          </a:p>
          <a:p>
            <a:pPr indent="-2476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Corto1</a:t>
            </a:r>
            <a:endParaRPr/>
          </a:p>
        </p:txBody>
      </p:sp>
      <p:sp>
        <p:nvSpPr>
          <p:cNvPr id="1006" name="Google Shape;1006;p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Gráfico 3D" id="1007" name="Google Shape;1007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611" r="15610" t="0"/>
          <a:stretch/>
        </p:blipFill>
        <p:spPr>
          <a:xfrm>
            <a:off x="1117601" y="1016000"/>
            <a:ext cx="5138058" cy="497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013" name="Google Shape;1013;p4"/>
          <p:cNvGrpSpPr/>
          <p:nvPr/>
        </p:nvGrpSpPr>
        <p:grpSpPr>
          <a:xfrm flipH="1">
            <a:off x="6526210" y="1"/>
            <a:ext cx="5014913" cy="6862763"/>
            <a:chOff x="2928938" y="-4763"/>
            <a:chExt cx="5014912" cy="6862763"/>
          </a:xfrm>
        </p:grpSpPr>
        <p:sp>
          <p:nvSpPr>
            <p:cNvPr id="1014" name="Google Shape;1014;p4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5" name="Google Shape;1015;p4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6" name="Google Shape;1016;p4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7" name="Google Shape;1017;p4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8" name="Google Shape;1018;p4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9" name="Google Shape;1019;p4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020" name="Google Shape;1020;p4"/>
          <p:cNvSpPr txBox="1"/>
          <p:nvPr>
            <p:ph type="title"/>
          </p:nvPr>
        </p:nvSpPr>
        <p:spPr>
          <a:xfrm>
            <a:off x="1018191" y="685800"/>
            <a:ext cx="7411825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i="0" lang="en-US" u="none" cap="none" strike="noStrike">
                <a:solidFill>
                  <a:schemeClr val="lt1"/>
                </a:solidFill>
              </a:rPr>
              <a:t>COMPETENCIA(S) QUE DESARROLLAREMOS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1" name="Google Shape;1021;p4"/>
          <p:cNvSpPr txBox="1"/>
          <p:nvPr>
            <p:ph idx="1" type="body"/>
          </p:nvPr>
        </p:nvSpPr>
        <p:spPr>
          <a:xfrm>
            <a:off x="1018190" y="2666998"/>
            <a:ext cx="7243603" cy="3861621"/>
          </a:xfrm>
          <a:prstGeom prst="rect">
            <a:avLst/>
          </a:prstGeom>
          <a:noFill/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-441960" lvl="0" marL="28576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6960"/>
              <a:buChar char="•"/>
            </a:pPr>
            <a:r>
              <a:rPr lang="en-US" sz="3200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Diseña modelos de análisis multidimensional y cubos OLAP utilizando herramientas como Power BI y Excel para representar datos y facilitar la toma de decisiones en contextos empresariales.</a:t>
            </a:r>
            <a:endParaRPr sz="3200">
              <a:solidFill>
                <a:srgbClr val="E6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"/>
          <p:cNvSpPr txBox="1"/>
          <p:nvPr>
            <p:ph type="title"/>
          </p:nvPr>
        </p:nvSpPr>
        <p:spPr>
          <a:xfrm>
            <a:off x="876300" y="4406207"/>
            <a:ext cx="10439400" cy="117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en-US"/>
              <a:t>Que es un cubo multidimensional?</a:t>
            </a:r>
            <a:endParaRPr/>
          </a:p>
        </p:txBody>
      </p:sp>
      <p:sp>
        <p:nvSpPr>
          <p:cNvPr id="1028" name="Google Shape;1028;p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9" name="Google Shape;1029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6" y="260350"/>
            <a:ext cx="11520488" cy="3657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88" l="0" r="0" t="389"/>
          <a:stretch/>
        </p:blipFill>
        <p:spPr>
          <a:xfrm>
            <a:off x="334963" y="260350"/>
            <a:ext cx="11522075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Google Shape;1039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2" l="0" r="0" t="1072"/>
          <a:stretch/>
        </p:blipFill>
        <p:spPr>
          <a:xfrm>
            <a:off x="335756" y="260350"/>
            <a:ext cx="11520488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"/>
          <p:cNvSpPr/>
          <p:nvPr>
            <p:ph idx="2" type="pic"/>
          </p:nvPr>
        </p:nvSpPr>
        <p:spPr>
          <a:xfrm>
            <a:off x="335756" y="260350"/>
            <a:ext cx="11520488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045" name="Google Shape;10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56" y="186115"/>
            <a:ext cx="11520488" cy="6485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75" y="1233488"/>
            <a:ext cx="11631851" cy="43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Google Shape;10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626" y="260350"/>
            <a:ext cx="11102710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54" y="260350"/>
            <a:ext cx="10957892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1" y="260350"/>
            <a:ext cx="11201400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"/>
          <p:cNvSpPr/>
          <p:nvPr/>
        </p:nvSpPr>
        <p:spPr>
          <a:xfrm>
            <a:off x="7736306" y="1"/>
            <a:ext cx="4455694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1" name="Google Shape;1071;p13"/>
          <p:cNvSpPr txBox="1"/>
          <p:nvPr>
            <p:ph type="title"/>
          </p:nvPr>
        </p:nvSpPr>
        <p:spPr>
          <a:xfrm>
            <a:off x="9171392" y="1074392"/>
            <a:ext cx="2443433" cy="43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Impact"/>
              <a:buNone/>
            </a:pPr>
            <a:r>
              <a:rPr lang="en-US" sz="3133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Componentes de los cubos</a:t>
            </a:r>
            <a:endParaRPr sz="3133">
              <a:solidFill>
                <a:srgbClr val="000000"/>
              </a:solidFill>
            </a:endParaRPr>
          </a:p>
        </p:txBody>
      </p:sp>
      <p:sp>
        <p:nvSpPr>
          <p:cNvPr id="1072" name="Google Shape;1072;p13"/>
          <p:cNvSpPr/>
          <p:nvPr/>
        </p:nvSpPr>
        <p:spPr>
          <a:xfrm flipH="1" rot="10800000">
            <a:off x="0" y="0"/>
            <a:ext cx="9032100" cy="6858000"/>
          </a:xfrm>
          <a:custGeom>
            <a:rect b="b" l="l" r="r" t="t"/>
            <a:pathLst>
              <a:path extrusionOk="0" h="6858000" w="90321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073" name="Google Shape;1073;p13"/>
          <p:cNvGrpSpPr/>
          <p:nvPr/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1074" name="Google Shape;1074;p1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5" name="Google Shape;1075;p1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6" name="Google Shape;1076;p1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7" name="Google Shape;1077;p1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8" name="Google Shape;1078;p1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79" name="Google Shape;1079;p1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aphicFrame>
        <p:nvGraphicFramePr>
          <p:cNvPr id="1080" name="Google Shape;1080;p13"/>
          <p:cNvGraphicFramePr/>
          <p:nvPr/>
        </p:nvGraphicFramePr>
        <p:xfrm>
          <a:off x="50014" y="1278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{0178E7C6-DA4A-4A1A-AE79-8487CD90F8E6}</a:tableStyleId>
              </a:tblPr>
              <a:tblGrid>
                <a:gridCol w="2533925"/>
                <a:gridCol w="5408725"/>
              </a:tblGrid>
              <a:tr h="34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Elemento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Descripción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6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Dimensiones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Son los ejes por los que se desea analizar la información. Ej.: tiempo, producto, cliente, región.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6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Medida y grupos de medida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Son los datos cuantitativos que se analizan (ej. ventas, costos, unidades). Se agrupan en temas comunes.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6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Particiones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Dividen grandes volúmenes de datos en partes más pequeñas para mejorar el rendimiento del análisis.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6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Perspectivas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Son vistas personalizadas del cubo que muestran solo la información relevante para un tipo de usuario.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9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Jerarquías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Estructuras dentro de una dimensión que permiten el análisis en distintos niveles. Ej.: año → trimestre → mes.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9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Acciones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Comportamientos definidos que se activan al interactuar con el cubo, como abrir un informe o un enlace.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6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Indicadores clave de rendimiento (KPI)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Métricas predefinidas para evaluar el desempeño, como metas de ventas o niveles de satisfacción.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6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Cálculos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Medidas calculadas sobre otras, como porcentajes o tasas de crecimiento. Se definen dentro del cubo.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  <a:tr h="6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Traducciones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900" u="none" cap="none" strike="noStrike"/>
                        <a:t>Permiten mostrar los nombres de elementos del cubo en distintos idiomas para usuarios internacionales.</a:t>
                      </a:r>
                      <a:endParaRPr sz="1200" u="none" cap="none" strike="noStrike"/>
                    </a:p>
                  </a:txBody>
                  <a:tcPr marT="31425" marB="31425" marR="62825" marL="6282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4"/>
          <p:cNvSpPr/>
          <p:nvPr/>
        </p:nvSpPr>
        <p:spPr>
          <a:xfrm>
            <a:off x="7736306" y="1"/>
            <a:ext cx="4455694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6" name="Google Shape;1086;p14"/>
          <p:cNvSpPr txBox="1"/>
          <p:nvPr>
            <p:ph type="title"/>
          </p:nvPr>
        </p:nvSpPr>
        <p:spPr>
          <a:xfrm>
            <a:off x="9171392" y="1074392"/>
            <a:ext cx="2443433" cy="43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Impact"/>
              <a:buNone/>
            </a:pPr>
            <a:r>
              <a:rPr lang="en-US" sz="3133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Componentes de los cubos</a:t>
            </a:r>
            <a:endParaRPr sz="3133">
              <a:solidFill>
                <a:srgbClr val="000000"/>
              </a:solidFill>
            </a:endParaRPr>
          </a:p>
        </p:txBody>
      </p:sp>
      <p:sp>
        <p:nvSpPr>
          <p:cNvPr id="1087" name="Google Shape;1087;p14"/>
          <p:cNvSpPr/>
          <p:nvPr/>
        </p:nvSpPr>
        <p:spPr>
          <a:xfrm flipH="1" rot="10800000">
            <a:off x="0" y="0"/>
            <a:ext cx="9032100" cy="6858000"/>
          </a:xfrm>
          <a:custGeom>
            <a:rect b="b" l="l" r="r" t="t"/>
            <a:pathLst>
              <a:path extrusionOk="0" h="6858000" w="90321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088" name="Google Shape;1088;p14"/>
          <p:cNvGrpSpPr/>
          <p:nvPr/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1089" name="Google Shape;1089;p1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095" name="Google Shape;1095;p1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07" y="1228796"/>
            <a:ext cx="7646099" cy="4819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5"/>
          <p:cNvSpPr/>
          <p:nvPr/>
        </p:nvSpPr>
        <p:spPr>
          <a:xfrm>
            <a:off x="7736306" y="1"/>
            <a:ext cx="4455694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01" name="Google Shape;1101;p15"/>
          <p:cNvSpPr txBox="1"/>
          <p:nvPr>
            <p:ph type="title"/>
          </p:nvPr>
        </p:nvSpPr>
        <p:spPr>
          <a:xfrm>
            <a:off x="9171392" y="1074392"/>
            <a:ext cx="2443433" cy="43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Impact"/>
              <a:buNone/>
            </a:pPr>
            <a:r>
              <a:rPr lang="en-US" sz="3133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Componentes de los cubos</a:t>
            </a:r>
            <a:endParaRPr sz="3133">
              <a:solidFill>
                <a:srgbClr val="000000"/>
              </a:solidFill>
            </a:endParaRPr>
          </a:p>
        </p:txBody>
      </p:sp>
      <p:sp>
        <p:nvSpPr>
          <p:cNvPr id="1102" name="Google Shape;1102;p15"/>
          <p:cNvSpPr/>
          <p:nvPr/>
        </p:nvSpPr>
        <p:spPr>
          <a:xfrm flipH="1" rot="10800000">
            <a:off x="0" y="0"/>
            <a:ext cx="9032100" cy="6858000"/>
          </a:xfrm>
          <a:custGeom>
            <a:rect b="b" l="l" r="r" t="t"/>
            <a:pathLst>
              <a:path extrusionOk="0" h="6858000" w="90321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103" name="Google Shape;1103;p15"/>
          <p:cNvGrpSpPr/>
          <p:nvPr/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1104" name="Google Shape;1104;p1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5" name="Google Shape;1105;p1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6" name="Google Shape;1106;p1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7" name="Google Shape;1107;p1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8" name="Google Shape;1108;p1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9" name="Google Shape;1109;p1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descr="A diagram of a cube with numbers and names&#10;&#10;AI-generated content may be incorrect." id="1110" name="Google Shape;1110;p1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176" y="840484"/>
            <a:ext cx="6931790" cy="5634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645" y="260350"/>
            <a:ext cx="11102710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278" y="260350"/>
            <a:ext cx="11251407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Google Shape;1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0" y="260350"/>
            <a:ext cx="11201402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9"/>
          <p:cNvSpPr txBox="1"/>
          <p:nvPr>
            <p:ph type="title"/>
          </p:nvPr>
        </p:nvSpPr>
        <p:spPr>
          <a:xfrm>
            <a:off x="876300" y="4406207"/>
            <a:ext cx="10439400" cy="117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en-US"/>
              <a:t>Como entenderlo de mejor forma?</a:t>
            </a:r>
            <a:endParaRPr/>
          </a:p>
        </p:txBody>
      </p:sp>
      <p:sp>
        <p:nvSpPr>
          <p:cNvPr id="1132" name="Google Shape;1132;p1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3" name="Google Shape;1133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6" y="260350"/>
            <a:ext cx="11520488" cy="3657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278" y="260350"/>
            <a:ext cx="11251406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260350"/>
            <a:ext cx="11201400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8" name="Google Shape;1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278" y="260350"/>
            <a:ext cx="11251406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260350"/>
            <a:ext cx="11201400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Google Shape;11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74" y="260350"/>
            <a:ext cx="11054014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3" name="Google Shape;11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0" y="260350"/>
            <a:ext cx="11201402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8" name="Google Shape;1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069" y="260350"/>
            <a:ext cx="11301861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7"/>
          <p:cNvSpPr txBox="1"/>
          <p:nvPr>
            <p:ph type="title"/>
          </p:nvPr>
        </p:nvSpPr>
        <p:spPr>
          <a:xfrm>
            <a:off x="876300" y="4406207"/>
            <a:ext cx="10439400" cy="117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Que es una tabla dimensional?</a:t>
            </a:r>
            <a:endParaRPr/>
          </a:p>
        </p:txBody>
      </p:sp>
      <p:sp>
        <p:nvSpPr>
          <p:cNvPr id="1175" name="Google Shape;1175;p2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6" name="Google Shape;1176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6" y="260350"/>
            <a:ext cx="11520488" cy="3657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8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Tablas de dimension</a:t>
            </a:r>
            <a:endParaRPr/>
          </a:p>
        </p:txBody>
      </p:sp>
      <p:sp>
        <p:nvSpPr>
          <p:cNvPr id="1182" name="Google Shape;1182;p2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/>
              <a:t>‹#›</a:t>
            </a:fld>
            <a:endParaRPr sz="800"/>
          </a:p>
        </p:txBody>
      </p:sp>
      <p:grpSp>
        <p:nvGrpSpPr>
          <p:cNvPr id="1183" name="Google Shape;1183;p28"/>
          <p:cNvGrpSpPr/>
          <p:nvPr/>
        </p:nvGrpSpPr>
        <p:grpSpPr>
          <a:xfrm>
            <a:off x="371474" y="1234091"/>
            <a:ext cx="11520487" cy="4942267"/>
            <a:chOff x="0" y="603"/>
            <a:chExt cx="11520487" cy="4942267"/>
          </a:xfrm>
        </p:grpSpPr>
        <p:sp>
          <p:nvSpPr>
            <p:cNvPr id="1184" name="Google Shape;1184;p28"/>
            <p:cNvSpPr/>
            <p:nvPr/>
          </p:nvSpPr>
          <p:spPr>
            <a:xfrm>
              <a:off x="0" y="603"/>
              <a:ext cx="11520487" cy="1412076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8"/>
            <p:cNvSpPr/>
            <p:nvPr/>
          </p:nvSpPr>
          <p:spPr>
            <a:xfrm>
              <a:off x="427153" y="318320"/>
              <a:ext cx="776642" cy="77664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28"/>
            <p:cNvSpPr/>
            <p:nvPr/>
          </p:nvSpPr>
          <p:spPr>
            <a:xfrm>
              <a:off x="1630948" y="603"/>
              <a:ext cx="9889538" cy="1412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28"/>
            <p:cNvSpPr txBox="1"/>
            <p:nvPr/>
          </p:nvSpPr>
          <p:spPr>
            <a:xfrm>
              <a:off x="1630948" y="603"/>
              <a:ext cx="9889538" cy="1412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425" lIns="149425" spcFirstLastPara="1" rIns="149425" wrap="square" tIns="149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Las tablas de dimensión contienen atributos que describen las entidades de negocio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0" y="1765699"/>
              <a:ext cx="11520487" cy="1412076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427153" y="2083416"/>
              <a:ext cx="776642" cy="77664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1630948" y="1765699"/>
              <a:ext cx="9889538" cy="1412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8"/>
            <p:cNvSpPr txBox="1"/>
            <p:nvPr/>
          </p:nvSpPr>
          <p:spPr>
            <a:xfrm>
              <a:off x="1630948" y="1765699"/>
              <a:ext cx="9889538" cy="1412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425" lIns="149425" spcFirstLastPara="1" rIns="149425" wrap="square" tIns="149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Una tabla de dimensión almacena información sobre los valores almacenados en las tablas de hechos 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0" y="3530794"/>
              <a:ext cx="11520487" cy="1412076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28"/>
            <p:cNvSpPr/>
            <p:nvPr/>
          </p:nvSpPr>
          <p:spPr>
            <a:xfrm>
              <a:off x="427153" y="3848512"/>
              <a:ext cx="776642" cy="77664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1630948" y="3530794"/>
              <a:ext cx="9889538" cy="1412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8"/>
            <p:cNvSpPr txBox="1"/>
            <p:nvPr/>
          </p:nvSpPr>
          <p:spPr>
            <a:xfrm>
              <a:off x="1630948" y="3530794"/>
              <a:ext cx="9889538" cy="1412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425" lIns="149425" spcFirstLastPara="1" rIns="149425" wrap="square" tIns="149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Cada tabla posee un identificador único (llave subrogada) que lo une a la tabla de hechos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9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Que es una llave subrogada?</a:t>
            </a:r>
            <a:endParaRPr/>
          </a:p>
        </p:txBody>
      </p:sp>
      <p:sp>
        <p:nvSpPr>
          <p:cNvPr id="1201" name="Google Shape;1201;p2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/>
              <a:t>‹#›</a:t>
            </a:fld>
            <a:endParaRPr sz="800"/>
          </a:p>
        </p:txBody>
      </p:sp>
      <p:grpSp>
        <p:nvGrpSpPr>
          <p:cNvPr id="1202" name="Google Shape;1202;p29"/>
          <p:cNvGrpSpPr/>
          <p:nvPr/>
        </p:nvGrpSpPr>
        <p:grpSpPr>
          <a:xfrm>
            <a:off x="371474" y="1233488"/>
            <a:ext cx="11520486" cy="4943475"/>
            <a:chOff x="0" y="0"/>
            <a:chExt cx="11520486" cy="4943475"/>
          </a:xfrm>
        </p:grpSpPr>
        <p:sp>
          <p:nvSpPr>
            <p:cNvPr id="1203" name="Google Shape;1203;p29"/>
            <p:cNvSpPr/>
            <p:nvPr/>
          </p:nvSpPr>
          <p:spPr>
            <a:xfrm>
              <a:off x="0" y="0"/>
              <a:ext cx="3600152" cy="4943475"/>
            </a:xfrm>
            <a:prstGeom prst="rect">
              <a:avLst/>
            </a:prstGeom>
            <a:solidFill>
              <a:srgbClr val="CED1DF">
                <a:alpha val="89803"/>
              </a:srgbClr>
            </a:solidFill>
            <a:ln cap="flat" cmpd="sng" w="12700">
              <a:solidFill>
                <a:srgbClr val="CED1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9"/>
            <p:cNvSpPr txBox="1"/>
            <p:nvPr/>
          </p:nvSpPr>
          <p:spPr>
            <a:xfrm>
              <a:off x="0" y="1878520"/>
              <a:ext cx="3600152" cy="2966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80675" spcFirstLastPara="1" rIns="28067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 un </a:t>
              </a:r>
              <a:r>
                <a:rPr b="1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identificador artificial</a:t>
              </a:r>
              <a:r>
                <a:rPr b="0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que se usa como clave primaria en una tabla.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1058554" y="494347"/>
              <a:ext cx="1483042" cy="1483042"/>
            </a:xfrm>
            <a:prstGeom prst="ellipse">
              <a:avLst/>
            </a:prstGeom>
            <a:solidFill>
              <a:srgbClr val="4F67A5"/>
            </a:solidFill>
            <a:ln cap="flat" cmpd="sng" w="12700">
              <a:solidFill>
                <a:srgbClr val="4F67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9"/>
            <p:cNvSpPr txBox="1"/>
            <p:nvPr/>
          </p:nvSpPr>
          <p:spPr>
            <a:xfrm>
              <a:off x="1275740" y="711533"/>
              <a:ext cx="1048670" cy="104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15600" spcFirstLastPara="1" rIns="1156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Calibri"/>
                <a:buNone/>
              </a:pPr>
              <a:r>
                <a:rPr lang="en-US" sz="4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0" y="4943402"/>
              <a:ext cx="3600152" cy="72"/>
            </a:xfrm>
            <a:prstGeom prst="rect">
              <a:avLst/>
            </a:prstGeom>
            <a:solidFill>
              <a:srgbClr val="4F67A5"/>
            </a:solidFill>
            <a:ln cap="flat" cmpd="sng" w="12700">
              <a:solidFill>
                <a:srgbClr val="4F67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3960167" y="0"/>
              <a:ext cx="3600152" cy="4943475"/>
            </a:xfrm>
            <a:prstGeom prst="rect">
              <a:avLst/>
            </a:prstGeom>
            <a:solidFill>
              <a:srgbClr val="CED1DF">
                <a:alpha val="89803"/>
              </a:srgbClr>
            </a:solidFill>
            <a:ln cap="flat" cmpd="sng" w="12700">
              <a:solidFill>
                <a:srgbClr val="CED1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9"/>
            <p:cNvSpPr txBox="1"/>
            <p:nvPr/>
          </p:nvSpPr>
          <p:spPr>
            <a:xfrm>
              <a:off x="3960167" y="1878520"/>
              <a:ext cx="3600152" cy="2966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80675" spcFirstLastPara="1" rIns="28067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proviene de los datos del negocio (ej. nombre, documento), sino que se </a:t>
              </a:r>
              <a:r>
                <a:rPr b="1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 automáticamente</a:t>
              </a:r>
              <a:r>
                <a:rPr b="0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(ej. números consecutivos).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5018722" y="494347"/>
              <a:ext cx="1483042" cy="1483042"/>
            </a:xfrm>
            <a:prstGeom prst="ellipse">
              <a:avLst/>
            </a:prstGeom>
            <a:solidFill>
              <a:srgbClr val="4F67A5"/>
            </a:solidFill>
            <a:ln cap="flat" cmpd="sng" w="12700">
              <a:solidFill>
                <a:srgbClr val="4F67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9"/>
            <p:cNvSpPr txBox="1"/>
            <p:nvPr/>
          </p:nvSpPr>
          <p:spPr>
            <a:xfrm>
              <a:off x="5235908" y="711533"/>
              <a:ext cx="1048670" cy="104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15600" spcFirstLastPara="1" rIns="1156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Calibri"/>
                <a:buNone/>
              </a:pPr>
              <a:r>
                <a:rPr lang="en-US" sz="4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3960167" y="4943402"/>
              <a:ext cx="3600152" cy="72"/>
            </a:xfrm>
            <a:prstGeom prst="rect">
              <a:avLst/>
            </a:prstGeom>
            <a:solidFill>
              <a:srgbClr val="4F67A5"/>
            </a:solidFill>
            <a:ln cap="flat" cmpd="sng" w="12700">
              <a:solidFill>
                <a:srgbClr val="4F67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7920334" y="0"/>
              <a:ext cx="3600152" cy="4943475"/>
            </a:xfrm>
            <a:prstGeom prst="rect">
              <a:avLst/>
            </a:prstGeom>
            <a:solidFill>
              <a:srgbClr val="CED1DF">
                <a:alpha val="89803"/>
              </a:srgbClr>
            </a:solidFill>
            <a:ln cap="flat" cmpd="sng" w="12700">
              <a:solidFill>
                <a:srgbClr val="CED1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9"/>
            <p:cNvSpPr txBox="1"/>
            <p:nvPr/>
          </p:nvSpPr>
          <p:spPr>
            <a:xfrm>
              <a:off x="7920334" y="1878520"/>
              <a:ext cx="3600152" cy="29660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80675" spcFirstLastPara="1" rIns="28067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0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utiliza especialmente en </a:t>
              </a:r>
              <a:r>
                <a:rPr b="1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modelos dimensionales</a:t>
              </a:r>
              <a:r>
                <a:rPr b="0" i="0" lang="en-U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para mejorar la eficiencia y consistencia.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8978889" y="494347"/>
              <a:ext cx="1483042" cy="1483042"/>
            </a:xfrm>
            <a:prstGeom prst="ellipse">
              <a:avLst/>
            </a:prstGeom>
            <a:solidFill>
              <a:srgbClr val="4F67A5"/>
            </a:solidFill>
            <a:ln cap="flat" cmpd="sng" w="12700">
              <a:solidFill>
                <a:srgbClr val="4F67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9"/>
            <p:cNvSpPr txBox="1"/>
            <p:nvPr/>
          </p:nvSpPr>
          <p:spPr>
            <a:xfrm>
              <a:off x="9196075" y="711533"/>
              <a:ext cx="1048670" cy="104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15600" spcFirstLastPara="1" rIns="1156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Calibri"/>
                <a:buNone/>
              </a:pPr>
              <a:r>
                <a:rPr lang="en-US" sz="4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7920334" y="4943402"/>
              <a:ext cx="3600152" cy="72"/>
            </a:xfrm>
            <a:prstGeom prst="rect">
              <a:avLst/>
            </a:prstGeom>
            <a:solidFill>
              <a:srgbClr val="4F67A5"/>
            </a:solidFill>
            <a:ln cap="flat" cmpd="sng" w="12700">
              <a:solidFill>
                <a:srgbClr val="4F67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0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Que es una llave subrogada?</a:t>
            </a:r>
            <a:endParaRPr/>
          </a:p>
        </p:txBody>
      </p:sp>
      <p:sp>
        <p:nvSpPr>
          <p:cNvPr id="1223" name="Google Shape;1223;p3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/>
              <a:t>‹#›</a:t>
            </a:fld>
            <a:endParaRPr sz="800"/>
          </a:p>
        </p:txBody>
      </p:sp>
      <p:grpSp>
        <p:nvGrpSpPr>
          <p:cNvPr id="1224" name="Google Shape;1224;p30"/>
          <p:cNvGrpSpPr/>
          <p:nvPr/>
        </p:nvGrpSpPr>
        <p:grpSpPr>
          <a:xfrm>
            <a:off x="6379473" y="1233488"/>
            <a:ext cx="5512489" cy="4967286"/>
            <a:chOff x="0" y="0"/>
            <a:chExt cx="5512489" cy="4967286"/>
          </a:xfrm>
        </p:grpSpPr>
        <p:sp>
          <p:nvSpPr>
            <p:cNvPr id="1225" name="Google Shape;1225;p30"/>
            <p:cNvSpPr/>
            <p:nvPr/>
          </p:nvSpPr>
          <p:spPr>
            <a:xfrm>
              <a:off x="0" y="0"/>
              <a:ext cx="4244617" cy="89411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0"/>
            <p:cNvSpPr txBox="1"/>
            <p:nvPr/>
          </p:nvSpPr>
          <p:spPr>
            <a:xfrm>
              <a:off x="26188" y="26188"/>
              <a:ext cx="3175189" cy="841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Mejoran el rendimiento</a:t>
              </a:r>
              <a:r>
                <a:rPr b="0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permiten crear índices más eficientes que las claves naturales.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316968" y="1018293"/>
              <a:ext cx="4244617" cy="89411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0"/>
            <p:cNvSpPr txBox="1"/>
            <p:nvPr/>
          </p:nvSpPr>
          <p:spPr>
            <a:xfrm>
              <a:off x="343156" y="1044481"/>
              <a:ext cx="3294100" cy="841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Simplifican la lógica de negocio</a:t>
              </a:r>
              <a:r>
                <a:rPr b="0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evitan claves compuestas o cambiantes.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633936" y="2036587"/>
              <a:ext cx="4244617" cy="89411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0"/>
            <p:cNvSpPr txBox="1"/>
            <p:nvPr/>
          </p:nvSpPr>
          <p:spPr>
            <a:xfrm>
              <a:off x="660124" y="2062775"/>
              <a:ext cx="3294100" cy="841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Aseguran consistencia</a:t>
              </a:r>
              <a:r>
                <a:rPr b="0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útiles cuando los datos provienen de múltiples fuentes con claves distintas.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950904" y="3054881"/>
              <a:ext cx="4244617" cy="89411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0"/>
            <p:cNvSpPr txBox="1"/>
            <p:nvPr/>
          </p:nvSpPr>
          <p:spPr>
            <a:xfrm>
              <a:off x="977092" y="3081069"/>
              <a:ext cx="3294100" cy="841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Protegen la privacidad</a:t>
              </a:r>
              <a:r>
                <a:rPr b="0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ocultan claves sensibles como números de identificación.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1267872" y="4073175"/>
              <a:ext cx="4244617" cy="894111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0"/>
            <p:cNvSpPr txBox="1"/>
            <p:nvPr/>
          </p:nvSpPr>
          <p:spPr>
            <a:xfrm>
              <a:off x="1294060" y="4099363"/>
              <a:ext cx="3294100" cy="841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Facilitan el control de cambios</a:t>
              </a:r>
              <a:r>
                <a:rPr b="0" i="0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esenciales para manejar dimensiones lentamente cambiantes (SCD Tipo 2).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30"/>
            <p:cNvSpPr/>
            <p:nvPr/>
          </p:nvSpPr>
          <p:spPr>
            <a:xfrm>
              <a:off x="3663444" y="653198"/>
              <a:ext cx="581172" cy="581172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1D1DF">
                <a:alpha val="89803"/>
              </a:srgbClr>
            </a:solidFill>
            <a:ln cap="flat" cmpd="sng" w="12700">
              <a:solidFill>
                <a:srgbClr val="D1D1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0"/>
            <p:cNvSpPr txBox="1"/>
            <p:nvPr/>
          </p:nvSpPr>
          <p:spPr>
            <a:xfrm>
              <a:off x="3794208" y="653198"/>
              <a:ext cx="319644" cy="43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33000" spcFirstLastPara="1" rIns="33000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t/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3980412" y="1671492"/>
              <a:ext cx="581172" cy="581172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1D1DF">
                <a:alpha val="89803"/>
              </a:srgbClr>
            </a:solidFill>
            <a:ln cap="flat" cmpd="sng" w="12700">
              <a:solidFill>
                <a:srgbClr val="D1D1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0"/>
            <p:cNvSpPr txBox="1"/>
            <p:nvPr/>
          </p:nvSpPr>
          <p:spPr>
            <a:xfrm>
              <a:off x="4111176" y="1671492"/>
              <a:ext cx="319644" cy="43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33000" spcFirstLastPara="1" rIns="33000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t/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30"/>
            <p:cNvSpPr/>
            <p:nvPr/>
          </p:nvSpPr>
          <p:spPr>
            <a:xfrm>
              <a:off x="4297381" y="2674884"/>
              <a:ext cx="581172" cy="581172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1D1DF">
                <a:alpha val="89803"/>
              </a:srgbClr>
            </a:solidFill>
            <a:ln cap="flat" cmpd="sng" w="12700">
              <a:solidFill>
                <a:srgbClr val="D1D1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0"/>
            <p:cNvSpPr txBox="1"/>
            <p:nvPr/>
          </p:nvSpPr>
          <p:spPr>
            <a:xfrm>
              <a:off x="4428145" y="2674884"/>
              <a:ext cx="319644" cy="43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33000" spcFirstLastPara="1" rIns="33000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t/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30"/>
            <p:cNvSpPr/>
            <p:nvPr/>
          </p:nvSpPr>
          <p:spPr>
            <a:xfrm>
              <a:off x="4614349" y="3703112"/>
              <a:ext cx="581172" cy="581172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1D1DF">
                <a:alpha val="89803"/>
              </a:srgbClr>
            </a:solidFill>
            <a:ln cap="flat" cmpd="sng" w="12700">
              <a:solidFill>
                <a:srgbClr val="D1D1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0"/>
            <p:cNvSpPr txBox="1"/>
            <p:nvPr/>
          </p:nvSpPr>
          <p:spPr>
            <a:xfrm>
              <a:off x="4745113" y="3703112"/>
              <a:ext cx="319644" cy="437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33000" spcFirstLastPara="1" rIns="33000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None/>
              </a:pPr>
              <a:r>
                <a:t/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43" name="Google Shape;12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222" y="2531099"/>
            <a:ext cx="5344306" cy="1795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31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Que es una tabla de hechos?</a:t>
            </a:r>
            <a:endParaRPr/>
          </a:p>
        </p:txBody>
      </p:sp>
      <p:sp>
        <p:nvSpPr>
          <p:cNvPr id="1249" name="Google Shape;1249;p31"/>
          <p:cNvSpPr txBox="1"/>
          <p:nvPr>
            <p:ph idx="1" type="body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Una </a:t>
            </a:r>
            <a:r>
              <a:rPr b="1" lang="en-US"/>
              <a:t>tabla de hechos</a:t>
            </a:r>
            <a:r>
              <a:rPr lang="en-US"/>
              <a:t> es el núcleo de un modelo dimensional. En ella se registran los eventos o transacciones que reflejan el comportamiento del negocio—como ventas, pedidos, devoluciones o ingresos. Cada fila representa un hecho específico que puede ser analizado y desglosado según diferentes perspectivas, gracias a su relación con las tablas de dimensiones.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50" name="Google Shape;1250;p3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1" name="Google Shape;1251;p31"/>
          <p:cNvSpPr/>
          <p:nvPr/>
        </p:nvSpPr>
        <p:spPr>
          <a:xfrm>
            <a:off x="578223" y="4262717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numéricos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métricas que se pueden agregar (sumar, promediar, etc.).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Granularidad definida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nivel de detalle (por transacción, por día, por cliente...).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Alta cardinalidad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puede contener millones de registros.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Claves foráneas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enlazan con dimensiones para segmentar y analizar.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2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Tabla de hechos</a:t>
            </a:r>
            <a:endParaRPr/>
          </a:p>
        </p:txBody>
      </p:sp>
      <p:sp>
        <p:nvSpPr>
          <p:cNvPr id="1257" name="Google Shape;1257;p3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58" name="Google Shape;1258;p32"/>
          <p:cNvGraphicFramePr/>
          <p:nvPr/>
        </p:nvGraphicFramePr>
        <p:xfrm>
          <a:off x="371474" y="2750337"/>
          <a:ext cx="3000000" cy="3000000"/>
        </p:xfrm>
        <a:graphic>
          <a:graphicData uri="http://schemas.openxmlformats.org/drawingml/2006/table">
            <a:tbl>
              <a:tblPr>
                <a:solidFill>
                  <a:schemeClr val="lt1"/>
                </a:solidFill>
                <a:tableStyleId>{0178E7C6-DA4A-4A1A-AE79-8487CD90F8E6}</a:tableStyleId>
              </a:tblPr>
              <a:tblGrid>
                <a:gridCol w="1766475"/>
                <a:gridCol w="1906975"/>
                <a:gridCol w="2218850"/>
                <a:gridCol w="1746800"/>
                <a:gridCol w="1766475"/>
                <a:gridCol w="2114900"/>
              </a:tblGrid>
              <a:tr h="76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 u="none" cap="none" strike="noStrike">
                          <a:solidFill>
                            <a:schemeClr val="lt1"/>
                          </a:solidFill>
                        </a:rPr>
                        <a:t>id_venta</a:t>
                      </a:r>
                      <a:endParaRPr/>
                    </a:p>
                  </a:txBody>
                  <a:tcPr marT="161850" marB="161850" marR="161850" marL="2104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 cap="none">
                          <a:solidFill>
                            <a:schemeClr val="lt1"/>
                          </a:solidFill>
                        </a:rPr>
                        <a:t>id_cliente</a:t>
                      </a:r>
                      <a:endParaRPr/>
                    </a:p>
                  </a:txBody>
                  <a:tcPr marT="161850" marB="161850" marR="161850" marL="2104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 cap="none">
                          <a:solidFill>
                            <a:schemeClr val="lt1"/>
                          </a:solidFill>
                        </a:rPr>
                        <a:t>id_producto</a:t>
                      </a:r>
                      <a:endParaRPr/>
                    </a:p>
                  </a:txBody>
                  <a:tcPr marT="161850" marB="161850" marR="161850" marL="2104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 cap="none">
                          <a:solidFill>
                            <a:schemeClr val="lt1"/>
                          </a:solidFill>
                        </a:rPr>
                        <a:t>fecha</a:t>
                      </a:r>
                      <a:endParaRPr/>
                    </a:p>
                  </a:txBody>
                  <a:tcPr marT="161850" marB="161850" marR="161850" marL="2104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 cap="none">
                          <a:solidFill>
                            <a:schemeClr val="lt1"/>
                          </a:solidFill>
                        </a:rPr>
                        <a:t>cantidad</a:t>
                      </a:r>
                      <a:endParaRPr/>
                    </a:p>
                  </a:txBody>
                  <a:tcPr marT="161850" marB="161850" marR="161850" marL="2104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500" cap="none">
                          <a:solidFill>
                            <a:schemeClr val="lt1"/>
                          </a:solidFill>
                        </a:rPr>
                        <a:t>total_venta</a:t>
                      </a:r>
                      <a:endParaRPr/>
                    </a:p>
                  </a:txBody>
                  <a:tcPr marT="161850" marB="161850" marR="161850" marL="2104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14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cap="none">
                          <a:solidFill>
                            <a:schemeClr val="dk1"/>
                          </a:solidFill>
                        </a:rPr>
                        <a:t>1001</a:t>
                      </a:r>
                      <a:endParaRPr/>
                    </a:p>
                  </a:txBody>
                  <a:tcPr marT="161850" marB="161850" marR="161850" marL="2104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cap="none">
                          <a:solidFill>
                            <a:schemeClr val="dk1"/>
                          </a:solidFill>
                        </a:rPr>
                        <a:t>501</a:t>
                      </a:r>
                      <a:endParaRPr/>
                    </a:p>
                  </a:txBody>
                  <a:tcPr marT="161850" marB="161850" marR="161850" marL="210400" anchor="ctr">
                    <a:lnL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cap="none">
                          <a:solidFill>
                            <a:schemeClr val="dk1"/>
                          </a:solidFill>
                        </a:rPr>
                        <a:t>301</a:t>
                      </a:r>
                      <a:endParaRPr/>
                    </a:p>
                  </a:txBody>
                  <a:tcPr marT="161850" marB="161850" marR="161850" marL="210400" anchor="ctr">
                    <a:lnL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cap="none">
                          <a:solidFill>
                            <a:schemeClr val="dk1"/>
                          </a:solidFill>
                        </a:rPr>
                        <a:t>2025-07-30</a:t>
                      </a:r>
                      <a:endParaRPr/>
                    </a:p>
                  </a:txBody>
                  <a:tcPr marT="161850" marB="161850" marR="161850" marL="210400" anchor="ctr">
                    <a:lnL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cap="non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161850" marB="161850" marR="161850" marL="210400" anchor="ctr">
                    <a:lnL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cap="none">
                          <a:solidFill>
                            <a:schemeClr val="dk1"/>
                          </a:solidFill>
                        </a:rPr>
                        <a:t>150.00</a:t>
                      </a:r>
                      <a:endParaRPr/>
                    </a:p>
                  </a:txBody>
                  <a:tcPr marT="161850" marB="161850" marR="161850" marL="210400" anchor="ctr">
                    <a:lnL cap="flat" cmpd="sng" w="9525">
                      <a:solidFill>
                        <a:srgbClr val="9097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88" y="263145"/>
            <a:ext cx="10688637" cy="5985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34"/>
          <p:cNvSpPr/>
          <p:nvPr>
            <p:ph idx="2" type="pic"/>
          </p:nvPr>
        </p:nvSpPr>
        <p:spPr>
          <a:xfrm>
            <a:off x="335756" y="260350"/>
            <a:ext cx="11520488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269" name="Google Shape;12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404812"/>
            <a:ext cx="10744200" cy="60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4" name="Google Shape;12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88" y="263145"/>
            <a:ext cx="10688637" cy="5985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081" y="260350"/>
            <a:ext cx="11151837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081" y="260350"/>
            <a:ext cx="11151837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74" y="260350"/>
            <a:ext cx="11054015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051" y="260350"/>
            <a:ext cx="11301861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0" y="260350"/>
            <a:ext cx="11201402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4" name="Google Shape;1304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692" l="0" r="0" t="2693"/>
          <a:stretch/>
        </p:blipFill>
        <p:spPr>
          <a:xfrm>
            <a:off x="31" y="260350"/>
            <a:ext cx="11891900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42"/>
          <p:cNvSpPr/>
          <p:nvPr>
            <p:ph idx="2" type="pic"/>
          </p:nvPr>
        </p:nvSpPr>
        <p:spPr>
          <a:xfrm>
            <a:off x="0" y="260350"/>
            <a:ext cx="11891963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310" name="Google Shape;131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741"/>
            <a:ext cx="12192000" cy="6750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03" l="0" r="0" t="2903"/>
          <a:stretch/>
        </p:blipFill>
        <p:spPr>
          <a:xfrm>
            <a:off x="63" y="260350"/>
            <a:ext cx="11891836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74" y="260350"/>
            <a:ext cx="11054014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ala de tiempo&#10;&#10;El contenido generado por IA puede ser incorrecto." id="1325" name="Google Shape;132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1" y="260350"/>
            <a:ext cx="11201400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El contenido generado por IA puede ser incorrecto." id="1330" name="Google Shape;133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861" y="260350"/>
            <a:ext cx="10634241" cy="630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Modelo estrella</a:t>
            </a:r>
            <a:endParaRPr/>
          </a:p>
        </p:txBody>
      </p:sp>
      <p:sp>
        <p:nvSpPr>
          <p:cNvPr id="1336" name="Google Shape;1336;p47"/>
          <p:cNvSpPr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337" name="Google Shape;1337;p4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/>
              <a:t>‹#›</a:t>
            </a:fld>
            <a:endParaRPr sz="800"/>
          </a:p>
        </p:txBody>
      </p:sp>
      <p:grpSp>
        <p:nvGrpSpPr>
          <p:cNvPr id="1338" name="Google Shape;1338;p47"/>
          <p:cNvGrpSpPr/>
          <p:nvPr/>
        </p:nvGrpSpPr>
        <p:grpSpPr>
          <a:xfrm>
            <a:off x="5183188" y="989001"/>
            <a:ext cx="6172199" cy="4870472"/>
            <a:chOff x="0" y="1576"/>
            <a:chExt cx="6172199" cy="4870472"/>
          </a:xfrm>
        </p:grpSpPr>
        <p:sp>
          <p:nvSpPr>
            <p:cNvPr id="1339" name="Google Shape;1339;p47"/>
            <p:cNvSpPr/>
            <p:nvPr/>
          </p:nvSpPr>
          <p:spPr>
            <a:xfrm>
              <a:off x="0" y="1576"/>
              <a:ext cx="6172199" cy="671789"/>
            </a:xfrm>
            <a:prstGeom prst="roundRect">
              <a:avLst>
                <a:gd fmla="val 1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7"/>
            <p:cNvSpPr/>
            <p:nvPr/>
          </p:nvSpPr>
          <p:spPr>
            <a:xfrm>
              <a:off x="5802715" y="85132"/>
              <a:ext cx="369484" cy="36948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7"/>
            <p:cNvSpPr/>
            <p:nvPr/>
          </p:nvSpPr>
          <p:spPr>
            <a:xfrm>
              <a:off x="775916" y="1576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7"/>
            <p:cNvSpPr txBox="1"/>
            <p:nvPr/>
          </p:nvSpPr>
          <p:spPr>
            <a:xfrm>
              <a:off x="775916" y="1576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075" lIns="71075" spcFirstLastPara="1" rIns="71075" wrap="square" tIns="710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47"/>
            <p:cNvSpPr/>
            <p:nvPr/>
          </p:nvSpPr>
          <p:spPr>
            <a:xfrm>
              <a:off x="0" y="841313"/>
              <a:ext cx="6172199" cy="671789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7"/>
            <p:cNvSpPr/>
            <p:nvPr/>
          </p:nvSpPr>
          <p:spPr>
            <a:xfrm>
              <a:off x="203216" y="992465"/>
              <a:ext cx="369484" cy="36948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7"/>
            <p:cNvSpPr/>
            <p:nvPr/>
          </p:nvSpPr>
          <p:spPr>
            <a:xfrm>
              <a:off x="775916" y="841313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7"/>
            <p:cNvSpPr txBox="1"/>
            <p:nvPr/>
          </p:nvSpPr>
          <p:spPr>
            <a:xfrm>
              <a:off x="775916" y="841313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075" lIns="71075" spcFirstLastPara="1" rIns="71075" wrap="square" tIns="710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Tablas de dimensiones </a:t>
              </a: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desnormalizadas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(incluyen todos los atributos en una sola tabla).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47"/>
            <p:cNvSpPr/>
            <p:nvPr/>
          </p:nvSpPr>
          <p:spPr>
            <a:xfrm>
              <a:off x="0" y="1681049"/>
              <a:ext cx="6172199" cy="671789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7"/>
            <p:cNvSpPr/>
            <p:nvPr/>
          </p:nvSpPr>
          <p:spPr>
            <a:xfrm>
              <a:off x="203216" y="1832202"/>
              <a:ext cx="369484" cy="36948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7"/>
            <p:cNvSpPr/>
            <p:nvPr/>
          </p:nvSpPr>
          <p:spPr>
            <a:xfrm>
              <a:off x="775916" y="1681049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7"/>
            <p:cNvSpPr txBox="1"/>
            <p:nvPr/>
          </p:nvSpPr>
          <p:spPr>
            <a:xfrm>
              <a:off x="775916" y="1681049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075" lIns="71075" spcFirstLastPara="1" rIns="71075" wrap="square" tIns="710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Consultas rápidas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y fáciles de escribir.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0" y="2520786"/>
              <a:ext cx="6172199" cy="671789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7"/>
            <p:cNvSpPr/>
            <p:nvPr/>
          </p:nvSpPr>
          <p:spPr>
            <a:xfrm>
              <a:off x="203216" y="2671938"/>
              <a:ext cx="369484" cy="36948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7"/>
            <p:cNvSpPr/>
            <p:nvPr/>
          </p:nvSpPr>
          <p:spPr>
            <a:xfrm>
              <a:off x="775916" y="2520786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7"/>
            <p:cNvSpPr txBox="1"/>
            <p:nvPr/>
          </p:nvSpPr>
          <p:spPr>
            <a:xfrm>
              <a:off x="775916" y="2520786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075" lIns="71075" spcFirstLastPara="1" rIns="71075" wrap="square" tIns="710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Ideal para herramientas de BI y análisis OLAP.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47"/>
            <p:cNvSpPr/>
            <p:nvPr/>
          </p:nvSpPr>
          <p:spPr>
            <a:xfrm>
              <a:off x="0" y="3360522"/>
              <a:ext cx="6172199" cy="671789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47"/>
            <p:cNvSpPr/>
            <p:nvPr/>
          </p:nvSpPr>
          <p:spPr>
            <a:xfrm>
              <a:off x="203216" y="3511675"/>
              <a:ext cx="369484" cy="36948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7"/>
            <p:cNvSpPr/>
            <p:nvPr/>
          </p:nvSpPr>
          <p:spPr>
            <a:xfrm>
              <a:off x="775916" y="3360522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47"/>
            <p:cNvSpPr txBox="1"/>
            <p:nvPr/>
          </p:nvSpPr>
          <p:spPr>
            <a:xfrm>
              <a:off x="775916" y="3360522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075" lIns="71075" spcFirstLastPara="1" rIns="71075" wrap="square" tIns="710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Menor complejidad en diseño y mantenimiento.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47"/>
            <p:cNvSpPr/>
            <p:nvPr/>
          </p:nvSpPr>
          <p:spPr>
            <a:xfrm>
              <a:off x="0" y="4200259"/>
              <a:ext cx="6172199" cy="671789"/>
            </a:xfrm>
            <a:prstGeom prst="roundRect">
              <a:avLst>
                <a:gd fmla="val 10000" name="adj"/>
              </a:avLst>
            </a:prstGeom>
            <a:solidFill>
              <a:srgbClr val="D1D1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7"/>
            <p:cNvSpPr/>
            <p:nvPr/>
          </p:nvSpPr>
          <p:spPr>
            <a:xfrm>
              <a:off x="203216" y="4351411"/>
              <a:ext cx="369484" cy="369484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775916" y="4200259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7"/>
            <p:cNvSpPr txBox="1"/>
            <p:nvPr/>
          </p:nvSpPr>
          <p:spPr>
            <a:xfrm>
              <a:off x="775916" y="4200259"/>
              <a:ext cx="5396283" cy="6717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075" lIns="71075" spcFirstLastPara="1" rIns="71075" wrap="square" tIns="710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Puede tener </a:t>
              </a: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redundancia de datos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pero mejora el rendimiento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3" name="Google Shape;1363;p47"/>
          <p:cNvSpPr txBox="1"/>
          <p:nvPr/>
        </p:nvSpPr>
        <p:spPr>
          <a:xfrm>
            <a:off x="836612" y="2492277"/>
            <a:ext cx="273311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modelo es el más simple y común en data warehouses. Su estructura se asemeja a una estrella: una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 de hechos central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rodeada por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dimensiones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directamente conectadas.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48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Modelo estrella</a:t>
            </a:r>
            <a:endParaRPr/>
          </a:p>
        </p:txBody>
      </p:sp>
      <p:pic>
        <p:nvPicPr>
          <p:cNvPr descr="Hefesto | Estrella | Dario Bernabeu eLearning" id="1369" name="Google Shape;136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9956" y="1233488"/>
            <a:ext cx="9283522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4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/>
              <a:t>‹#›</a:t>
            </a:fld>
            <a:endParaRPr sz="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9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Modelo copo de nieve</a:t>
            </a:r>
            <a:endParaRPr/>
          </a:p>
        </p:txBody>
      </p:sp>
      <p:sp>
        <p:nvSpPr>
          <p:cNvPr id="1376" name="Google Shape;1376;p49"/>
          <p:cNvSpPr txBox="1"/>
          <p:nvPr>
            <p:ph idx="1" type="body"/>
          </p:nvPr>
        </p:nvSpPr>
        <p:spPr>
          <a:xfrm>
            <a:off x="371474" y="1233488"/>
            <a:ext cx="9063989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Es una </a:t>
            </a:r>
            <a:r>
              <a:rPr b="1" lang="en-US"/>
              <a:t>versión más normalizada</a:t>
            </a:r>
            <a:r>
              <a:rPr lang="en-US"/>
              <a:t> del modelo estrella. Las dimensiones se dividen en </a:t>
            </a:r>
            <a:r>
              <a:rPr b="1" lang="en-US"/>
              <a:t>subdimensiones</a:t>
            </a:r>
            <a:r>
              <a:rPr lang="en-US"/>
              <a:t>, formando una estructura más compleja que recuerda un copo de nieve.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778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Tablas de dimensiones </a:t>
            </a:r>
            <a:r>
              <a:rPr b="1" lang="en-US"/>
              <a:t>normalizadas</a:t>
            </a:r>
            <a:r>
              <a:rPr lang="en-US"/>
              <a:t> (divididas en varias tablas relacionadas).</a:t>
            </a:r>
            <a:endParaRPr/>
          </a:p>
          <a:p>
            <a:pPr indent="-1778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lang="en-US"/>
              <a:t>Menor redundancia</a:t>
            </a:r>
            <a:r>
              <a:rPr lang="en-US"/>
              <a:t> y mejor integridad de datos.</a:t>
            </a:r>
            <a:endParaRPr/>
          </a:p>
          <a:p>
            <a:pPr indent="-1778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Consultas más </a:t>
            </a:r>
            <a:r>
              <a:rPr b="1" lang="en-US"/>
              <a:t>complejas y lentas</a:t>
            </a:r>
            <a:r>
              <a:rPr lang="en-US"/>
              <a:t> por mayor número de joins.</a:t>
            </a:r>
            <a:endParaRPr/>
          </a:p>
          <a:p>
            <a:pPr indent="-1778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Requiere mayor esfuerzo en diseño y mantenimiento.</a:t>
            </a:r>
            <a:endParaRPr/>
          </a:p>
          <a:p>
            <a:pPr indent="-1778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Útil cuando se necesita </a:t>
            </a:r>
            <a:r>
              <a:rPr b="1" lang="en-US"/>
              <a:t>precisión y ahorro de espacio</a:t>
            </a:r>
            <a:endParaRPr/>
          </a:p>
        </p:txBody>
      </p:sp>
      <p:sp>
        <p:nvSpPr>
          <p:cNvPr id="1377" name="Google Shape;1377;p4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/>
              <a:t>‹#›</a:t>
            </a:fld>
            <a:endParaRPr sz="800"/>
          </a:p>
        </p:txBody>
      </p:sp>
      <p:sp>
        <p:nvSpPr>
          <p:cNvPr id="1378" name="Google Shape;1378;p49"/>
          <p:cNvSpPr/>
          <p:nvPr/>
        </p:nvSpPr>
        <p:spPr>
          <a:xfrm>
            <a:off x="9625963" y="1233488"/>
            <a:ext cx="2265997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50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Modelo copo de nieve</a:t>
            </a:r>
            <a:endParaRPr/>
          </a:p>
        </p:txBody>
      </p:sp>
      <p:pic>
        <p:nvPicPr>
          <p:cNvPr descr="Hefesto | Copo de Nieve | Dario Bernabeu eLearning" id="1384" name="Google Shape;138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4" y="1861948"/>
            <a:ext cx="11520487" cy="3686555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5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51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Modelo constelación</a:t>
            </a:r>
            <a:endParaRPr/>
          </a:p>
        </p:txBody>
      </p:sp>
      <p:sp>
        <p:nvSpPr>
          <p:cNvPr id="1391" name="Google Shape;1391;p51"/>
          <p:cNvSpPr txBox="1"/>
          <p:nvPr>
            <p:ph idx="1" type="body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También llamado </a:t>
            </a:r>
            <a:r>
              <a:rPr b="1" lang="en-US"/>
              <a:t>esquema de constelación de hechos</a:t>
            </a:r>
            <a:r>
              <a:rPr lang="en-US"/>
              <a:t>, este modelo incluye </a:t>
            </a:r>
            <a:r>
              <a:rPr b="1" lang="en-US"/>
              <a:t>múltiples tablas de hechos</a:t>
            </a:r>
            <a:r>
              <a:rPr lang="en-US"/>
              <a:t> que comparten </a:t>
            </a:r>
            <a:r>
              <a:rPr b="1" lang="en-US"/>
              <a:t>dimensiones comunes</a:t>
            </a:r>
            <a:r>
              <a:rPr lang="en-US"/>
              <a:t>. Es ideal para representar </a:t>
            </a:r>
            <a:r>
              <a:rPr b="1" lang="en-US"/>
              <a:t>varios procesos de negocio</a:t>
            </a:r>
            <a:r>
              <a:rPr lang="en-US"/>
              <a:t> en un mismo esquema.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Permite modelar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varios procesos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(ventas, inventario, devoluciones...) en un solo esquema.</a:t>
            </a:r>
            <a:endParaRPr/>
          </a:p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Las dimensiones compartidas se llaman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dimensiones conformes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Mayor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flexibilidad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para análisis complejos.</a:t>
            </a:r>
            <a:endParaRPr/>
          </a:p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Diseño más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robusto y escalable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, pero también más difícil de mantener.</a:t>
            </a:r>
            <a:endParaRPr/>
          </a:p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Requiere una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buena planificación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para evitar ambigüedades.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92" name="Google Shape;1392;p5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52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Modelo constelación</a:t>
            </a:r>
            <a:endParaRPr/>
          </a:p>
        </p:txBody>
      </p:sp>
      <p:pic>
        <p:nvPicPr>
          <p:cNvPr descr="Hefesto | Constelación | Dario Bernabeu eLearning" id="1398" name="Google Shape;139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8377" y="1233488"/>
            <a:ext cx="9506680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5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/>
              <a:t>‹#›</a:t>
            </a:fld>
            <a:endParaRPr sz="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05" name="Google Shape;1405;p53"/>
          <p:cNvSpPr/>
          <p:nvPr/>
        </p:nvSpPr>
        <p:spPr>
          <a:xfrm flipH="1" rot="10800000">
            <a:off x="-1" y="-1"/>
            <a:ext cx="4403709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06" name="Google Shape;1406;p53"/>
          <p:cNvSpPr txBox="1"/>
          <p:nvPr>
            <p:ph type="title"/>
          </p:nvPr>
        </p:nvSpPr>
        <p:spPr>
          <a:xfrm>
            <a:off x="535021" y="685800"/>
            <a:ext cx="263996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None/>
            </a:pPr>
            <a:r>
              <a:rPr lang="en-US" sz="3734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3734">
              <a:solidFill>
                <a:srgbClr val="FFFFFF"/>
              </a:solidFill>
            </a:endParaRPr>
          </a:p>
        </p:txBody>
      </p:sp>
      <p:grpSp>
        <p:nvGrpSpPr>
          <p:cNvPr id="1407" name="Google Shape;1407;p53"/>
          <p:cNvGrpSpPr/>
          <p:nvPr/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08" name="Google Shape;1408;p5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09" name="Google Shape;1409;p5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10" name="Google Shape;1410;p5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11" name="Google Shape;1411;p5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12" name="Google Shape;1412;p5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13" name="Google Shape;1413;p5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414" name="Google Shape;1414;p53"/>
          <p:cNvGrpSpPr/>
          <p:nvPr/>
        </p:nvGrpSpPr>
        <p:grpSpPr>
          <a:xfrm>
            <a:off x="5010150" y="746920"/>
            <a:ext cx="6492875" cy="5573093"/>
            <a:chOff x="0" y="91681"/>
            <a:chExt cx="9739312" cy="8359640"/>
          </a:xfrm>
        </p:grpSpPr>
        <p:sp>
          <p:nvSpPr>
            <p:cNvPr id="1415" name="Google Shape;1415;p53"/>
            <p:cNvSpPr/>
            <p:nvPr/>
          </p:nvSpPr>
          <p:spPr>
            <a:xfrm>
              <a:off x="0" y="91681"/>
              <a:ext cx="9739312" cy="1618936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53"/>
            <p:cNvSpPr txBox="1"/>
            <p:nvPr/>
          </p:nvSpPr>
          <p:spPr>
            <a:xfrm>
              <a:off x="79030" y="170711"/>
              <a:ext cx="9581252" cy="1460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Un cubo es una estructura multidimensional que </a:t>
              </a:r>
              <a:r>
                <a:rPr b="1" lang="en-US" sz="153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contiene información</a:t>
              </a:r>
              <a:r>
                <a:rPr lang="en-US" sz="153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con fines analíticos</a:t>
              </a:r>
              <a:endParaRPr sz="1533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17" name="Google Shape;1417;p53"/>
            <p:cNvSpPr/>
            <p:nvPr/>
          </p:nvSpPr>
          <p:spPr>
            <a:xfrm>
              <a:off x="0" y="1776857"/>
              <a:ext cx="9739312" cy="1618936"/>
            </a:xfrm>
            <a:prstGeom prst="roundRect">
              <a:avLst>
                <a:gd fmla="val 16667" name="adj"/>
              </a:avLst>
            </a:prstGeom>
            <a:solidFill>
              <a:srgbClr val="9FCA49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53"/>
            <p:cNvSpPr txBox="1"/>
            <p:nvPr/>
          </p:nvSpPr>
          <p:spPr>
            <a:xfrm>
              <a:off x="79030" y="1855887"/>
              <a:ext cx="9581252" cy="1460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Como estructura lógica, un cubo permite a una </a:t>
              </a:r>
              <a:r>
                <a:rPr b="1" lang="en-US" sz="153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aplicación cliente </a:t>
              </a:r>
              <a:r>
                <a:rPr lang="en-US" sz="153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recuperar valores, de medidas, como si estuvieran almacenados en las celdas del cubo</a:t>
              </a:r>
              <a:endParaRPr sz="1533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19" name="Google Shape;1419;p53"/>
            <p:cNvSpPr/>
            <p:nvPr/>
          </p:nvSpPr>
          <p:spPr>
            <a:xfrm>
              <a:off x="0" y="3462033"/>
              <a:ext cx="9739312" cy="1618936"/>
            </a:xfrm>
            <a:prstGeom prst="roundRect">
              <a:avLst>
                <a:gd fmla="val 16667" name="adj"/>
              </a:avLst>
            </a:prstGeom>
            <a:solidFill>
              <a:srgbClr val="C6D24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53"/>
            <p:cNvSpPr txBox="1"/>
            <p:nvPr/>
          </p:nvSpPr>
          <p:spPr>
            <a:xfrm>
              <a:off x="79030" y="3541063"/>
              <a:ext cx="9581252" cy="1460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Un </a:t>
              </a:r>
              <a:r>
                <a:rPr b="1"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esquema en estrella </a:t>
              </a:r>
              <a:r>
                <a:rPr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es una forma de organizar los datos en una base de datos, especialmente en los almacenes de datos, para hacer más fácil y rápido su análisis. </a:t>
              </a:r>
              <a:endParaRPr sz="1533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21" name="Google Shape;1421;p53"/>
            <p:cNvSpPr/>
            <p:nvPr/>
          </p:nvSpPr>
          <p:spPr>
            <a:xfrm>
              <a:off x="0" y="5147209"/>
              <a:ext cx="9739312" cy="1618936"/>
            </a:xfrm>
            <a:prstGeom prst="roundRect">
              <a:avLst>
                <a:gd fmla="val 16667" name="adj"/>
              </a:avLst>
            </a:prstGeom>
            <a:solidFill>
              <a:srgbClr val="D9BF41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53"/>
            <p:cNvSpPr txBox="1"/>
            <p:nvPr/>
          </p:nvSpPr>
          <p:spPr>
            <a:xfrm>
              <a:off x="79030" y="5226239"/>
              <a:ext cx="9581252" cy="1460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Un </a:t>
              </a:r>
              <a:r>
                <a:rPr b="1"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esquema de copo de nieve </a:t>
              </a:r>
              <a:r>
                <a:rPr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es otra forma de organizar los datos. En este esquema, las tablas de dimensiones se dividen en </a:t>
              </a:r>
              <a:r>
                <a:rPr b="1"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subdimensiones</a:t>
              </a:r>
              <a:r>
                <a:rPr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 más pequeñas para mantener los datos más organizados y detallados, como copos de nieve en un gran lago.</a:t>
              </a:r>
              <a:endParaRPr sz="1533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23" name="Google Shape;1423;p53"/>
            <p:cNvSpPr/>
            <p:nvPr/>
          </p:nvSpPr>
          <p:spPr>
            <a:xfrm>
              <a:off x="0" y="6832385"/>
              <a:ext cx="9739312" cy="1618936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53"/>
            <p:cNvSpPr txBox="1"/>
            <p:nvPr/>
          </p:nvSpPr>
          <p:spPr>
            <a:xfrm>
              <a:off x="79030" y="6911415"/>
              <a:ext cx="9581252" cy="1460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58400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El </a:t>
              </a:r>
              <a:r>
                <a:rPr b="1"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esquema de constelación </a:t>
              </a:r>
              <a:r>
                <a:rPr lang="en-US" sz="1533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de hechos es un diseño de base de datos multidimensional que contiene múltiples tablas de hechos compartiendo algunas dimensiones comunes. </a:t>
              </a:r>
              <a:endParaRPr sz="1533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30" name="Google Shape;1430;p54"/>
          <p:cNvSpPr/>
          <p:nvPr/>
        </p:nvSpPr>
        <p:spPr>
          <a:xfrm flipH="1" rot="10800000">
            <a:off x="-1" y="-1"/>
            <a:ext cx="4403709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31" name="Google Shape;1431;p54"/>
          <p:cNvSpPr txBox="1"/>
          <p:nvPr>
            <p:ph type="title"/>
          </p:nvPr>
        </p:nvSpPr>
        <p:spPr>
          <a:xfrm>
            <a:off x="535021" y="685800"/>
            <a:ext cx="263996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</a:pPr>
            <a:r>
              <a:rPr i="0" lang="en-US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VALOR y ACTITUD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432" name="Google Shape;1432;p54"/>
          <p:cNvGrpSpPr/>
          <p:nvPr/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33" name="Google Shape;1433;p5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34" name="Google Shape;1434;p5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35" name="Google Shape;1435;p5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36" name="Google Shape;1436;p5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37" name="Google Shape;1437;p5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38" name="Google Shape;1438;p5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439" name="Google Shape;1439;p54"/>
          <p:cNvGrpSpPr/>
          <p:nvPr/>
        </p:nvGrpSpPr>
        <p:grpSpPr>
          <a:xfrm>
            <a:off x="5010150" y="1024995"/>
            <a:ext cx="6492875" cy="4427010"/>
            <a:chOff x="0" y="508792"/>
            <a:chExt cx="9739312" cy="6640515"/>
          </a:xfrm>
        </p:grpSpPr>
        <p:sp>
          <p:nvSpPr>
            <p:cNvPr id="1440" name="Google Shape;1440;p54"/>
            <p:cNvSpPr/>
            <p:nvPr/>
          </p:nvSpPr>
          <p:spPr>
            <a:xfrm>
              <a:off x="0" y="818752"/>
              <a:ext cx="9739312" cy="1488374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54"/>
            <p:cNvSpPr txBox="1"/>
            <p:nvPr/>
          </p:nvSpPr>
          <p:spPr>
            <a:xfrm>
              <a:off x="0" y="818752"/>
              <a:ext cx="9739312" cy="148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Se fortalece al construir modelos jerárquicos con dimensiones y medidas, donde cada elemento debe ocupar un lugar específico en la estructura.</a:t>
              </a:r>
              <a:endParaRPr b="0" i="0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42" name="Google Shape;1442;p54"/>
            <p:cNvSpPr/>
            <p:nvPr/>
          </p:nvSpPr>
          <p:spPr>
            <a:xfrm>
              <a:off x="486965" y="508792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54"/>
            <p:cNvSpPr txBox="1"/>
            <p:nvPr/>
          </p:nvSpPr>
          <p:spPr>
            <a:xfrm>
              <a:off x="517227" y="539054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Organización</a:t>
              </a:r>
              <a:endParaRPr sz="1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44" name="Google Shape;1444;p54"/>
            <p:cNvSpPr/>
            <p:nvPr/>
          </p:nvSpPr>
          <p:spPr>
            <a:xfrm>
              <a:off x="0" y="2730487"/>
              <a:ext cx="9739312" cy="11907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rgbClr val="ABC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54"/>
            <p:cNvSpPr txBox="1"/>
            <p:nvPr/>
          </p:nvSpPr>
          <p:spPr>
            <a:xfrm>
              <a:off x="0" y="2730487"/>
              <a:ext cx="9739312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Se aplica al enseñar que un mal diseño de cubos impacta directamente en la calidad de las decisiones empresariales basadas en esos datos.</a:t>
              </a:r>
              <a:endParaRPr b="0" i="0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46" name="Google Shape;1446;p54"/>
            <p:cNvSpPr/>
            <p:nvPr/>
          </p:nvSpPr>
          <p:spPr>
            <a:xfrm>
              <a:off x="486965" y="2420527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rgbClr val="ABCD48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54"/>
            <p:cNvSpPr txBox="1"/>
            <p:nvPr/>
          </p:nvSpPr>
          <p:spPr>
            <a:xfrm>
              <a:off x="517227" y="2450789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Responsabilidad</a:t>
              </a:r>
              <a:endParaRPr sz="1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48" name="Google Shape;1448;p54"/>
            <p:cNvSpPr/>
            <p:nvPr/>
          </p:nvSpPr>
          <p:spPr>
            <a:xfrm>
              <a:off x="0" y="4344547"/>
              <a:ext cx="9739312" cy="11907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rgbClr val="D7C9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4"/>
            <p:cNvSpPr txBox="1"/>
            <p:nvPr/>
          </p:nvSpPr>
          <p:spPr>
            <a:xfrm>
              <a:off x="0" y="4344547"/>
              <a:ext cx="9739312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Se promueve al seguir paso a paso el modelado multidimensional (estrella, copo de nieve, constelación), exigiendo precisión y constancia.</a:t>
              </a:r>
              <a:endParaRPr b="0" i="0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50" name="Google Shape;1450;p54"/>
            <p:cNvSpPr/>
            <p:nvPr/>
          </p:nvSpPr>
          <p:spPr>
            <a:xfrm>
              <a:off x="486965" y="4034587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rgbClr val="D7C94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54"/>
            <p:cNvSpPr txBox="1"/>
            <p:nvPr/>
          </p:nvSpPr>
          <p:spPr>
            <a:xfrm>
              <a:off x="517227" y="4064849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Disciplina</a:t>
              </a:r>
              <a:endParaRPr sz="1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52" name="Google Shape;1452;p54"/>
            <p:cNvSpPr/>
            <p:nvPr/>
          </p:nvSpPr>
          <p:spPr>
            <a:xfrm>
              <a:off x="0" y="5958607"/>
              <a:ext cx="9739312" cy="11907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rgbClr val="E19C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54"/>
            <p:cNvSpPr txBox="1"/>
            <p:nvPr/>
          </p:nvSpPr>
          <p:spPr>
            <a:xfrm>
              <a:off x="0" y="5958607"/>
              <a:ext cx="9739312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Se entrena al construir jerarquías y relaciones entre dimensiones, lo que implica visualizar estructuras complejas de datos de forma racional.</a:t>
              </a:r>
              <a:endParaRPr b="0" i="0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54" name="Google Shape;1454;p54"/>
            <p:cNvSpPr/>
            <p:nvPr/>
          </p:nvSpPr>
          <p:spPr>
            <a:xfrm>
              <a:off x="486965" y="5648647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54"/>
            <p:cNvSpPr txBox="1"/>
            <p:nvPr/>
          </p:nvSpPr>
          <p:spPr>
            <a:xfrm>
              <a:off x="517227" y="5678909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Corbel"/>
                  <a:ea typeface="Corbel"/>
                  <a:cs typeface="Corbel"/>
                  <a:sym typeface="Corbel"/>
                </a:rPr>
                <a:t>Pensamiento lógico</a:t>
              </a:r>
              <a:endParaRPr sz="14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55"/>
          <p:cNvSpPr txBox="1"/>
          <p:nvPr>
            <p:ph type="title"/>
          </p:nvPr>
        </p:nvSpPr>
        <p:spPr>
          <a:xfrm>
            <a:off x="1484312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6000"/>
              <a:buNone/>
            </a:pPr>
            <a:r>
              <a:rPr lang="en-US" sz="40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/>
          </a:p>
        </p:txBody>
      </p:sp>
      <p:grpSp>
        <p:nvGrpSpPr>
          <p:cNvPr id="1461" name="Google Shape;1461;p55"/>
          <p:cNvGrpSpPr/>
          <p:nvPr/>
        </p:nvGrpSpPr>
        <p:grpSpPr>
          <a:xfrm>
            <a:off x="1484311" y="1881756"/>
            <a:ext cx="10018713" cy="4849546"/>
            <a:chOff x="0" y="5691"/>
            <a:chExt cx="15028070" cy="7274319"/>
          </a:xfrm>
        </p:grpSpPr>
        <p:sp>
          <p:nvSpPr>
            <p:cNvPr id="1462" name="Google Shape;1462;p55"/>
            <p:cNvSpPr/>
            <p:nvPr/>
          </p:nvSpPr>
          <p:spPr>
            <a:xfrm>
              <a:off x="0" y="5691"/>
              <a:ext cx="15028070" cy="1212386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55"/>
            <p:cNvSpPr/>
            <p:nvPr/>
          </p:nvSpPr>
          <p:spPr>
            <a:xfrm>
              <a:off x="366746" y="278478"/>
              <a:ext cx="666812" cy="66681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55"/>
            <p:cNvSpPr/>
            <p:nvPr/>
          </p:nvSpPr>
          <p:spPr>
            <a:xfrm>
              <a:off x="1400306" y="5691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55"/>
            <p:cNvSpPr txBox="1"/>
            <p:nvPr/>
          </p:nvSpPr>
          <p:spPr>
            <a:xfrm>
              <a:off x="1400306" y="5691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525" lIns="85525" spcFirstLastPara="1" rIns="85525" wrap="square" tIns="8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IBM InfoSphere Data Architect</a:t>
              </a: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. (s. f.). https://www.ibm.com/docs/es/ida/9.1.2?topic=schemas-starflake</a:t>
              </a:r>
              <a:endParaRPr sz="1267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66" name="Google Shape;1466;p55"/>
            <p:cNvSpPr/>
            <p:nvPr/>
          </p:nvSpPr>
          <p:spPr>
            <a:xfrm>
              <a:off x="0" y="1521175"/>
              <a:ext cx="15028070" cy="1212386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5"/>
            <p:cNvSpPr/>
            <p:nvPr/>
          </p:nvSpPr>
          <p:spPr>
            <a:xfrm>
              <a:off x="366746" y="1793962"/>
              <a:ext cx="666812" cy="66681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5"/>
            <p:cNvSpPr/>
            <p:nvPr/>
          </p:nvSpPr>
          <p:spPr>
            <a:xfrm>
              <a:off x="1400306" y="1521175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55"/>
            <p:cNvSpPr txBox="1"/>
            <p:nvPr/>
          </p:nvSpPr>
          <p:spPr>
            <a:xfrm>
              <a:off x="1400306" y="1521175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525" lIns="85525" spcFirstLastPara="1" rIns="85525" wrap="square" tIns="8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Jyothisuri. (s. f.). </a:t>
              </a:r>
              <a:r>
                <a:rPr i="1"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Introducción a los cubos OLAP para análisis avanzados</a:t>
              </a: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. Microsoft Learn. https://learn.microsoft.com/es-es/system-center/scsm/olap-cubes-overview?view=sc-sm-2025</a:t>
              </a:r>
              <a:endParaRPr sz="1267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70" name="Google Shape;1470;p55"/>
            <p:cNvSpPr/>
            <p:nvPr/>
          </p:nvSpPr>
          <p:spPr>
            <a:xfrm>
              <a:off x="0" y="3036658"/>
              <a:ext cx="15028070" cy="1212386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55"/>
            <p:cNvSpPr/>
            <p:nvPr/>
          </p:nvSpPr>
          <p:spPr>
            <a:xfrm>
              <a:off x="366746" y="3309445"/>
              <a:ext cx="666812" cy="66681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55"/>
            <p:cNvSpPr/>
            <p:nvPr/>
          </p:nvSpPr>
          <p:spPr>
            <a:xfrm>
              <a:off x="1400306" y="3036658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55"/>
            <p:cNvSpPr txBox="1"/>
            <p:nvPr/>
          </p:nvSpPr>
          <p:spPr>
            <a:xfrm>
              <a:off x="1400306" y="3036658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525" lIns="85525" spcFirstLastPara="1" rIns="85525" wrap="square" tIns="8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Kfollis. (s. f.-a). </a:t>
              </a:r>
              <a:r>
                <a:rPr i="1"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Celdas de cubo (Analysis Services - Datos multidimensionales)</a:t>
              </a: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. Microsoft Learn. https://learn.microsoft.com/es-es/analysis-services/multidimensional-models-olap-logical-cube-objects/cube-cells-analysis-services-multidimensional-data?view=asallproducts-allversions</a:t>
              </a:r>
              <a:endParaRPr sz="1267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74" name="Google Shape;1474;p55"/>
            <p:cNvSpPr/>
            <p:nvPr/>
          </p:nvSpPr>
          <p:spPr>
            <a:xfrm>
              <a:off x="0" y="4552141"/>
              <a:ext cx="15028070" cy="1212386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55"/>
            <p:cNvSpPr/>
            <p:nvPr/>
          </p:nvSpPr>
          <p:spPr>
            <a:xfrm>
              <a:off x="366746" y="4824928"/>
              <a:ext cx="666812" cy="66681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5"/>
            <p:cNvSpPr/>
            <p:nvPr/>
          </p:nvSpPr>
          <p:spPr>
            <a:xfrm>
              <a:off x="1400306" y="4552141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55"/>
            <p:cNvSpPr txBox="1"/>
            <p:nvPr/>
          </p:nvSpPr>
          <p:spPr>
            <a:xfrm>
              <a:off x="1400306" y="4552141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525" lIns="85525" spcFirstLastPara="1" rIns="85525" wrap="square" tIns="8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Kfollis. (s. f.-b). </a:t>
              </a:r>
              <a:r>
                <a:rPr i="1"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Cubos en modelos multidimensionales</a:t>
              </a: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. Microsoft Learn. https://learn.microsoft.com/es-es/analysis-services/multidimensional-models/cubes-in-multidimensional-models?view=asallproducts-allversions</a:t>
              </a:r>
              <a:endParaRPr sz="1267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78" name="Google Shape;1478;p55"/>
            <p:cNvSpPr/>
            <p:nvPr/>
          </p:nvSpPr>
          <p:spPr>
            <a:xfrm>
              <a:off x="0" y="6067624"/>
              <a:ext cx="15028070" cy="1212386"/>
            </a:xfrm>
            <a:prstGeom prst="roundRect">
              <a:avLst>
                <a:gd fmla="val 10000" name="adj"/>
              </a:avLst>
            </a:prstGeom>
            <a:solidFill>
              <a:srgbClr val="CBE2F7"/>
            </a:solidFill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55"/>
            <p:cNvSpPr/>
            <p:nvPr/>
          </p:nvSpPr>
          <p:spPr>
            <a:xfrm>
              <a:off x="366746" y="6340411"/>
              <a:ext cx="666812" cy="66681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55"/>
            <p:cNvSpPr/>
            <p:nvPr/>
          </p:nvSpPr>
          <p:spPr>
            <a:xfrm>
              <a:off x="1400306" y="6067624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55"/>
            <p:cNvSpPr txBox="1"/>
            <p:nvPr/>
          </p:nvSpPr>
          <p:spPr>
            <a:xfrm>
              <a:off x="1400306" y="6067624"/>
              <a:ext cx="13627763" cy="1212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5525" lIns="85525" spcFirstLastPara="1" rIns="85525" wrap="square" tIns="855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Shahid, A. (2024, 22 marzo). Star Schema vs. Snowflake Schema: 4 key Differences. </a:t>
              </a:r>
              <a:r>
                <a:rPr i="1"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Astera</a:t>
              </a:r>
              <a:r>
                <a:rPr lang="en-US" sz="1267">
                  <a:solidFill>
                    <a:srgbClr val="000000"/>
                  </a:solidFill>
                  <a:latin typeface="Corbel"/>
                  <a:ea typeface="Corbel"/>
                  <a:cs typeface="Corbel"/>
                  <a:sym typeface="Corbel"/>
                </a:rPr>
                <a:t>. https://www.astera.com/es/type/blog/star-schema-vs-snowflake-schema/</a:t>
              </a:r>
              <a:endParaRPr sz="1267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56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MUCHAS GRACIAS</a:t>
            </a:r>
            <a:endParaRPr/>
          </a:p>
        </p:txBody>
      </p:sp>
      <p:sp>
        <p:nvSpPr>
          <p:cNvPr id="1488" name="Google Shape;1488;p56"/>
          <p:cNvSpPr txBox="1"/>
          <p:nvPr>
            <p:ph idx="1" type="subTitle"/>
          </p:nvPr>
        </p:nvSpPr>
        <p:spPr>
          <a:xfrm>
            <a:off x="5896340" y="3036527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¿Dudas?</a:t>
            </a:r>
            <a:endParaRPr b="0" i="0" sz="32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89" name="Google Shape;1489;p56"/>
          <p:cNvSpPr txBox="1"/>
          <p:nvPr/>
        </p:nvSpPr>
        <p:spPr>
          <a:xfrm>
            <a:off x="5898629" y="4412104"/>
            <a:ext cx="572874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0E3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8F0E3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MSFT_Color_1">
      <a:dk1>
        <a:srgbClr val="32363F"/>
      </a:dk1>
      <a:lt1>
        <a:srgbClr val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ersonalizar">
  <a:themeElements>
    <a:clrScheme name="Custom 74">
      <a:dk1>
        <a:srgbClr val="000000"/>
      </a:dk1>
      <a:lt1>
        <a:srgbClr val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2025-07-30T06:34:20Z</dcterms:created>
  <dc:creator>Gerhard Benjamin Ardon Valdez</dc:creator>
</cp:coreProperties>
</file>