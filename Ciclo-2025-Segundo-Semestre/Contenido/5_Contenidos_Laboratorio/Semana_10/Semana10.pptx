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  <p:sldMasterId id="2147483707" r:id="rId5"/>
  </p:sldMasterIdLst>
  <p:notesMasterIdLst>
    <p:notesMasterId r:id="rId9"/>
  </p:notesMasterIdLst>
  <p:handoutMasterIdLst>
    <p:handoutMasterId r:id="rId10"/>
  </p:handoutMasterIdLst>
  <p:sldIdLst>
    <p:sldId id="293" r:id="rId6"/>
    <p:sldId id="277" r:id="rId7"/>
    <p:sldId id="256" r:id="rId8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77" userDrawn="1">
          <p15:clr>
            <a:srgbClr val="A4A3A4"/>
          </p15:clr>
        </p15:guide>
        <p15:guide id="2" pos="3137" userDrawn="1">
          <p15:clr>
            <a:srgbClr val="A4A3A4"/>
          </p15:clr>
        </p15:guide>
        <p15:guide id="3" orient="horz" pos="95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03A2C2-7657-49AB-9EF9-96D26F3DBFC0}" v="89" dt="2025-09-03T23:12:00.596"/>
  </p1510:revLst>
</p1510:revInfo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3204" autoAdjust="0"/>
  </p:normalViewPr>
  <p:slideViewPr>
    <p:cSldViewPr snapToGrid="0">
      <p:cViewPr varScale="1">
        <p:scale>
          <a:sx n="65" d="100"/>
          <a:sy n="65" d="100"/>
        </p:scale>
        <p:origin x="978" y="48"/>
      </p:cViewPr>
      <p:guideLst>
        <p:guide orient="horz" pos="777"/>
        <p:guide pos="3137"/>
        <p:guide orient="horz" pos="958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286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don, Gerhard" userId="8721fa44-6e62-4f20-9139-47497d943791" providerId="ADAL" clId="{F503A2C2-7657-49AB-9EF9-96D26F3DBFC0}"/>
    <pc:docChg chg="undo custSel addSld delSld modSld sldOrd">
      <pc:chgData name="Ardon, Gerhard" userId="8721fa44-6e62-4f20-9139-47497d943791" providerId="ADAL" clId="{F503A2C2-7657-49AB-9EF9-96D26F3DBFC0}" dt="2025-09-03T23:12:05.800" v="1822" actId="26606"/>
      <pc:docMkLst>
        <pc:docMk/>
      </pc:docMkLst>
      <pc:sldChg chg="modSp mod">
        <pc:chgData name="Ardon, Gerhard" userId="8721fa44-6e62-4f20-9139-47497d943791" providerId="ADAL" clId="{F503A2C2-7657-49AB-9EF9-96D26F3DBFC0}" dt="2025-09-03T22:24:12.577" v="320" actId="27636"/>
        <pc:sldMkLst>
          <pc:docMk/>
          <pc:sldMk cId="1346372204" sldId="264"/>
        </pc:sldMkLst>
        <pc:spChg chg="mod">
          <ac:chgData name="Ardon, Gerhard" userId="8721fa44-6e62-4f20-9139-47497d943791" providerId="ADAL" clId="{F503A2C2-7657-49AB-9EF9-96D26F3DBFC0}" dt="2025-09-03T22:24:12.577" v="320" actId="27636"/>
          <ac:spMkLst>
            <pc:docMk/>
            <pc:sldMk cId="1346372204" sldId="264"/>
            <ac:spMk id="3" creationId="{033634FE-ADF0-4BC3-A0A9-447EA9DD096B}"/>
          </ac:spMkLst>
        </pc:spChg>
      </pc:sldChg>
      <pc:sldChg chg="del">
        <pc:chgData name="Ardon, Gerhard" userId="8721fa44-6e62-4f20-9139-47497d943791" providerId="ADAL" clId="{F503A2C2-7657-49AB-9EF9-96D26F3DBFC0}" dt="2025-09-03T22:24:32.659" v="321" actId="2696"/>
        <pc:sldMkLst>
          <pc:docMk/>
          <pc:sldMk cId="4151694508" sldId="268"/>
        </pc:sldMkLst>
      </pc:sldChg>
      <pc:sldChg chg="delSp modSp del mod">
        <pc:chgData name="Ardon, Gerhard" userId="8721fa44-6e62-4f20-9139-47497d943791" providerId="ADAL" clId="{F503A2C2-7657-49AB-9EF9-96D26F3DBFC0}" dt="2025-09-03T23:11:11.490" v="1799" actId="2696"/>
        <pc:sldMkLst>
          <pc:docMk/>
          <pc:sldMk cId="0" sldId="274"/>
        </pc:sldMkLst>
        <pc:spChg chg="del mod">
          <ac:chgData name="Ardon, Gerhard" userId="8721fa44-6e62-4f20-9139-47497d943791" providerId="ADAL" clId="{F503A2C2-7657-49AB-9EF9-96D26F3DBFC0}" dt="2025-09-03T23:10:36.408" v="1763" actId="478"/>
          <ac:spMkLst>
            <pc:docMk/>
            <pc:sldMk cId="0" sldId="274"/>
            <ac:spMk id="472" creationId="{00000000-0000-0000-0000-000000000000}"/>
          </ac:spMkLst>
        </pc:spChg>
        <pc:spChg chg="mod">
          <ac:chgData name="Ardon, Gerhard" userId="8721fa44-6e62-4f20-9139-47497d943791" providerId="ADAL" clId="{F503A2C2-7657-49AB-9EF9-96D26F3DBFC0}" dt="2025-09-03T23:10:25.657" v="1758" actId="20577"/>
          <ac:spMkLst>
            <pc:docMk/>
            <pc:sldMk cId="0" sldId="274"/>
            <ac:spMk id="484" creationId="{00000000-0000-0000-0000-000000000000}"/>
          </ac:spMkLst>
        </pc:spChg>
        <pc:grpChg chg="del mod">
          <ac:chgData name="Ardon, Gerhard" userId="8721fa44-6e62-4f20-9139-47497d943791" providerId="ADAL" clId="{F503A2C2-7657-49AB-9EF9-96D26F3DBFC0}" dt="2025-09-03T23:10:27.482" v="1760" actId="478"/>
          <ac:grpSpMkLst>
            <pc:docMk/>
            <pc:sldMk cId="0" sldId="274"/>
            <ac:grpSpMk id="482" creationId="{00000000-0000-0000-0000-000000000000}"/>
          </ac:grpSpMkLst>
        </pc:grpChg>
      </pc:sldChg>
      <pc:sldChg chg="del">
        <pc:chgData name="Ardon, Gerhard" userId="8721fa44-6e62-4f20-9139-47497d943791" providerId="ADAL" clId="{F503A2C2-7657-49AB-9EF9-96D26F3DBFC0}" dt="2025-09-03T23:11:42.433" v="1800" actId="2696"/>
        <pc:sldMkLst>
          <pc:docMk/>
          <pc:sldMk cId="0" sldId="275"/>
        </pc:sldMkLst>
      </pc:sldChg>
      <pc:sldChg chg="modSp mod">
        <pc:chgData name="Ardon, Gerhard" userId="8721fa44-6e62-4f20-9139-47497d943791" providerId="ADAL" clId="{F503A2C2-7657-49AB-9EF9-96D26F3DBFC0}" dt="2025-09-03T22:21:26.703" v="141" actId="20577"/>
        <pc:sldMkLst>
          <pc:docMk/>
          <pc:sldMk cId="2243494996" sldId="277"/>
        </pc:sldMkLst>
        <pc:spChg chg="mod">
          <ac:chgData name="Ardon, Gerhard" userId="8721fa44-6e62-4f20-9139-47497d943791" providerId="ADAL" clId="{F503A2C2-7657-49AB-9EF9-96D26F3DBFC0}" dt="2025-09-03T22:21:26.703" v="141" actId="20577"/>
          <ac:spMkLst>
            <pc:docMk/>
            <pc:sldMk cId="2243494996" sldId="277"/>
            <ac:spMk id="3" creationId="{35E3EA69-4E0E-41BD-8095-A124225A2647}"/>
          </ac:spMkLst>
        </pc:spChg>
      </pc:sldChg>
      <pc:sldChg chg="modSp mod">
        <pc:chgData name="Ardon, Gerhard" userId="8721fa44-6e62-4f20-9139-47497d943791" providerId="ADAL" clId="{F503A2C2-7657-49AB-9EF9-96D26F3DBFC0}" dt="2025-09-03T22:23:52.311" v="318" actId="20577"/>
        <pc:sldMkLst>
          <pc:docMk/>
          <pc:sldMk cId="1329539271" sldId="290"/>
        </pc:sldMkLst>
        <pc:spChg chg="mod">
          <ac:chgData name="Ardon, Gerhard" userId="8721fa44-6e62-4f20-9139-47497d943791" providerId="ADAL" clId="{F503A2C2-7657-49AB-9EF9-96D26F3DBFC0}" dt="2025-09-03T22:23:52.311" v="318" actId="20577"/>
          <ac:spMkLst>
            <pc:docMk/>
            <pc:sldMk cId="1329539271" sldId="290"/>
            <ac:spMk id="2" creationId="{216815C6-3AD0-46E6-A74A-1967BD91AF50}"/>
          </ac:spMkLst>
        </pc:spChg>
      </pc:sldChg>
      <pc:sldChg chg="del">
        <pc:chgData name="Ardon, Gerhard" userId="8721fa44-6e62-4f20-9139-47497d943791" providerId="ADAL" clId="{F503A2C2-7657-49AB-9EF9-96D26F3DBFC0}" dt="2025-09-03T22:24:32.659" v="321" actId="2696"/>
        <pc:sldMkLst>
          <pc:docMk/>
          <pc:sldMk cId="3003251909" sldId="291"/>
        </pc:sldMkLst>
      </pc:sldChg>
      <pc:sldChg chg="modSp mod">
        <pc:chgData name="Ardon, Gerhard" userId="8721fa44-6e62-4f20-9139-47497d943791" providerId="ADAL" clId="{F503A2C2-7657-49AB-9EF9-96D26F3DBFC0}" dt="2025-09-03T22:18:46.482" v="5" actId="20577"/>
        <pc:sldMkLst>
          <pc:docMk/>
          <pc:sldMk cId="0" sldId="293"/>
        </pc:sldMkLst>
        <pc:graphicFrameChg chg="modGraphic">
          <ac:chgData name="Ardon, Gerhard" userId="8721fa44-6e62-4f20-9139-47497d943791" providerId="ADAL" clId="{F503A2C2-7657-49AB-9EF9-96D26F3DBFC0}" dt="2025-09-03T22:18:46.482" v="5" actId="20577"/>
          <ac:graphicFrameMkLst>
            <pc:docMk/>
            <pc:sldMk cId="0" sldId="293"/>
            <ac:graphicFrameMk id="55" creationId="{00000000-0000-0000-0000-000000000000}"/>
          </ac:graphicFrameMkLst>
        </pc:graphicFrameChg>
      </pc:sldChg>
      <pc:sldChg chg="del">
        <pc:chgData name="Ardon, Gerhard" userId="8721fa44-6e62-4f20-9139-47497d943791" providerId="ADAL" clId="{F503A2C2-7657-49AB-9EF9-96D26F3DBFC0}" dt="2025-09-03T22:24:32.659" v="321" actId="2696"/>
        <pc:sldMkLst>
          <pc:docMk/>
          <pc:sldMk cId="2336508684" sldId="296"/>
        </pc:sldMkLst>
      </pc:sldChg>
      <pc:sldChg chg="del">
        <pc:chgData name="Ardon, Gerhard" userId="8721fa44-6e62-4f20-9139-47497d943791" providerId="ADAL" clId="{F503A2C2-7657-49AB-9EF9-96D26F3DBFC0}" dt="2025-09-03T22:24:32.659" v="321" actId="2696"/>
        <pc:sldMkLst>
          <pc:docMk/>
          <pc:sldMk cId="2316475114" sldId="297"/>
        </pc:sldMkLst>
      </pc:sldChg>
      <pc:sldChg chg="modSp mod">
        <pc:chgData name="Ardon, Gerhard" userId="8721fa44-6e62-4f20-9139-47497d943791" providerId="ADAL" clId="{F503A2C2-7657-49AB-9EF9-96D26F3DBFC0}" dt="2025-09-03T22:22:41.225" v="310" actId="20577"/>
        <pc:sldMkLst>
          <pc:docMk/>
          <pc:sldMk cId="3584323284" sldId="311"/>
        </pc:sldMkLst>
        <pc:spChg chg="mod">
          <ac:chgData name="Ardon, Gerhard" userId="8721fa44-6e62-4f20-9139-47497d943791" providerId="ADAL" clId="{F503A2C2-7657-49AB-9EF9-96D26F3DBFC0}" dt="2025-09-03T22:22:41.225" v="310" actId="20577"/>
          <ac:spMkLst>
            <pc:docMk/>
            <pc:sldMk cId="3584323284" sldId="311"/>
            <ac:spMk id="3" creationId="{36A548F0-2D61-BA64-E2B1-094C3DD6BF97}"/>
          </ac:spMkLst>
        </pc:spChg>
      </pc:sldChg>
      <pc:sldChg chg="del">
        <pc:chgData name="Ardon, Gerhard" userId="8721fa44-6e62-4f20-9139-47497d943791" providerId="ADAL" clId="{F503A2C2-7657-49AB-9EF9-96D26F3DBFC0}" dt="2025-09-03T22:24:32.659" v="321" actId="2696"/>
        <pc:sldMkLst>
          <pc:docMk/>
          <pc:sldMk cId="1855514104" sldId="312"/>
        </pc:sldMkLst>
      </pc:sldChg>
      <pc:sldChg chg="modSp new mod">
        <pc:chgData name="Ardon, Gerhard" userId="8721fa44-6e62-4f20-9139-47497d943791" providerId="ADAL" clId="{F503A2C2-7657-49AB-9EF9-96D26F3DBFC0}" dt="2025-09-03T22:24:45.200" v="339" actId="27636"/>
        <pc:sldMkLst>
          <pc:docMk/>
          <pc:sldMk cId="4041886621" sldId="312"/>
        </pc:sldMkLst>
        <pc:spChg chg="mod">
          <ac:chgData name="Ardon, Gerhard" userId="8721fa44-6e62-4f20-9139-47497d943791" providerId="ADAL" clId="{F503A2C2-7657-49AB-9EF9-96D26F3DBFC0}" dt="2025-09-03T22:24:43.347" v="337" actId="20577"/>
          <ac:spMkLst>
            <pc:docMk/>
            <pc:sldMk cId="4041886621" sldId="312"/>
            <ac:spMk id="2" creationId="{15B3E7EE-5C3A-F5A0-D3B4-F56F80798C5A}"/>
          </ac:spMkLst>
        </pc:spChg>
        <pc:spChg chg="mod">
          <ac:chgData name="Ardon, Gerhard" userId="8721fa44-6e62-4f20-9139-47497d943791" providerId="ADAL" clId="{F503A2C2-7657-49AB-9EF9-96D26F3DBFC0}" dt="2025-09-03T22:24:45.200" v="339" actId="27636"/>
          <ac:spMkLst>
            <pc:docMk/>
            <pc:sldMk cId="4041886621" sldId="312"/>
            <ac:spMk id="3" creationId="{2B9BB7C4-D56B-6ADB-35D8-6088302376BD}"/>
          </ac:spMkLst>
        </pc:spChg>
      </pc:sldChg>
      <pc:sldChg chg="modSp new mod ord">
        <pc:chgData name="Ardon, Gerhard" userId="8721fa44-6e62-4f20-9139-47497d943791" providerId="ADAL" clId="{F503A2C2-7657-49AB-9EF9-96D26F3DBFC0}" dt="2025-09-03T22:26:38.171" v="368" actId="5793"/>
        <pc:sldMkLst>
          <pc:docMk/>
          <pc:sldMk cId="1290342550" sldId="313"/>
        </pc:sldMkLst>
        <pc:spChg chg="mod">
          <ac:chgData name="Ardon, Gerhard" userId="8721fa44-6e62-4f20-9139-47497d943791" providerId="ADAL" clId="{F503A2C2-7657-49AB-9EF9-96D26F3DBFC0}" dt="2025-09-03T22:25:50.852" v="359" actId="20577"/>
          <ac:spMkLst>
            <pc:docMk/>
            <pc:sldMk cId="1290342550" sldId="313"/>
            <ac:spMk id="2" creationId="{210C9D7B-6BA9-D4E7-A882-EB20FF5C5E5D}"/>
          </ac:spMkLst>
        </pc:spChg>
        <pc:spChg chg="mod">
          <ac:chgData name="Ardon, Gerhard" userId="8721fa44-6e62-4f20-9139-47497d943791" providerId="ADAL" clId="{F503A2C2-7657-49AB-9EF9-96D26F3DBFC0}" dt="2025-09-03T22:26:38.171" v="368" actId="5793"/>
          <ac:spMkLst>
            <pc:docMk/>
            <pc:sldMk cId="1290342550" sldId="313"/>
            <ac:spMk id="3" creationId="{7FD9C256-0A85-DF91-409B-0F80E1E74544}"/>
          </ac:spMkLst>
        </pc:spChg>
      </pc:sldChg>
      <pc:sldChg chg="new del">
        <pc:chgData name="Ardon, Gerhard" userId="8721fa44-6e62-4f20-9139-47497d943791" providerId="ADAL" clId="{F503A2C2-7657-49AB-9EF9-96D26F3DBFC0}" dt="2025-09-03T22:24:57.954" v="341" actId="2696"/>
        <pc:sldMkLst>
          <pc:docMk/>
          <pc:sldMk cId="2810034505" sldId="313"/>
        </pc:sldMkLst>
      </pc:sldChg>
      <pc:sldChg chg="del">
        <pc:chgData name="Ardon, Gerhard" userId="8721fa44-6e62-4f20-9139-47497d943791" providerId="ADAL" clId="{F503A2C2-7657-49AB-9EF9-96D26F3DBFC0}" dt="2025-09-03T22:24:32.659" v="321" actId="2696"/>
        <pc:sldMkLst>
          <pc:docMk/>
          <pc:sldMk cId="4019187754" sldId="313"/>
        </pc:sldMkLst>
      </pc:sldChg>
      <pc:sldChg chg="new del">
        <pc:chgData name="Ardon, Gerhard" userId="8721fa44-6e62-4f20-9139-47497d943791" providerId="ADAL" clId="{F503A2C2-7657-49AB-9EF9-96D26F3DBFC0}" dt="2025-09-03T22:27:07.877" v="370" actId="2696"/>
        <pc:sldMkLst>
          <pc:docMk/>
          <pc:sldMk cId="407249861" sldId="314"/>
        </pc:sldMkLst>
      </pc:sldChg>
      <pc:sldChg chg="del">
        <pc:chgData name="Ardon, Gerhard" userId="8721fa44-6e62-4f20-9139-47497d943791" providerId="ADAL" clId="{F503A2C2-7657-49AB-9EF9-96D26F3DBFC0}" dt="2025-09-03T22:24:32.659" v="321" actId="2696"/>
        <pc:sldMkLst>
          <pc:docMk/>
          <pc:sldMk cId="1458825977" sldId="314"/>
        </pc:sldMkLst>
      </pc:sldChg>
      <pc:sldChg chg="modSp new mod">
        <pc:chgData name="Ardon, Gerhard" userId="8721fa44-6e62-4f20-9139-47497d943791" providerId="ADAL" clId="{F503A2C2-7657-49AB-9EF9-96D26F3DBFC0}" dt="2025-09-03T22:30:41.272" v="463" actId="27636"/>
        <pc:sldMkLst>
          <pc:docMk/>
          <pc:sldMk cId="1699206053" sldId="314"/>
        </pc:sldMkLst>
        <pc:spChg chg="mod">
          <ac:chgData name="Ardon, Gerhard" userId="8721fa44-6e62-4f20-9139-47497d943791" providerId="ADAL" clId="{F503A2C2-7657-49AB-9EF9-96D26F3DBFC0}" dt="2025-09-03T22:29:15.752" v="453" actId="20577"/>
          <ac:spMkLst>
            <pc:docMk/>
            <pc:sldMk cId="1699206053" sldId="314"/>
            <ac:spMk id="2" creationId="{E9ACA5F1-CBDD-B261-0B89-F747D6567CE2}"/>
          </ac:spMkLst>
        </pc:spChg>
        <pc:spChg chg="mod">
          <ac:chgData name="Ardon, Gerhard" userId="8721fa44-6e62-4f20-9139-47497d943791" providerId="ADAL" clId="{F503A2C2-7657-49AB-9EF9-96D26F3DBFC0}" dt="2025-09-03T22:30:41.272" v="463" actId="27636"/>
          <ac:spMkLst>
            <pc:docMk/>
            <pc:sldMk cId="1699206053" sldId="314"/>
            <ac:spMk id="3" creationId="{350691CE-01D0-AFDF-288C-669BB14CB058}"/>
          </ac:spMkLst>
        </pc:spChg>
      </pc:sldChg>
      <pc:sldChg chg="addSp delSp modSp new mod">
        <pc:chgData name="Ardon, Gerhard" userId="8721fa44-6e62-4f20-9139-47497d943791" providerId="ADAL" clId="{F503A2C2-7657-49AB-9EF9-96D26F3DBFC0}" dt="2025-09-03T22:29:04.059" v="435" actId="20577"/>
        <pc:sldMkLst>
          <pc:docMk/>
          <pc:sldMk cId="708448278" sldId="315"/>
        </pc:sldMkLst>
        <pc:spChg chg="del">
          <ac:chgData name="Ardon, Gerhard" userId="8721fa44-6e62-4f20-9139-47497d943791" providerId="ADAL" clId="{F503A2C2-7657-49AB-9EF9-96D26F3DBFC0}" dt="2025-09-03T22:28:46.433" v="374" actId="26606"/>
          <ac:spMkLst>
            <pc:docMk/>
            <pc:sldMk cId="708448278" sldId="315"/>
            <ac:spMk id="2" creationId="{79F6A6AD-60BC-2DE7-406B-A984B5D6B45A}"/>
          </ac:spMkLst>
        </pc:spChg>
        <pc:spChg chg="del">
          <ac:chgData name="Ardon, Gerhard" userId="8721fa44-6e62-4f20-9139-47497d943791" providerId="ADAL" clId="{F503A2C2-7657-49AB-9EF9-96D26F3DBFC0}" dt="2025-09-03T22:28:33.789" v="373" actId="931"/>
          <ac:spMkLst>
            <pc:docMk/>
            <pc:sldMk cId="708448278" sldId="315"/>
            <ac:spMk id="3" creationId="{93794C0B-0D0C-9ADF-F62B-4E663A86F2D7}"/>
          </ac:spMkLst>
        </pc:spChg>
        <pc:spChg chg="add mod">
          <ac:chgData name="Ardon, Gerhard" userId="8721fa44-6e62-4f20-9139-47497d943791" providerId="ADAL" clId="{F503A2C2-7657-49AB-9EF9-96D26F3DBFC0}" dt="2025-09-03T22:29:04.059" v="435" actId="20577"/>
          <ac:spMkLst>
            <pc:docMk/>
            <pc:sldMk cId="708448278" sldId="315"/>
            <ac:spMk id="10" creationId="{DADCC885-0327-9B34-3A6C-183487215E2D}"/>
          </ac:spMkLst>
        </pc:spChg>
        <pc:picChg chg="add mod">
          <ac:chgData name="Ardon, Gerhard" userId="8721fa44-6e62-4f20-9139-47497d943791" providerId="ADAL" clId="{F503A2C2-7657-49AB-9EF9-96D26F3DBFC0}" dt="2025-09-03T22:28:46.433" v="374" actId="26606"/>
          <ac:picMkLst>
            <pc:docMk/>
            <pc:sldMk cId="708448278" sldId="315"/>
            <ac:picMk id="5" creationId="{1AC78FF7-0E5F-5F1F-FC39-51F40E643D40}"/>
          </ac:picMkLst>
        </pc:picChg>
      </pc:sldChg>
      <pc:sldChg chg="del">
        <pc:chgData name="Ardon, Gerhard" userId="8721fa44-6e62-4f20-9139-47497d943791" providerId="ADAL" clId="{F503A2C2-7657-49AB-9EF9-96D26F3DBFC0}" dt="2025-09-03T22:24:32.659" v="321" actId="2696"/>
        <pc:sldMkLst>
          <pc:docMk/>
          <pc:sldMk cId="1619801789" sldId="315"/>
        </pc:sldMkLst>
      </pc:sldChg>
      <pc:sldChg chg="del">
        <pc:chgData name="Ardon, Gerhard" userId="8721fa44-6e62-4f20-9139-47497d943791" providerId="ADAL" clId="{F503A2C2-7657-49AB-9EF9-96D26F3DBFC0}" dt="2025-09-03T22:24:32.659" v="321" actId="2696"/>
        <pc:sldMkLst>
          <pc:docMk/>
          <pc:sldMk cId="449753028" sldId="316"/>
        </pc:sldMkLst>
      </pc:sldChg>
      <pc:sldChg chg="delSp modSp new mod">
        <pc:chgData name="Ardon, Gerhard" userId="8721fa44-6e62-4f20-9139-47497d943791" providerId="ADAL" clId="{F503A2C2-7657-49AB-9EF9-96D26F3DBFC0}" dt="2025-09-03T22:32:08.677" v="478" actId="27636"/>
        <pc:sldMkLst>
          <pc:docMk/>
          <pc:sldMk cId="2659169652" sldId="316"/>
        </pc:sldMkLst>
        <pc:spChg chg="del mod">
          <ac:chgData name="Ardon, Gerhard" userId="8721fa44-6e62-4f20-9139-47497d943791" providerId="ADAL" clId="{F503A2C2-7657-49AB-9EF9-96D26F3DBFC0}" dt="2025-09-03T22:31:14.566" v="472" actId="478"/>
          <ac:spMkLst>
            <pc:docMk/>
            <pc:sldMk cId="2659169652" sldId="316"/>
            <ac:spMk id="2" creationId="{548126C6-4CD2-0F9C-B563-7E774B4069C9}"/>
          </ac:spMkLst>
        </pc:spChg>
        <pc:spChg chg="mod">
          <ac:chgData name="Ardon, Gerhard" userId="8721fa44-6e62-4f20-9139-47497d943791" providerId="ADAL" clId="{F503A2C2-7657-49AB-9EF9-96D26F3DBFC0}" dt="2025-09-03T22:32:08.677" v="478" actId="27636"/>
          <ac:spMkLst>
            <pc:docMk/>
            <pc:sldMk cId="2659169652" sldId="316"/>
            <ac:spMk id="3" creationId="{24D132B7-E482-7D2A-3CE9-3EA3408AF953}"/>
          </ac:spMkLst>
        </pc:spChg>
      </pc:sldChg>
      <pc:sldChg chg="addSp delSp modSp new mod modClrScheme chgLayout">
        <pc:chgData name="Ardon, Gerhard" userId="8721fa44-6e62-4f20-9139-47497d943791" providerId="ADAL" clId="{F503A2C2-7657-49AB-9EF9-96D26F3DBFC0}" dt="2025-09-03T22:34:19.633" v="545" actId="26606"/>
        <pc:sldMkLst>
          <pc:docMk/>
          <pc:sldMk cId="886792364" sldId="317"/>
        </pc:sldMkLst>
        <pc:spChg chg="mod">
          <ac:chgData name="Ardon, Gerhard" userId="8721fa44-6e62-4f20-9139-47497d943791" providerId="ADAL" clId="{F503A2C2-7657-49AB-9EF9-96D26F3DBFC0}" dt="2025-09-03T22:34:19.633" v="545" actId="26606"/>
          <ac:spMkLst>
            <pc:docMk/>
            <pc:sldMk cId="886792364" sldId="317"/>
            <ac:spMk id="2" creationId="{E4678136-8522-6666-4EC6-B98F5523CBB0}"/>
          </ac:spMkLst>
        </pc:spChg>
        <pc:spChg chg="del">
          <ac:chgData name="Ardon, Gerhard" userId="8721fa44-6e62-4f20-9139-47497d943791" providerId="ADAL" clId="{F503A2C2-7657-49AB-9EF9-96D26F3DBFC0}" dt="2025-09-03T22:34:19.633" v="545" actId="26606"/>
          <ac:spMkLst>
            <pc:docMk/>
            <pc:sldMk cId="886792364" sldId="317"/>
            <ac:spMk id="3" creationId="{032E800B-9B5B-161A-0838-1B0B3E520437}"/>
          </ac:spMkLst>
        </pc:spChg>
        <pc:spChg chg="mod ord">
          <ac:chgData name="Ardon, Gerhard" userId="8721fa44-6e62-4f20-9139-47497d943791" providerId="ADAL" clId="{F503A2C2-7657-49AB-9EF9-96D26F3DBFC0}" dt="2025-09-03T22:34:19.633" v="545" actId="26606"/>
          <ac:spMkLst>
            <pc:docMk/>
            <pc:sldMk cId="886792364" sldId="317"/>
            <ac:spMk id="4" creationId="{116E50D1-FE51-0AAB-0B18-E10ACFD32F91}"/>
          </ac:spMkLst>
        </pc:spChg>
        <pc:picChg chg="add mod">
          <ac:chgData name="Ardon, Gerhard" userId="8721fa44-6e62-4f20-9139-47497d943791" providerId="ADAL" clId="{F503A2C2-7657-49AB-9EF9-96D26F3DBFC0}" dt="2025-09-03T22:34:19.633" v="545" actId="26606"/>
          <ac:picMkLst>
            <pc:docMk/>
            <pc:sldMk cId="886792364" sldId="317"/>
            <ac:picMk id="6" creationId="{B19224DC-CF11-B2BC-61B8-4E4FFD68EDEA}"/>
          </ac:picMkLst>
        </pc:picChg>
      </pc:sldChg>
      <pc:sldChg chg="del">
        <pc:chgData name="Ardon, Gerhard" userId="8721fa44-6e62-4f20-9139-47497d943791" providerId="ADAL" clId="{F503A2C2-7657-49AB-9EF9-96D26F3DBFC0}" dt="2025-09-03T22:24:32.659" v="321" actId="2696"/>
        <pc:sldMkLst>
          <pc:docMk/>
          <pc:sldMk cId="4031701160" sldId="317"/>
        </pc:sldMkLst>
      </pc:sldChg>
      <pc:sldChg chg="addSp delSp modSp new mod">
        <pc:chgData name="Ardon, Gerhard" userId="8721fa44-6e62-4f20-9139-47497d943791" providerId="ADAL" clId="{F503A2C2-7657-49AB-9EF9-96D26F3DBFC0}" dt="2025-09-03T22:36:42.090" v="659" actId="26606"/>
        <pc:sldMkLst>
          <pc:docMk/>
          <pc:sldMk cId="2130652891" sldId="318"/>
        </pc:sldMkLst>
        <pc:spChg chg="mod">
          <ac:chgData name="Ardon, Gerhard" userId="8721fa44-6e62-4f20-9139-47497d943791" providerId="ADAL" clId="{F503A2C2-7657-49AB-9EF9-96D26F3DBFC0}" dt="2025-09-03T22:36:42.090" v="659" actId="26606"/>
          <ac:spMkLst>
            <pc:docMk/>
            <pc:sldMk cId="2130652891" sldId="318"/>
            <ac:spMk id="2" creationId="{6436115A-0DE4-F39C-0783-7D1F32758AFC}"/>
          </ac:spMkLst>
        </pc:spChg>
        <pc:spChg chg="del mod">
          <ac:chgData name="Ardon, Gerhard" userId="8721fa44-6e62-4f20-9139-47497d943791" providerId="ADAL" clId="{F503A2C2-7657-49AB-9EF9-96D26F3DBFC0}" dt="2025-09-03T22:36:42.090" v="659" actId="26606"/>
          <ac:spMkLst>
            <pc:docMk/>
            <pc:sldMk cId="2130652891" sldId="318"/>
            <ac:spMk id="3" creationId="{3E6A8C0E-43E1-2C3F-71FE-FED2E3CC5A36}"/>
          </ac:spMkLst>
        </pc:spChg>
        <pc:spChg chg="mod">
          <ac:chgData name="Ardon, Gerhard" userId="8721fa44-6e62-4f20-9139-47497d943791" providerId="ADAL" clId="{F503A2C2-7657-49AB-9EF9-96D26F3DBFC0}" dt="2025-09-03T22:36:42.090" v="659" actId="26606"/>
          <ac:spMkLst>
            <pc:docMk/>
            <pc:sldMk cId="2130652891" sldId="318"/>
            <ac:spMk id="4" creationId="{32E77738-2745-9846-7E1F-2C5A57A8E2A7}"/>
          </ac:spMkLst>
        </pc:spChg>
        <pc:graphicFrameChg chg="add">
          <ac:chgData name="Ardon, Gerhard" userId="8721fa44-6e62-4f20-9139-47497d943791" providerId="ADAL" clId="{F503A2C2-7657-49AB-9EF9-96D26F3DBFC0}" dt="2025-09-03T22:36:42.090" v="659" actId="26606"/>
          <ac:graphicFrameMkLst>
            <pc:docMk/>
            <pc:sldMk cId="2130652891" sldId="318"/>
            <ac:graphicFrameMk id="6" creationId="{2DC804DA-6FC2-F05C-21CC-CF835C354087}"/>
          </ac:graphicFrameMkLst>
        </pc:graphicFrameChg>
      </pc:sldChg>
      <pc:sldChg chg="del">
        <pc:chgData name="Ardon, Gerhard" userId="8721fa44-6e62-4f20-9139-47497d943791" providerId="ADAL" clId="{F503A2C2-7657-49AB-9EF9-96D26F3DBFC0}" dt="2025-09-03T22:24:32.659" v="321" actId="2696"/>
        <pc:sldMkLst>
          <pc:docMk/>
          <pc:sldMk cId="2983382483" sldId="318"/>
        </pc:sldMkLst>
      </pc:sldChg>
      <pc:sldChg chg="addSp delSp modSp new mod">
        <pc:chgData name="Ardon, Gerhard" userId="8721fa44-6e62-4f20-9139-47497d943791" providerId="ADAL" clId="{F503A2C2-7657-49AB-9EF9-96D26F3DBFC0}" dt="2025-09-03T22:41:27.318" v="754" actId="26606"/>
        <pc:sldMkLst>
          <pc:docMk/>
          <pc:sldMk cId="302124970" sldId="319"/>
        </pc:sldMkLst>
        <pc:spChg chg="mod">
          <ac:chgData name="Ardon, Gerhard" userId="8721fa44-6e62-4f20-9139-47497d943791" providerId="ADAL" clId="{F503A2C2-7657-49AB-9EF9-96D26F3DBFC0}" dt="2025-09-03T22:41:27.318" v="754" actId="26606"/>
          <ac:spMkLst>
            <pc:docMk/>
            <pc:sldMk cId="302124970" sldId="319"/>
            <ac:spMk id="2" creationId="{9D1C9459-ADCF-5D03-D93E-1131E6750BC7}"/>
          </ac:spMkLst>
        </pc:spChg>
        <pc:spChg chg="del mod">
          <ac:chgData name="Ardon, Gerhard" userId="8721fa44-6e62-4f20-9139-47497d943791" providerId="ADAL" clId="{F503A2C2-7657-49AB-9EF9-96D26F3DBFC0}" dt="2025-09-03T22:41:27.318" v="754" actId="26606"/>
          <ac:spMkLst>
            <pc:docMk/>
            <pc:sldMk cId="302124970" sldId="319"/>
            <ac:spMk id="3" creationId="{67A562EA-23C8-E074-5B84-AFE3B6EE0D99}"/>
          </ac:spMkLst>
        </pc:spChg>
        <pc:spChg chg="mod">
          <ac:chgData name="Ardon, Gerhard" userId="8721fa44-6e62-4f20-9139-47497d943791" providerId="ADAL" clId="{F503A2C2-7657-49AB-9EF9-96D26F3DBFC0}" dt="2025-09-03T22:41:27.318" v="754" actId="26606"/>
          <ac:spMkLst>
            <pc:docMk/>
            <pc:sldMk cId="302124970" sldId="319"/>
            <ac:spMk id="4" creationId="{C1C66BF3-6239-A56A-539D-742CE612FDE9}"/>
          </ac:spMkLst>
        </pc:spChg>
        <pc:graphicFrameChg chg="add">
          <ac:chgData name="Ardon, Gerhard" userId="8721fa44-6e62-4f20-9139-47497d943791" providerId="ADAL" clId="{F503A2C2-7657-49AB-9EF9-96D26F3DBFC0}" dt="2025-09-03T22:41:27.318" v="754" actId="26606"/>
          <ac:graphicFrameMkLst>
            <pc:docMk/>
            <pc:sldMk cId="302124970" sldId="319"/>
            <ac:graphicFrameMk id="7" creationId="{1570AE11-FD64-F5FD-F690-E3A424B5976E}"/>
          </ac:graphicFrameMkLst>
        </pc:graphicFrameChg>
        <pc:picChg chg="add del">
          <ac:chgData name="Ardon, Gerhard" userId="8721fa44-6e62-4f20-9139-47497d943791" providerId="ADAL" clId="{F503A2C2-7657-49AB-9EF9-96D26F3DBFC0}" dt="2025-09-03T22:40:59.572" v="675" actId="478"/>
          <ac:picMkLst>
            <pc:docMk/>
            <pc:sldMk cId="302124970" sldId="319"/>
            <ac:picMk id="6" creationId="{8D848F37-BAA6-BA38-4802-3CB3B308BFFD}"/>
          </ac:picMkLst>
        </pc:picChg>
      </pc:sldChg>
      <pc:sldChg chg="del">
        <pc:chgData name="Ardon, Gerhard" userId="8721fa44-6e62-4f20-9139-47497d943791" providerId="ADAL" clId="{F503A2C2-7657-49AB-9EF9-96D26F3DBFC0}" dt="2025-09-03T22:24:32.659" v="321" actId="2696"/>
        <pc:sldMkLst>
          <pc:docMk/>
          <pc:sldMk cId="1109435281" sldId="319"/>
        </pc:sldMkLst>
      </pc:sldChg>
      <pc:sldChg chg="del">
        <pc:chgData name="Ardon, Gerhard" userId="8721fa44-6e62-4f20-9139-47497d943791" providerId="ADAL" clId="{F503A2C2-7657-49AB-9EF9-96D26F3DBFC0}" dt="2025-09-03T22:24:32.659" v="321" actId="2696"/>
        <pc:sldMkLst>
          <pc:docMk/>
          <pc:sldMk cId="317958491" sldId="320"/>
        </pc:sldMkLst>
      </pc:sldChg>
      <pc:sldChg chg="addSp delSp modSp new mod modClrScheme chgLayout">
        <pc:chgData name="Ardon, Gerhard" userId="8721fa44-6e62-4f20-9139-47497d943791" providerId="ADAL" clId="{F503A2C2-7657-49AB-9EF9-96D26F3DBFC0}" dt="2025-09-03T22:48:43.903" v="1079" actId="207"/>
        <pc:sldMkLst>
          <pc:docMk/>
          <pc:sldMk cId="3967599442" sldId="320"/>
        </pc:sldMkLst>
        <pc:spChg chg="mod">
          <ac:chgData name="Ardon, Gerhard" userId="8721fa44-6e62-4f20-9139-47497d943791" providerId="ADAL" clId="{F503A2C2-7657-49AB-9EF9-96D26F3DBFC0}" dt="2025-09-03T22:47:05.031" v="1064" actId="1076"/>
          <ac:spMkLst>
            <pc:docMk/>
            <pc:sldMk cId="3967599442" sldId="320"/>
            <ac:spMk id="2" creationId="{982B5B1E-6A9D-9773-B04A-FF5CA0BD063E}"/>
          </ac:spMkLst>
        </pc:spChg>
        <pc:spChg chg="del mod">
          <ac:chgData name="Ardon, Gerhard" userId="8721fa44-6e62-4f20-9139-47497d943791" providerId="ADAL" clId="{F503A2C2-7657-49AB-9EF9-96D26F3DBFC0}" dt="2025-09-03T22:43:59.872" v="991" actId="26606"/>
          <ac:spMkLst>
            <pc:docMk/>
            <pc:sldMk cId="3967599442" sldId="320"/>
            <ac:spMk id="3" creationId="{9A74A04E-0099-27D1-8BB1-FABFF3B2CCAB}"/>
          </ac:spMkLst>
        </pc:spChg>
        <pc:spChg chg="mod">
          <ac:chgData name="Ardon, Gerhard" userId="8721fa44-6e62-4f20-9139-47497d943791" providerId="ADAL" clId="{F503A2C2-7657-49AB-9EF9-96D26F3DBFC0}" dt="2025-09-03T22:43:59.872" v="991" actId="26606"/>
          <ac:spMkLst>
            <pc:docMk/>
            <pc:sldMk cId="3967599442" sldId="320"/>
            <ac:spMk id="4" creationId="{D9AE0E44-2BAB-9F39-9296-B7212FCB3A06}"/>
          </ac:spMkLst>
        </pc:spChg>
        <pc:spChg chg="add del mod">
          <ac:chgData name="Ardon, Gerhard" userId="8721fa44-6e62-4f20-9139-47497d943791" providerId="ADAL" clId="{F503A2C2-7657-49AB-9EF9-96D26F3DBFC0}" dt="2025-09-03T22:45:02.862" v="995" actId="478"/>
          <ac:spMkLst>
            <pc:docMk/>
            <pc:sldMk cId="3967599442" sldId="320"/>
            <ac:spMk id="10" creationId="{EA0EBF7B-3822-A320-C829-CC7BB5E441F7}"/>
          </ac:spMkLst>
        </pc:spChg>
        <pc:graphicFrameChg chg="add del mod">
          <ac:chgData name="Ardon, Gerhard" userId="8721fa44-6e62-4f20-9139-47497d943791" providerId="ADAL" clId="{F503A2C2-7657-49AB-9EF9-96D26F3DBFC0}" dt="2025-09-03T22:47:06.893" v="1066" actId="478"/>
          <ac:graphicFrameMkLst>
            <pc:docMk/>
            <pc:sldMk cId="3967599442" sldId="320"/>
            <ac:graphicFrameMk id="7" creationId="{B15FE17D-C6B0-0421-C428-AF1400AD896D}"/>
          </ac:graphicFrameMkLst>
        </pc:graphicFrameChg>
        <pc:graphicFrameChg chg="add mod modGraphic">
          <ac:chgData name="Ardon, Gerhard" userId="8721fa44-6e62-4f20-9139-47497d943791" providerId="ADAL" clId="{F503A2C2-7657-49AB-9EF9-96D26F3DBFC0}" dt="2025-09-03T22:48:43.903" v="1079" actId="207"/>
          <ac:graphicFrameMkLst>
            <pc:docMk/>
            <pc:sldMk cId="3967599442" sldId="320"/>
            <ac:graphicFrameMk id="11" creationId="{3AD58730-9E86-B747-BC52-04B36223F022}"/>
          </ac:graphicFrameMkLst>
        </pc:graphicFrameChg>
        <pc:picChg chg="add del">
          <ac:chgData name="Ardon, Gerhard" userId="8721fa44-6e62-4f20-9139-47497d943791" providerId="ADAL" clId="{F503A2C2-7657-49AB-9EF9-96D26F3DBFC0}" dt="2025-09-03T22:43:00.272" v="868" actId="478"/>
          <ac:picMkLst>
            <pc:docMk/>
            <pc:sldMk cId="3967599442" sldId="320"/>
            <ac:picMk id="6" creationId="{D9DF36B8-63F5-0D4B-1581-80EFC55D2420}"/>
          </ac:picMkLst>
        </pc:picChg>
        <pc:picChg chg="add del mod">
          <ac:chgData name="Ardon, Gerhard" userId="8721fa44-6e62-4f20-9139-47497d943791" providerId="ADAL" clId="{F503A2C2-7657-49AB-9EF9-96D26F3DBFC0}" dt="2025-09-03T22:47:07.421" v="1068" actId="478"/>
          <ac:picMkLst>
            <pc:docMk/>
            <pc:sldMk cId="3967599442" sldId="320"/>
            <ac:picMk id="9" creationId="{4E8FF9EE-4D1A-F59D-0A42-F1B6C16F0811}"/>
          </ac:picMkLst>
        </pc:picChg>
      </pc:sldChg>
      <pc:sldChg chg="del">
        <pc:chgData name="Ardon, Gerhard" userId="8721fa44-6e62-4f20-9139-47497d943791" providerId="ADAL" clId="{F503A2C2-7657-49AB-9EF9-96D26F3DBFC0}" dt="2025-09-03T22:24:32.659" v="321" actId="2696"/>
        <pc:sldMkLst>
          <pc:docMk/>
          <pc:sldMk cId="3126269558" sldId="321"/>
        </pc:sldMkLst>
      </pc:sldChg>
      <pc:sldChg chg="addSp delSp modSp new mod">
        <pc:chgData name="Ardon, Gerhard" userId="8721fa44-6e62-4f20-9139-47497d943791" providerId="ADAL" clId="{F503A2C2-7657-49AB-9EF9-96D26F3DBFC0}" dt="2025-09-03T22:49:02.411" v="1083"/>
        <pc:sldMkLst>
          <pc:docMk/>
          <pc:sldMk cId="3943764558" sldId="321"/>
        </pc:sldMkLst>
        <pc:spChg chg="mod">
          <ac:chgData name="Ardon, Gerhard" userId="8721fa44-6e62-4f20-9139-47497d943791" providerId="ADAL" clId="{F503A2C2-7657-49AB-9EF9-96D26F3DBFC0}" dt="2025-09-03T22:45:30.984" v="1047" actId="20577"/>
          <ac:spMkLst>
            <pc:docMk/>
            <pc:sldMk cId="3943764558" sldId="321"/>
            <ac:spMk id="2" creationId="{2F8C3DDC-4D62-E751-20E4-2AE047F775D9}"/>
          </ac:spMkLst>
        </pc:spChg>
        <pc:spChg chg="del mod">
          <ac:chgData name="Ardon, Gerhard" userId="8721fa44-6e62-4f20-9139-47497d943791" providerId="ADAL" clId="{F503A2C2-7657-49AB-9EF9-96D26F3DBFC0}" dt="2025-09-03T22:46:15.113" v="1054" actId="478"/>
          <ac:spMkLst>
            <pc:docMk/>
            <pc:sldMk cId="3943764558" sldId="321"/>
            <ac:spMk id="3" creationId="{39FD533C-FB06-1E8F-4C7A-1CA8EBF82F11}"/>
          </ac:spMkLst>
        </pc:spChg>
        <pc:spChg chg="del mod">
          <ac:chgData name="Ardon, Gerhard" userId="8721fa44-6e62-4f20-9139-47497d943791" providerId="ADAL" clId="{F503A2C2-7657-49AB-9EF9-96D26F3DBFC0}" dt="2025-09-03T22:46:13.117" v="1052" actId="478"/>
          <ac:spMkLst>
            <pc:docMk/>
            <pc:sldMk cId="3943764558" sldId="321"/>
            <ac:spMk id="4" creationId="{3AB467A6-D59E-6459-886B-C709C08C2097}"/>
          </ac:spMkLst>
        </pc:spChg>
        <pc:spChg chg="add del mod">
          <ac:chgData name="Ardon, Gerhard" userId="8721fa44-6e62-4f20-9139-47497d943791" providerId="ADAL" clId="{F503A2C2-7657-49AB-9EF9-96D26F3DBFC0}" dt="2025-09-03T22:46:16.801" v="1056" actId="478"/>
          <ac:spMkLst>
            <pc:docMk/>
            <pc:sldMk cId="3943764558" sldId="321"/>
            <ac:spMk id="8" creationId="{4FD24C27-8520-55E8-BCB9-47F66D16A908}"/>
          </ac:spMkLst>
        </pc:spChg>
        <pc:graphicFrameChg chg="add mod modGraphic">
          <ac:chgData name="Ardon, Gerhard" userId="8721fa44-6e62-4f20-9139-47497d943791" providerId="ADAL" clId="{F503A2C2-7657-49AB-9EF9-96D26F3DBFC0}" dt="2025-09-03T22:49:02.411" v="1083"/>
          <ac:graphicFrameMkLst>
            <pc:docMk/>
            <pc:sldMk cId="3943764558" sldId="321"/>
            <ac:graphicFrameMk id="6" creationId="{AFDCCF16-BC8F-142D-D159-1E1A2706047E}"/>
          </ac:graphicFrameMkLst>
        </pc:graphicFrameChg>
      </pc:sldChg>
      <pc:sldChg chg="addSp delSp modSp new mod modClrScheme chgLayout">
        <pc:chgData name="Ardon, Gerhard" userId="8721fa44-6e62-4f20-9139-47497d943791" providerId="ADAL" clId="{F503A2C2-7657-49AB-9EF9-96D26F3DBFC0}" dt="2025-09-03T22:52:06.255" v="1126" actId="1076"/>
        <pc:sldMkLst>
          <pc:docMk/>
          <pc:sldMk cId="3708791735" sldId="322"/>
        </pc:sldMkLst>
        <pc:spChg chg="mod">
          <ac:chgData name="Ardon, Gerhard" userId="8721fa44-6e62-4f20-9139-47497d943791" providerId="ADAL" clId="{F503A2C2-7657-49AB-9EF9-96D26F3DBFC0}" dt="2025-09-03T22:51:59.191" v="1124" actId="26606"/>
          <ac:spMkLst>
            <pc:docMk/>
            <pc:sldMk cId="3708791735" sldId="322"/>
            <ac:spMk id="2" creationId="{178EFFEF-C5DC-6CEC-3218-B7F170359025}"/>
          </ac:spMkLst>
        </pc:spChg>
        <pc:spChg chg="mod ord">
          <ac:chgData name="Ardon, Gerhard" userId="8721fa44-6e62-4f20-9139-47497d943791" providerId="ADAL" clId="{F503A2C2-7657-49AB-9EF9-96D26F3DBFC0}" dt="2025-09-03T22:51:59.191" v="1124" actId="26606"/>
          <ac:spMkLst>
            <pc:docMk/>
            <pc:sldMk cId="3708791735" sldId="322"/>
            <ac:spMk id="3" creationId="{7FF6DDCE-5B60-BEE1-885D-078ED6AB0E74}"/>
          </ac:spMkLst>
        </pc:spChg>
        <pc:spChg chg="del">
          <ac:chgData name="Ardon, Gerhard" userId="8721fa44-6e62-4f20-9139-47497d943791" providerId="ADAL" clId="{F503A2C2-7657-49AB-9EF9-96D26F3DBFC0}" dt="2025-09-03T22:51:59.191" v="1124" actId="26606"/>
          <ac:spMkLst>
            <pc:docMk/>
            <pc:sldMk cId="3708791735" sldId="322"/>
            <ac:spMk id="4" creationId="{5DEF772E-C0D3-4472-442B-2C6E58B0056D}"/>
          </ac:spMkLst>
        </pc:spChg>
        <pc:spChg chg="mod">
          <ac:chgData name="Ardon, Gerhard" userId="8721fa44-6e62-4f20-9139-47497d943791" providerId="ADAL" clId="{F503A2C2-7657-49AB-9EF9-96D26F3DBFC0}" dt="2025-09-03T22:51:59.191" v="1124" actId="26606"/>
          <ac:spMkLst>
            <pc:docMk/>
            <pc:sldMk cId="3708791735" sldId="322"/>
            <ac:spMk id="5" creationId="{4D7313A1-E994-493D-3AF9-A676258DBB41}"/>
          </ac:spMkLst>
        </pc:spChg>
        <pc:picChg chg="add mod">
          <ac:chgData name="Ardon, Gerhard" userId="8721fa44-6e62-4f20-9139-47497d943791" providerId="ADAL" clId="{F503A2C2-7657-49AB-9EF9-96D26F3DBFC0}" dt="2025-09-03T22:52:06.255" v="1126" actId="1076"/>
          <ac:picMkLst>
            <pc:docMk/>
            <pc:sldMk cId="3708791735" sldId="322"/>
            <ac:picMk id="3074" creationId="{847EEE94-E59B-5FF6-98B4-4450460CE5AA}"/>
          </ac:picMkLst>
        </pc:picChg>
      </pc:sldChg>
      <pc:sldChg chg="del">
        <pc:chgData name="Ardon, Gerhard" userId="8721fa44-6e62-4f20-9139-47497d943791" providerId="ADAL" clId="{F503A2C2-7657-49AB-9EF9-96D26F3DBFC0}" dt="2025-09-03T22:24:32.659" v="321" actId="2696"/>
        <pc:sldMkLst>
          <pc:docMk/>
          <pc:sldMk cId="4224431728" sldId="322"/>
        </pc:sldMkLst>
      </pc:sldChg>
      <pc:sldChg chg="del">
        <pc:chgData name="Ardon, Gerhard" userId="8721fa44-6e62-4f20-9139-47497d943791" providerId="ADAL" clId="{F503A2C2-7657-49AB-9EF9-96D26F3DBFC0}" dt="2025-09-03T22:24:32.659" v="321" actId="2696"/>
        <pc:sldMkLst>
          <pc:docMk/>
          <pc:sldMk cId="531085388" sldId="323"/>
        </pc:sldMkLst>
      </pc:sldChg>
      <pc:sldChg chg="modSp new mod">
        <pc:chgData name="Ardon, Gerhard" userId="8721fa44-6e62-4f20-9139-47497d943791" providerId="ADAL" clId="{F503A2C2-7657-49AB-9EF9-96D26F3DBFC0}" dt="2025-09-03T22:51:38.688" v="1122" actId="20577"/>
        <pc:sldMkLst>
          <pc:docMk/>
          <pc:sldMk cId="1890335713" sldId="323"/>
        </pc:sldMkLst>
        <pc:spChg chg="mod">
          <ac:chgData name="Ardon, Gerhard" userId="8721fa44-6e62-4f20-9139-47497d943791" providerId="ADAL" clId="{F503A2C2-7657-49AB-9EF9-96D26F3DBFC0}" dt="2025-09-03T22:51:38.688" v="1122" actId="20577"/>
          <ac:spMkLst>
            <pc:docMk/>
            <pc:sldMk cId="1890335713" sldId="323"/>
            <ac:spMk id="2" creationId="{6ED9718E-9830-9100-A495-BC31D047DF57}"/>
          </ac:spMkLst>
        </pc:spChg>
        <pc:spChg chg="mod">
          <ac:chgData name="Ardon, Gerhard" userId="8721fa44-6e62-4f20-9139-47497d943791" providerId="ADAL" clId="{F503A2C2-7657-49AB-9EF9-96D26F3DBFC0}" dt="2025-09-03T22:51:33.200" v="1110" actId="5793"/>
          <ac:spMkLst>
            <pc:docMk/>
            <pc:sldMk cId="1890335713" sldId="323"/>
            <ac:spMk id="3" creationId="{6E472D50-D4AE-9E86-330B-36B8BD501DE2}"/>
          </ac:spMkLst>
        </pc:spChg>
      </pc:sldChg>
      <pc:sldChg chg="new del">
        <pc:chgData name="Ardon, Gerhard" userId="8721fa44-6e62-4f20-9139-47497d943791" providerId="ADAL" clId="{F503A2C2-7657-49AB-9EF9-96D26F3DBFC0}" dt="2025-09-03T22:51:11.490" v="1100" actId="680"/>
        <pc:sldMkLst>
          <pc:docMk/>
          <pc:sldMk cId="3887845529" sldId="323"/>
        </pc:sldMkLst>
      </pc:sldChg>
      <pc:sldChg chg="addSp delSp modSp add mod">
        <pc:chgData name="Ardon, Gerhard" userId="8721fa44-6e62-4f20-9139-47497d943791" providerId="ADAL" clId="{F503A2C2-7657-49AB-9EF9-96D26F3DBFC0}" dt="2025-09-03T22:54:24.982" v="1149"/>
        <pc:sldMkLst>
          <pc:docMk/>
          <pc:sldMk cId="1973142431" sldId="324"/>
        </pc:sldMkLst>
        <pc:spChg chg="del">
          <ac:chgData name="Ardon, Gerhard" userId="8721fa44-6e62-4f20-9139-47497d943791" providerId="ADAL" clId="{F503A2C2-7657-49AB-9EF9-96D26F3DBFC0}" dt="2025-09-03T22:53:40.980" v="1128" actId="478"/>
          <ac:spMkLst>
            <pc:docMk/>
            <pc:sldMk cId="1973142431" sldId="324"/>
            <ac:spMk id="3" creationId="{3BBC628C-B4E9-C9B2-3BB7-56FCC6658615}"/>
          </ac:spMkLst>
        </pc:spChg>
        <pc:spChg chg="add del mod">
          <ac:chgData name="Ardon, Gerhard" userId="8721fa44-6e62-4f20-9139-47497d943791" providerId="ADAL" clId="{F503A2C2-7657-49AB-9EF9-96D26F3DBFC0}" dt="2025-09-03T22:53:47.546" v="1129"/>
          <ac:spMkLst>
            <pc:docMk/>
            <pc:sldMk cId="1973142431" sldId="324"/>
            <ac:spMk id="6" creationId="{A38DDBA7-0B1A-7DA5-15CA-38A987228A54}"/>
          </ac:spMkLst>
        </pc:spChg>
        <pc:graphicFrameChg chg="add mod modGraphic">
          <ac:chgData name="Ardon, Gerhard" userId="8721fa44-6e62-4f20-9139-47497d943791" providerId="ADAL" clId="{F503A2C2-7657-49AB-9EF9-96D26F3DBFC0}" dt="2025-09-03T22:54:24.982" v="1149"/>
          <ac:graphicFrameMkLst>
            <pc:docMk/>
            <pc:sldMk cId="1973142431" sldId="324"/>
            <ac:graphicFrameMk id="7" creationId="{A6F66255-4F50-DC63-750D-3930DC044839}"/>
          </ac:graphicFrameMkLst>
        </pc:graphicFrameChg>
      </pc:sldChg>
      <pc:sldChg chg="del">
        <pc:chgData name="Ardon, Gerhard" userId="8721fa44-6e62-4f20-9139-47497d943791" providerId="ADAL" clId="{F503A2C2-7657-49AB-9EF9-96D26F3DBFC0}" dt="2025-09-03T22:24:32.659" v="321" actId="2696"/>
        <pc:sldMkLst>
          <pc:docMk/>
          <pc:sldMk cId="1503021689" sldId="325"/>
        </pc:sldMkLst>
      </pc:sldChg>
      <pc:sldChg chg="addSp delSp modSp new mod">
        <pc:chgData name="Ardon, Gerhard" userId="8721fa44-6e62-4f20-9139-47497d943791" providerId="ADAL" clId="{F503A2C2-7657-49AB-9EF9-96D26F3DBFC0}" dt="2025-09-03T22:56:38.641" v="1187" actId="255"/>
        <pc:sldMkLst>
          <pc:docMk/>
          <pc:sldMk cId="1526547572" sldId="325"/>
        </pc:sldMkLst>
        <pc:spChg chg="mod">
          <ac:chgData name="Ardon, Gerhard" userId="8721fa44-6e62-4f20-9139-47497d943791" providerId="ADAL" clId="{F503A2C2-7657-49AB-9EF9-96D26F3DBFC0}" dt="2025-09-03T22:55:49.320" v="1179" actId="20577"/>
          <ac:spMkLst>
            <pc:docMk/>
            <pc:sldMk cId="1526547572" sldId="325"/>
            <ac:spMk id="2" creationId="{287E0BB7-1670-C724-7A75-D94A8910A00C}"/>
          </ac:spMkLst>
        </pc:spChg>
        <pc:spChg chg="del">
          <ac:chgData name="Ardon, Gerhard" userId="8721fa44-6e62-4f20-9139-47497d943791" providerId="ADAL" clId="{F503A2C2-7657-49AB-9EF9-96D26F3DBFC0}" dt="2025-09-03T22:55:59.145" v="1180"/>
          <ac:spMkLst>
            <pc:docMk/>
            <pc:sldMk cId="1526547572" sldId="325"/>
            <ac:spMk id="3" creationId="{C23F24E5-7A6E-B945-69A9-70B459B1E2F0}"/>
          </ac:spMkLst>
        </pc:spChg>
        <pc:spChg chg="add mod">
          <ac:chgData name="Ardon, Gerhard" userId="8721fa44-6e62-4f20-9139-47497d943791" providerId="ADAL" clId="{F503A2C2-7657-49AB-9EF9-96D26F3DBFC0}" dt="2025-09-03T22:55:59.145" v="1180"/>
          <ac:spMkLst>
            <pc:docMk/>
            <pc:sldMk cId="1526547572" sldId="325"/>
            <ac:spMk id="6" creationId="{F846487F-D376-B587-CE07-E1E1B04918BB}"/>
          </ac:spMkLst>
        </pc:spChg>
        <pc:graphicFrameChg chg="add mod modGraphic">
          <ac:chgData name="Ardon, Gerhard" userId="8721fa44-6e62-4f20-9139-47497d943791" providerId="ADAL" clId="{F503A2C2-7657-49AB-9EF9-96D26F3DBFC0}" dt="2025-09-03T22:56:38.641" v="1187" actId="255"/>
          <ac:graphicFrameMkLst>
            <pc:docMk/>
            <pc:sldMk cId="1526547572" sldId="325"/>
            <ac:graphicFrameMk id="5" creationId="{A3E68FA7-CE2C-A6E7-07CE-F623271B34D0}"/>
          </ac:graphicFrameMkLst>
        </pc:graphicFrameChg>
      </pc:sldChg>
      <pc:sldChg chg="modSp add mod ord">
        <pc:chgData name="Ardon, Gerhard" userId="8721fa44-6e62-4f20-9139-47497d943791" providerId="ADAL" clId="{F503A2C2-7657-49AB-9EF9-96D26F3DBFC0}" dt="2025-09-03T22:58:11.509" v="1205" actId="20577"/>
        <pc:sldMkLst>
          <pc:docMk/>
          <pc:sldMk cId="2173638887" sldId="326"/>
        </pc:sldMkLst>
        <pc:spChg chg="mod">
          <ac:chgData name="Ardon, Gerhard" userId="8721fa44-6e62-4f20-9139-47497d943791" providerId="ADAL" clId="{F503A2C2-7657-49AB-9EF9-96D26F3DBFC0}" dt="2025-09-03T22:58:11.509" v="1205" actId="20577"/>
          <ac:spMkLst>
            <pc:docMk/>
            <pc:sldMk cId="2173638887" sldId="326"/>
            <ac:spMk id="2" creationId="{C7A989A5-0F97-0D28-1D00-413085B18ED0}"/>
          </ac:spMkLst>
        </pc:spChg>
      </pc:sldChg>
      <pc:sldChg chg="modSp new mod">
        <pc:chgData name="Ardon, Gerhard" userId="8721fa44-6e62-4f20-9139-47497d943791" providerId="ADAL" clId="{F503A2C2-7657-49AB-9EF9-96D26F3DBFC0}" dt="2025-09-03T22:58:38.866" v="1222" actId="27636"/>
        <pc:sldMkLst>
          <pc:docMk/>
          <pc:sldMk cId="2912377495" sldId="327"/>
        </pc:sldMkLst>
        <pc:spChg chg="mod">
          <ac:chgData name="Ardon, Gerhard" userId="8721fa44-6e62-4f20-9139-47497d943791" providerId="ADAL" clId="{F503A2C2-7657-49AB-9EF9-96D26F3DBFC0}" dt="2025-09-03T22:58:20.039" v="1215" actId="20577"/>
          <ac:spMkLst>
            <pc:docMk/>
            <pc:sldMk cId="2912377495" sldId="327"/>
            <ac:spMk id="2" creationId="{1863D7DD-0383-2192-CEDF-48D128C250A9}"/>
          </ac:spMkLst>
        </pc:spChg>
        <pc:spChg chg="mod">
          <ac:chgData name="Ardon, Gerhard" userId="8721fa44-6e62-4f20-9139-47497d943791" providerId="ADAL" clId="{F503A2C2-7657-49AB-9EF9-96D26F3DBFC0}" dt="2025-09-03T22:58:38.866" v="1222" actId="27636"/>
          <ac:spMkLst>
            <pc:docMk/>
            <pc:sldMk cId="2912377495" sldId="327"/>
            <ac:spMk id="3" creationId="{D9F4911F-5B41-9970-22AC-6DE837EED810}"/>
          </ac:spMkLst>
        </pc:spChg>
      </pc:sldChg>
      <pc:sldChg chg="del">
        <pc:chgData name="Ardon, Gerhard" userId="8721fa44-6e62-4f20-9139-47497d943791" providerId="ADAL" clId="{F503A2C2-7657-49AB-9EF9-96D26F3DBFC0}" dt="2025-09-03T22:24:32.659" v="321" actId="2696"/>
        <pc:sldMkLst>
          <pc:docMk/>
          <pc:sldMk cId="3094790208" sldId="327"/>
        </pc:sldMkLst>
      </pc:sldChg>
      <pc:sldChg chg="add del">
        <pc:chgData name="Ardon, Gerhard" userId="8721fa44-6e62-4f20-9139-47497d943791" providerId="ADAL" clId="{F503A2C2-7657-49AB-9EF9-96D26F3DBFC0}" dt="2025-09-03T22:58:23.324" v="1217"/>
        <pc:sldMkLst>
          <pc:docMk/>
          <pc:sldMk cId="1239078356" sldId="328"/>
        </pc:sldMkLst>
      </pc:sldChg>
      <pc:sldChg chg="del">
        <pc:chgData name="Ardon, Gerhard" userId="8721fa44-6e62-4f20-9139-47497d943791" providerId="ADAL" clId="{F503A2C2-7657-49AB-9EF9-96D26F3DBFC0}" dt="2025-09-03T22:24:32.659" v="321" actId="2696"/>
        <pc:sldMkLst>
          <pc:docMk/>
          <pc:sldMk cId="2338251043" sldId="328"/>
        </pc:sldMkLst>
      </pc:sldChg>
      <pc:sldChg chg="addSp modSp new mod">
        <pc:chgData name="Ardon, Gerhard" userId="8721fa44-6e62-4f20-9139-47497d943791" providerId="ADAL" clId="{F503A2C2-7657-49AB-9EF9-96D26F3DBFC0}" dt="2025-09-03T23:00:27.973" v="1258" actId="5793"/>
        <pc:sldMkLst>
          <pc:docMk/>
          <pc:sldMk cId="4233432858" sldId="328"/>
        </pc:sldMkLst>
        <pc:spChg chg="mod">
          <ac:chgData name="Ardon, Gerhard" userId="8721fa44-6e62-4f20-9139-47497d943791" providerId="ADAL" clId="{F503A2C2-7657-49AB-9EF9-96D26F3DBFC0}" dt="2025-09-03T23:00:27.973" v="1258" actId="5793"/>
          <ac:spMkLst>
            <pc:docMk/>
            <pc:sldMk cId="4233432858" sldId="328"/>
            <ac:spMk id="2" creationId="{BC4C4262-5596-B3BB-6CE6-FB48625F0EAA}"/>
          </ac:spMkLst>
        </pc:spChg>
        <pc:spChg chg="mod">
          <ac:chgData name="Ardon, Gerhard" userId="8721fa44-6e62-4f20-9139-47497d943791" providerId="ADAL" clId="{F503A2C2-7657-49AB-9EF9-96D26F3DBFC0}" dt="2025-09-03T23:00:21.182" v="1247" actId="1076"/>
          <ac:spMkLst>
            <pc:docMk/>
            <pc:sldMk cId="4233432858" sldId="328"/>
            <ac:spMk id="3" creationId="{B865F546-6C14-4231-A093-C51C6756F4CB}"/>
          </ac:spMkLst>
        </pc:spChg>
        <pc:picChg chg="add mod">
          <ac:chgData name="Ardon, Gerhard" userId="8721fa44-6e62-4f20-9139-47497d943791" providerId="ADAL" clId="{F503A2C2-7657-49AB-9EF9-96D26F3DBFC0}" dt="2025-09-03T23:00:21.182" v="1247" actId="1076"/>
          <ac:picMkLst>
            <pc:docMk/>
            <pc:sldMk cId="4233432858" sldId="328"/>
            <ac:picMk id="6146" creationId="{CB9BEE16-5A52-E23A-6CDA-02660BF05EFC}"/>
          </ac:picMkLst>
        </pc:picChg>
      </pc:sldChg>
      <pc:sldChg chg="new del">
        <pc:chgData name="Ardon, Gerhard" userId="8721fa44-6e62-4f20-9139-47497d943791" providerId="ADAL" clId="{F503A2C2-7657-49AB-9EF9-96D26F3DBFC0}" dt="2025-09-03T23:00:38.472" v="1260" actId="680"/>
        <pc:sldMkLst>
          <pc:docMk/>
          <pc:sldMk cId="2651424370" sldId="329"/>
        </pc:sldMkLst>
      </pc:sldChg>
      <pc:sldChg chg="addSp delSp modSp new mod chgLayout">
        <pc:chgData name="Ardon, Gerhard" userId="8721fa44-6e62-4f20-9139-47497d943791" providerId="ADAL" clId="{F503A2C2-7657-49AB-9EF9-96D26F3DBFC0}" dt="2025-09-03T23:10:38.786" v="1765" actId="27636"/>
        <pc:sldMkLst>
          <pc:docMk/>
          <pc:sldMk cId="4201056437" sldId="329"/>
        </pc:sldMkLst>
        <pc:spChg chg="mod ord">
          <ac:chgData name="Ardon, Gerhard" userId="8721fa44-6e62-4f20-9139-47497d943791" providerId="ADAL" clId="{F503A2C2-7657-49AB-9EF9-96D26F3DBFC0}" dt="2025-09-03T23:10:38.755" v="1764" actId="6264"/>
          <ac:spMkLst>
            <pc:docMk/>
            <pc:sldMk cId="4201056437" sldId="329"/>
            <ac:spMk id="2" creationId="{7DE0EC8C-E539-4454-DB15-9BAF76DBCEA3}"/>
          </ac:spMkLst>
        </pc:spChg>
        <pc:spChg chg="mod ord">
          <ac:chgData name="Ardon, Gerhard" userId="8721fa44-6e62-4f20-9139-47497d943791" providerId="ADAL" clId="{F503A2C2-7657-49AB-9EF9-96D26F3DBFC0}" dt="2025-09-03T23:10:38.786" v="1765" actId="27636"/>
          <ac:spMkLst>
            <pc:docMk/>
            <pc:sldMk cId="4201056437" sldId="329"/>
            <ac:spMk id="3" creationId="{832F589B-9C90-87BF-B3BB-BC1251AB16F9}"/>
          </ac:spMkLst>
        </pc:spChg>
        <pc:spChg chg="del">
          <ac:chgData name="Ardon, Gerhard" userId="8721fa44-6e62-4f20-9139-47497d943791" providerId="ADAL" clId="{F503A2C2-7657-49AB-9EF9-96D26F3DBFC0}" dt="2025-09-03T23:00:51.265" v="1269"/>
          <ac:spMkLst>
            <pc:docMk/>
            <pc:sldMk cId="4201056437" sldId="329"/>
            <ac:spMk id="4" creationId="{75D12D67-1B64-8DEF-505D-7604C52A3586}"/>
          </ac:spMkLst>
        </pc:spChg>
        <pc:spChg chg="mod ord">
          <ac:chgData name="Ardon, Gerhard" userId="8721fa44-6e62-4f20-9139-47497d943791" providerId="ADAL" clId="{F503A2C2-7657-49AB-9EF9-96D26F3DBFC0}" dt="2025-09-03T23:10:38.755" v="1764" actId="6264"/>
          <ac:spMkLst>
            <pc:docMk/>
            <pc:sldMk cId="4201056437" sldId="329"/>
            <ac:spMk id="5" creationId="{BC0255A6-6F05-F360-2045-F033B9ECF4E2}"/>
          </ac:spMkLst>
        </pc:spChg>
        <pc:spChg chg="add del mod">
          <ac:chgData name="Ardon, Gerhard" userId="8721fa44-6e62-4f20-9139-47497d943791" providerId="ADAL" clId="{F503A2C2-7657-49AB-9EF9-96D26F3DBFC0}" dt="2025-09-03T23:10:38.755" v="1764" actId="6264"/>
          <ac:spMkLst>
            <pc:docMk/>
            <pc:sldMk cId="4201056437" sldId="329"/>
            <ac:spMk id="7" creationId="{C2C7886E-6D1F-1B8C-8F7D-1CB0C4D3B72E}"/>
          </ac:spMkLst>
        </pc:spChg>
        <pc:spChg chg="add del mod">
          <ac:chgData name="Ardon, Gerhard" userId="8721fa44-6e62-4f20-9139-47497d943791" providerId="ADAL" clId="{F503A2C2-7657-49AB-9EF9-96D26F3DBFC0}" dt="2025-09-03T23:10:38.755" v="1764" actId="6264"/>
          <ac:spMkLst>
            <pc:docMk/>
            <pc:sldMk cId="4201056437" sldId="329"/>
            <ac:spMk id="8" creationId="{E62563AA-F39E-BD8E-205A-56047A29EE9E}"/>
          </ac:spMkLst>
        </pc:spChg>
        <pc:spChg chg="add del mod">
          <ac:chgData name="Ardon, Gerhard" userId="8721fa44-6e62-4f20-9139-47497d943791" providerId="ADAL" clId="{F503A2C2-7657-49AB-9EF9-96D26F3DBFC0}" dt="2025-09-03T23:10:38.755" v="1764" actId="6264"/>
          <ac:spMkLst>
            <pc:docMk/>
            <pc:sldMk cId="4201056437" sldId="329"/>
            <ac:spMk id="9" creationId="{392B1064-9CC0-176D-A3C0-51F4663DE2C5}"/>
          </ac:spMkLst>
        </pc:spChg>
        <pc:spChg chg="add del mod">
          <ac:chgData name="Ardon, Gerhard" userId="8721fa44-6e62-4f20-9139-47497d943791" providerId="ADAL" clId="{F503A2C2-7657-49AB-9EF9-96D26F3DBFC0}" dt="2025-09-03T23:10:38.755" v="1764" actId="6264"/>
          <ac:spMkLst>
            <pc:docMk/>
            <pc:sldMk cId="4201056437" sldId="329"/>
            <ac:spMk id="10" creationId="{F0BD0767-CB57-8A1A-32F5-3A4DDFF03343}"/>
          </ac:spMkLst>
        </pc:spChg>
        <pc:graphicFrameChg chg="add mod ord modGraphic">
          <ac:chgData name="Ardon, Gerhard" userId="8721fa44-6e62-4f20-9139-47497d943791" providerId="ADAL" clId="{F503A2C2-7657-49AB-9EF9-96D26F3DBFC0}" dt="2025-09-03T23:10:38.755" v="1764" actId="6264"/>
          <ac:graphicFrameMkLst>
            <pc:docMk/>
            <pc:sldMk cId="4201056437" sldId="329"/>
            <ac:graphicFrameMk id="6" creationId="{79F33F06-7E79-523B-B9EF-C2E9D7632D4D}"/>
          </ac:graphicFrameMkLst>
        </pc:graphicFrameChg>
      </pc:sldChg>
      <pc:sldChg chg="modSp new mod">
        <pc:chgData name="Ardon, Gerhard" userId="8721fa44-6e62-4f20-9139-47497d943791" providerId="ADAL" clId="{F503A2C2-7657-49AB-9EF9-96D26F3DBFC0}" dt="2025-09-03T23:04:10.788" v="1364" actId="20577"/>
        <pc:sldMkLst>
          <pc:docMk/>
          <pc:sldMk cId="2875302669" sldId="330"/>
        </pc:sldMkLst>
        <pc:spChg chg="mod">
          <ac:chgData name="Ardon, Gerhard" userId="8721fa44-6e62-4f20-9139-47497d943791" providerId="ADAL" clId="{F503A2C2-7657-49AB-9EF9-96D26F3DBFC0}" dt="2025-09-03T23:02:25.312" v="1320" actId="20577"/>
          <ac:spMkLst>
            <pc:docMk/>
            <pc:sldMk cId="2875302669" sldId="330"/>
            <ac:spMk id="2" creationId="{82B76D2C-F809-E460-F737-7C8EED4C40EA}"/>
          </ac:spMkLst>
        </pc:spChg>
        <pc:spChg chg="mod">
          <ac:chgData name="Ardon, Gerhard" userId="8721fa44-6e62-4f20-9139-47497d943791" providerId="ADAL" clId="{F503A2C2-7657-49AB-9EF9-96D26F3DBFC0}" dt="2025-09-03T23:04:10.788" v="1364" actId="20577"/>
          <ac:spMkLst>
            <pc:docMk/>
            <pc:sldMk cId="2875302669" sldId="330"/>
            <ac:spMk id="3" creationId="{7B872A56-017B-9F18-658A-9939FDE46CE9}"/>
          </ac:spMkLst>
        </pc:spChg>
      </pc:sldChg>
      <pc:sldChg chg="modSp new del mod">
        <pc:chgData name="Ardon, Gerhard" userId="8721fa44-6e62-4f20-9139-47497d943791" providerId="ADAL" clId="{F503A2C2-7657-49AB-9EF9-96D26F3DBFC0}" dt="2025-09-03T23:04:30.564" v="1384" actId="2696"/>
        <pc:sldMkLst>
          <pc:docMk/>
          <pc:sldMk cId="3629615568" sldId="331"/>
        </pc:sldMkLst>
        <pc:spChg chg="mod">
          <ac:chgData name="Ardon, Gerhard" userId="8721fa44-6e62-4f20-9139-47497d943791" providerId="ADAL" clId="{F503A2C2-7657-49AB-9EF9-96D26F3DBFC0}" dt="2025-09-03T23:04:17.414" v="1382" actId="20577"/>
          <ac:spMkLst>
            <pc:docMk/>
            <pc:sldMk cId="3629615568" sldId="331"/>
            <ac:spMk id="2" creationId="{DBFCCD40-6C68-7DF3-807E-78B8E80CDE90}"/>
          </ac:spMkLst>
        </pc:spChg>
      </pc:sldChg>
      <pc:sldChg chg="addSp delSp modSp new mod modClrScheme chgLayout">
        <pc:chgData name="Ardon, Gerhard" userId="8721fa44-6e62-4f20-9139-47497d943791" providerId="ADAL" clId="{F503A2C2-7657-49AB-9EF9-96D26F3DBFC0}" dt="2025-09-03T23:05:17.029" v="1412" actId="1076"/>
        <pc:sldMkLst>
          <pc:docMk/>
          <pc:sldMk cId="2737886047" sldId="332"/>
        </pc:sldMkLst>
        <pc:spChg chg="mod">
          <ac:chgData name="Ardon, Gerhard" userId="8721fa44-6e62-4f20-9139-47497d943791" providerId="ADAL" clId="{F503A2C2-7657-49AB-9EF9-96D26F3DBFC0}" dt="2025-09-03T23:05:00.488" v="1408" actId="26606"/>
          <ac:spMkLst>
            <pc:docMk/>
            <pc:sldMk cId="2737886047" sldId="332"/>
            <ac:spMk id="2" creationId="{EBC4FD7C-0F29-3DBC-DFF5-6C5D7D640226}"/>
          </ac:spMkLst>
        </pc:spChg>
        <pc:spChg chg="mod ord">
          <ac:chgData name="Ardon, Gerhard" userId="8721fa44-6e62-4f20-9139-47497d943791" providerId="ADAL" clId="{F503A2C2-7657-49AB-9EF9-96D26F3DBFC0}" dt="2025-09-03T23:05:00.488" v="1408" actId="26606"/>
          <ac:spMkLst>
            <pc:docMk/>
            <pc:sldMk cId="2737886047" sldId="332"/>
            <ac:spMk id="3" creationId="{A8B79032-A248-F6D0-4361-DB231049EA19}"/>
          </ac:spMkLst>
        </pc:spChg>
        <pc:spChg chg="del">
          <ac:chgData name="Ardon, Gerhard" userId="8721fa44-6e62-4f20-9139-47497d943791" providerId="ADAL" clId="{F503A2C2-7657-49AB-9EF9-96D26F3DBFC0}" dt="2025-09-03T23:04:55.482" v="1406" actId="478"/>
          <ac:spMkLst>
            <pc:docMk/>
            <pc:sldMk cId="2737886047" sldId="332"/>
            <ac:spMk id="4" creationId="{4207997A-3597-7428-FBEB-4FBE998B8EC7}"/>
          </ac:spMkLst>
        </pc:spChg>
        <pc:spChg chg="mod">
          <ac:chgData name="Ardon, Gerhard" userId="8721fa44-6e62-4f20-9139-47497d943791" providerId="ADAL" clId="{F503A2C2-7657-49AB-9EF9-96D26F3DBFC0}" dt="2025-09-03T23:05:00.488" v="1408" actId="26606"/>
          <ac:spMkLst>
            <pc:docMk/>
            <pc:sldMk cId="2737886047" sldId="332"/>
            <ac:spMk id="5" creationId="{2153767D-4DCD-315C-F291-8BB226D5F786}"/>
          </ac:spMkLst>
        </pc:spChg>
        <pc:picChg chg="add mod modCrop">
          <ac:chgData name="Ardon, Gerhard" userId="8721fa44-6e62-4f20-9139-47497d943791" providerId="ADAL" clId="{F503A2C2-7657-49AB-9EF9-96D26F3DBFC0}" dt="2025-09-03T23:05:17.029" v="1412" actId="1076"/>
          <ac:picMkLst>
            <pc:docMk/>
            <pc:sldMk cId="2737886047" sldId="332"/>
            <ac:picMk id="7" creationId="{8C9EDD02-117D-2AE7-47A2-F8EA685CCCBE}"/>
          </ac:picMkLst>
        </pc:picChg>
      </pc:sldChg>
      <pc:sldChg chg="addSp delSp modSp new mod">
        <pc:chgData name="Ardon, Gerhard" userId="8721fa44-6e62-4f20-9139-47497d943791" providerId="ADAL" clId="{F503A2C2-7657-49AB-9EF9-96D26F3DBFC0}" dt="2025-09-03T23:07:27.359" v="1647" actId="313"/>
        <pc:sldMkLst>
          <pc:docMk/>
          <pc:sldMk cId="3416703820" sldId="333"/>
        </pc:sldMkLst>
        <pc:spChg chg="mod">
          <ac:chgData name="Ardon, Gerhard" userId="8721fa44-6e62-4f20-9139-47497d943791" providerId="ADAL" clId="{F503A2C2-7657-49AB-9EF9-96D26F3DBFC0}" dt="2025-09-03T23:07:27.359" v="1647" actId="313"/>
          <ac:spMkLst>
            <pc:docMk/>
            <pc:sldMk cId="3416703820" sldId="333"/>
            <ac:spMk id="2" creationId="{2C91475B-5906-1B18-287F-9D62648257C8}"/>
          </ac:spMkLst>
        </pc:spChg>
        <pc:spChg chg="add del mod">
          <ac:chgData name="Ardon, Gerhard" userId="8721fa44-6e62-4f20-9139-47497d943791" providerId="ADAL" clId="{F503A2C2-7657-49AB-9EF9-96D26F3DBFC0}" dt="2025-09-03T23:07:00.936" v="1623" actId="20577"/>
          <ac:spMkLst>
            <pc:docMk/>
            <pc:sldMk cId="3416703820" sldId="333"/>
            <ac:spMk id="4" creationId="{3BE75824-43B6-960E-78E8-E398C4C33C1F}"/>
          </ac:spMkLst>
        </pc:spChg>
        <pc:spChg chg="del">
          <ac:chgData name="Ardon, Gerhard" userId="8721fa44-6e62-4f20-9139-47497d943791" providerId="ADAL" clId="{F503A2C2-7657-49AB-9EF9-96D26F3DBFC0}" dt="2025-09-03T23:07:11.298" v="1624" actId="22"/>
          <ac:spMkLst>
            <pc:docMk/>
            <pc:sldMk cId="3416703820" sldId="333"/>
            <ac:spMk id="5" creationId="{3794778D-FC56-5533-6A79-1935045A7F1B}"/>
          </ac:spMkLst>
        </pc:spChg>
        <pc:spChg chg="add mod">
          <ac:chgData name="Ardon, Gerhard" userId="8721fa44-6e62-4f20-9139-47497d943791" providerId="ADAL" clId="{F503A2C2-7657-49AB-9EF9-96D26F3DBFC0}" dt="2025-09-03T23:05:43.679" v="1415"/>
          <ac:spMkLst>
            <pc:docMk/>
            <pc:sldMk cId="3416703820" sldId="333"/>
            <ac:spMk id="6" creationId="{8B501679-FCE5-9477-BF1D-A414998BEB52}"/>
          </ac:spMkLst>
        </pc:spChg>
        <pc:spChg chg="add mod">
          <ac:chgData name="Ardon, Gerhard" userId="8721fa44-6e62-4f20-9139-47497d943791" providerId="ADAL" clId="{F503A2C2-7657-49AB-9EF9-96D26F3DBFC0}" dt="2025-09-03T23:05:48.555" v="1417"/>
          <ac:spMkLst>
            <pc:docMk/>
            <pc:sldMk cId="3416703820" sldId="333"/>
            <ac:spMk id="7" creationId="{A8F303FF-14D7-B821-CC12-79DEB5E732AD}"/>
          </ac:spMkLst>
        </pc:spChg>
        <pc:spChg chg="add">
          <ac:chgData name="Ardon, Gerhard" userId="8721fa44-6e62-4f20-9139-47497d943791" providerId="ADAL" clId="{F503A2C2-7657-49AB-9EF9-96D26F3DBFC0}" dt="2025-09-03T23:06:11.838" v="1478"/>
          <ac:spMkLst>
            <pc:docMk/>
            <pc:sldMk cId="3416703820" sldId="333"/>
            <ac:spMk id="8" creationId="{FDFCED6F-CEA7-8D61-1485-A4F3AAA35510}"/>
          </ac:spMkLst>
        </pc:spChg>
        <pc:spChg chg="add">
          <ac:chgData name="Ardon, Gerhard" userId="8721fa44-6e62-4f20-9139-47497d943791" providerId="ADAL" clId="{F503A2C2-7657-49AB-9EF9-96D26F3DBFC0}" dt="2025-09-03T23:06:14.321" v="1479"/>
          <ac:spMkLst>
            <pc:docMk/>
            <pc:sldMk cId="3416703820" sldId="333"/>
            <ac:spMk id="9" creationId="{5C899D90-1A9F-44C3-ABD0-6F8CA77102EC}"/>
          </ac:spMkLst>
        </pc:spChg>
        <pc:spChg chg="add">
          <ac:chgData name="Ardon, Gerhard" userId="8721fa44-6e62-4f20-9139-47497d943791" providerId="ADAL" clId="{F503A2C2-7657-49AB-9EF9-96D26F3DBFC0}" dt="2025-09-03T23:06:20.256" v="1486"/>
          <ac:spMkLst>
            <pc:docMk/>
            <pc:sldMk cId="3416703820" sldId="333"/>
            <ac:spMk id="10" creationId="{E3CA416F-6BA1-E3C1-3FB3-E9CE349A123B}"/>
          </ac:spMkLst>
        </pc:spChg>
        <pc:spChg chg="add">
          <ac:chgData name="Ardon, Gerhard" userId="8721fa44-6e62-4f20-9139-47497d943791" providerId="ADAL" clId="{F503A2C2-7657-49AB-9EF9-96D26F3DBFC0}" dt="2025-09-03T23:06:24.477" v="1487"/>
          <ac:spMkLst>
            <pc:docMk/>
            <pc:sldMk cId="3416703820" sldId="333"/>
            <ac:spMk id="11" creationId="{0EDF8FD8-CFEC-DC2A-A20D-15B4D61AA68C}"/>
          </ac:spMkLst>
        </pc:spChg>
        <pc:picChg chg="add mod ord">
          <ac:chgData name="Ardon, Gerhard" userId="8721fa44-6e62-4f20-9139-47497d943791" providerId="ADAL" clId="{F503A2C2-7657-49AB-9EF9-96D26F3DBFC0}" dt="2025-09-03T23:07:20.045" v="1627" actId="14100"/>
          <ac:picMkLst>
            <pc:docMk/>
            <pc:sldMk cId="3416703820" sldId="333"/>
            <ac:picMk id="13" creationId="{CFBA5B93-539F-A906-B6B6-B7EA5601B62C}"/>
          </ac:picMkLst>
        </pc:picChg>
      </pc:sldChg>
      <pc:sldChg chg="addSp delSp modSp new mod">
        <pc:chgData name="Ardon, Gerhard" userId="8721fa44-6e62-4f20-9139-47497d943791" providerId="ADAL" clId="{F503A2C2-7657-49AB-9EF9-96D26F3DBFC0}" dt="2025-09-03T23:09:54.379" v="1757" actId="14100"/>
        <pc:sldMkLst>
          <pc:docMk/>
          <pc:sldMk cId="2085322336" sldId="334"/>
        </pc:sldMkLst>
        <pc:spChg chg="mod">
          <ac:chgData name="Ardon, Gerhard" userId="8721fa44-6e62-4f20-9139-47497d943791" providerId="ADAL" clId="{F503A2C2-7657-49AB-9EF9-96D26F3DBFC0}" dt="2025-09-03T23:07:41.749" v="1650" actId="20577"/>
          <ac:spMkLst>
            <pc:docMk/>
            <pc:sldMk cId="2085322336" sldId="334"/>
            <ac:spMk id="2" creationId="{672BFC19-6C18-F65F-4E09-B462640180A2}"/>
          </ac:spMkLst>
        </pc:spChg>
        <pc:spChg chg="add del">
          <ac:chgData name="Ardon, Gerhard" userId="8721fa44-6e62-4f20-9139-47497d943791" providerId="ADAL" clId="{F503A2C2-7657-49AB-9EF9-96D26F3DBFC0}" dt="2025-09-03T23:07:58.472" v="1653"/>
          <ac:spMkLst>
            <pc:docMk/>
            <pc:sldMk cId="2085322336" sldId="334"/>
            <ac:spMk id="4" creationId="{6C9DD9CD-BF7E-365C-DB85-B5B0B1D61A12}"/>
          </ac:spMkLst>
        </pc:spChg>
        <pc:spChg chg="del mod">
          <ac:chgData name="Ardon, Gerhard" userId="8721fa44-6e62-4f20-9139-47497d943791" providerId="ADAL" clId="{F503A2C2-7657-49AB-9EF9-96D26F3DBFC0}" dt="2025-09-03T23:09:46.019" v="1753" actId="478"/>
          <ac:spMkLst>
            <pc:docMk/>
            <pc:sldMk cId="2085322336" sldId="334"/>
            <ac:spMk id="5" creationId="{B92558C7-BE04-5C4C-BFF1-8CD7ED42C65D}"/>
          </ac:spMkLst>
        </pc:spChg>
        <pc:spChg chg="add mod">
          <ac:chgData name="Ardon, Gerhard" userId="8721fa44-6e62-4f20-9139-47497d943791" providerId="ADAL" clId="{F503A2C2-7657-49AB-9EF9-96D26F3DBFC0}" dt="2025-09-03T23:07:51.619" v="1652"/>
          <ac:spMkLst>
            <pc:docMk/>
            <pc:sldMk cId="2085322336" sldId="334"/>
            <ac:spMk id="6" creationId="{69E6E6C9-29A6-5870-0ED6-122E294A5B89}"/>
          </ac:spMkLst>
        </pc:spChg>
        <pc:spChg chg="add del mod">
          <ac:chgData name="Ardon, Gerhard" userId="8721fa44-6e62-4f20-9139-47497d943791" providerId="ADAL" clId="{F503A2C2-7657-49AB-9EF9-96D26F3DBFC0}" dt="2025-09-03T23:08:46.172" v="1670" actId="478"/>
          <ac:spMkLst>
            <pc:docMk/>
            <pc:sldMk cId="2085322336" sldId="334"/>
            <ac:spMk id="9" creationId="{3C8552AF-DBB5-4E0A-76D4-D77BA1D3F4E2}"/>
          </ac:spMkLst>
        </pc:spChg>
        <pc:spChg chg="add">
          <ac:chgData name="Ardon, Gerhard" userId="8721fa44-6e62-4f20-9139-47497d943791" providerId="ADAL" clId="{F503A2C2-7657-49AB-9EF9-96D26F3DBFC0}" dt="2025-09-03T23:08:06.518" v="1654"/>
          <ac:spMkLst>
            <pc:docMk/>
            <pc:sldMk cId="2085322336" sldId="334"/>
            <ac:spMk id="10" creationId="{B351C32E-8DA1-1BAA-D262-9FEB127FC8DE}"/>
          </ac:spMkLst>
        </pc:spChg>
        <pc:spChg chg="add">
          <ac:chgData name="Ardon, Gerhard" userId="8721fa44-6e62-4f20-9139-47497d943791" providerId="ADAL" clId="{F503A2C2-7657-49AB-9EF9-96D26F3DBFC0}" dt="2025-09-03T23:08:10.975" v="1656"/>
          <ac:spMkLst>
            <pc:docMk/>
            <pc:sldMk cId="2085322336" sldId="334"/>
            <ac:spMk id="11" creationId="{9D2C3223-E620-3E27-FE9E-E1272EF1E6AE}"/>
          </ac:spMkLst>
        </pc:spChg>
        <pc:spChg chg="add del mod">
          <ac:chgData name="Ardon, Gerhard" userId="8721fa44-6e62-4f20-9139-47497d943791" providerId="ADAL" clId="{F503A2C2-7657-49AB-9EF9-96D26F3DBFC0}" dt="2025-09-03T23:09:13.334" v="1682" actId="478"/>
          <ac:spMkLst>
            <pc:docMk/>
            <pc:sldMk cId="2085322336" sldId="334"/>
            <ac:spMk id="12" creationId="{FB80E370-8889-658D-33BD-464765B80D37}"/>
          </ac:spMkLst>
        </pc:spChg>
        <pc:spChg chg="add del mod">
          <ac:chgData name="Ardon, Gerhard" userId="8721fa44-6e62-4f20-9139-47497d943791" providerId="ADAL" clId="{F503A2C2-7657-49AB-9EF9-96D26F3DBFC0}" dt="2025-09-03T23:08:41.794" v="1668" actId="478"/>
          <ac:spMkLst>
            <pc:docMk/>
            <pc:sldMk cId="2085322336" sldId="334"/>
            <ac:spMk id="14" creationId="{5FEF9169-8647-B49E-46B2-2C78655EB248}"/>
          </ac:spMkLst>
        </pc:spChg>
        <pc:spChg chg="add del mod">
          <ac:chgData name="Ardon, Gerhard" userId="8721fa44-6e62-4f20-9139-47497d943791" providerId="ADAL" clId="{F503A2C2-7657-49AB-9EF9-96D26F3DBFC0}" dt="2025-09-03T23:09:33.309" v="1751" actId="20577"/>
          <ac:spMkLst>
            <pc:docMk/>
            <pc:sldMk cId="2085322336" sldId="334"/>
            <ac:spMk id="16" creationId="{FB4596AB-FE0A-68DE-33C3-7CABF7D9754A}"/>
          </ac:spMkLst>
        </pc:spChg>
        <pc:picChg chg="add mod">
          <ac:chgData name="Ardon, Gerhard" userId="8721fa44-6e62-4f20-9139-47497d943791" providerId="ADAL" clId="{F503A2C2-7657-49AB-9EF9-96D26F3DBFC0}" dt="2025-09-03T23:09:54.379" v="1757" actId="14100"/>
          <ac:picMkLst>
            <pc:docMk/>
            <pc:sldMk cId="2085322336" sldId="334"/>
            <ac:picMk id="18" creationId="{8DFCC05F-C3BA-5C15-DD9D-C490A4C86675}"/>
          </ac:picMkLst>
        </pc:picChg>
      </pc:sldChg>
      <pc:sldChg chg="addSp delSp modSp new mod modClrScheme chgLayout">
        <pc:chgData name="Ardon, Gerhard" userId="8721fa44-6e62-4f20-9139-47497d943791" providerId="ADAL" clId="{F503A2C2-7657-49AB-9EF9-96D26F3DBFC0}" dt="2025-09-03T23:11:05.138" v="1798" actId="26606"/>
        <pc:sldMkLst>
          <pc:docMk/>
          <pc:sldMk cId="238720438" sldId="335"/>
        </pc:sldMkLst>
        <pc:spChg chg="mod">
          <ac:chgData name="Ardon, Gerhard" userId="8721fa44-6e62-4f20-9139-47497d943791" providerId="ADAL" clId="{F503A2C2-7657-49AB-9EF9-96D26F3DBFC0}" dt="2025-09-03T23:11:05.138" v="1798" actId="26606"/>
          <ac:spMkLst>
            <pc:docMk/>
            <pc:sldMk cId="238720438" sldId="335"/>
            <ac:spMk id="2" creationId="{2219595B-80E3-14DD-FCA5-67592695FEC1}"/>
          </ac:spMkLst>
        </pc:spChg>
        <pc:spChg chg="del">
          <ac:chgData name="Ardon, Gerhard" userId="8721fa44-6e62-4f20-9139-47497d943791" providerId="ADAL" clId="{F503A2C2-7657-49AB-9EF9-96D26F3DBFC0}" dt="2025-09-03T23:10:46.098" v="1767" actId="478"/>
          <ac:spMkLst>
            <pc:docMk/>
            <pc:sldMk cId="238720438" sldId="335"/>
            <ac:spMk id="3" creationId="{6AF4A535-EF65-96BD-01DB-1EDDC833A8D6}"/>
          </ac:spMkLst>
        </pc:spChg>
        <pc:spChg chg="del mod">
          <ac:chgData name="Ardon, Gerhard" userId="8721fa44-6e62-4f20-9139-47497d943791" providerId="ADAL" clId="{F503A2C2-7657-49AB-9EF9-96D26F3DBFC0}" dt="2025-09-03T23:11:05.138" v="1798" actId="26606"/>
          <ac:spMkLst>
            <pc:docMk/>
            <pc:sldMk cId="238720438" sldId="335"/>
            <ac:spMk id="4" creationId="{EB4077B1-5BB3-1B0B-B224-288C78B3B144}"/>
          </ac:spMkLst>
        </pc:spChg>
        <pc:spChg chg="mod">
          <ac:chgData name="Ardon, Gerhard" userId="8721fa44-6e62-4f20-9139-47497d943791" providerId="ADAL" clId="{F503A2C2-7657-49AB-9EF9-96D26F3DBFC0}" dt="2025-09-03T23:11:05.138" v="1798" actId="26606"/>
          <ac:spMkLst>
            <pc:docMk/>
            <pc:sldMk cId="238720438" sldId="335"/>
            <ac:spMk id="5" creationId="{CE09BB38-CD25-DEF6-909F-C215D8CDE9D0}"/>
          </ac:spMkLst>
        </pc:spChg>
        <pc:graphicFrameChg chg="add mod">
          <ac:chgData name="Ardon, Gerhard" userId="8721fa44-6e62-4f20-9139-47497d943791" providerId="ADAL" clId="{F503A2C2-7657-49AB-9EF9-96D26F3DBFC0}" dt="2025-09-03T23:11:05.138" v="1798" actId="26606"/>
          <ac:graphicFrameMkLst>
            <pc:docMk/>
            <pc:sldMk cId="238720438" sldId="335"/>
            <ac:graphicFrameMk id="7" creationId="{8128140F-4441-D926-1E49-8395209F18BE}"/>
          </ac:graphicFrameMkLst>
        </pc:graphicFrameChg>
      </pc:sldChg>
      <pc:sldChg chg="addSp delSp modSp add mod">
        <pc:chgData name="Ardon, Gerhard" userId="8721fa44-6e62-4f20-9139-47497d943791" providerId="ADAL" clId="{F503A2C2-7657-49AB-9EF9-96D26F3DBFC0}" dt="2025-09-03T23:12:05.800" v="1822" actId="26606"/>
        <pc:sldMkLst>
          <pc:docMk/>
          <pc:sldMk cId="4202445008" sldId="336"/>
        </pc:sldMkLst>
        <pc:spChg chg="mod">
          <ac:chgData name="Ardon, Gerhard" userId="8721fa44-6e62-4f20-9139-47497d943791" providerId="ADAL" clId="{F503A2C2-7657-49AB-9EF9-96D26F3DBFC0}" dt="2025-09-03T23:11:52.695" v="1818" actId="20577"/>
          <ac:spMkLst>
            <pc:docMk/>
            <pc:sldMk cId="4202445008" sldId="336"/>
            <ac:spMk id="2" creationId="{33B3E261-7AC9-0F55-F21B-293CDE91EF6E}"/>
          </ac:spMkLst>
        </pc:spChg>
        <pc:spChg chg="add del mod">
          <ac:chgData name="Ardon, Gerhard" userId="8721fa44-6e62-4f20-9139-47497d943791" providerId="ADAL" clId="{F503A2C2-7657-49AB-9EF9-96D26F3DBFC0}" dt="2025-09-03T23:12:00.596" v="1821"/>
          <ac:spMkLst>
            <pc:docMk/>
            <pc:sldMk cId="4202445008" sldId="336"/>
            <ac:spMk id="4" creationId="{757B9BB4-B3C4-C896-25C9-59E47AB9C95E}"/>
          </ac:spMkLst>
        </pc:spChg>
        <pc:graphicFrameChg chg="add mod">
          <ac:chgData name="Ardon, Gerhard" userId="8721fa44-6e62-4f20-9139-47497d943791" providerId="ADAL" clId="{F503A2C2-7657-49AB-9EF9-96D26F3DBFC0}" dt="2025-09-03T23:12:05.800" v="1822" actId="26606"/>
          <ac:graphicFrameMkLst>
            <pc:docMk/>
            <pc:sldMk cId="4202445008" sldId="336"/>
            <ac:graphicFrameMk id="6" creationId="{4327ABC3-5743-811D-27ED-12E408F05C81}"/>
          </ac:graphicFrameMkLst>
        </pc:graphicFrameChg>
        <pc:graphicFrameChg chg="del mod">
          <ac:chgData name="Ardon, Gerhard" userId="8721fa44-6e62-4f20-9139-47497d943791" providerId="ADAL" clId="{F503A2C2-7657-49AB-9EF9-96D26F3DBFC0}" dt="2025-09-03T23:11:56.882" v="1820" actId="478"/>
          <ac:graphicFrameMkLst>
            <pc:docMk/>
            <pc:sldMk cId="4202445008" sldId="336"/>
            <ac:graphicFrameMk id="7" creationId="{87D8485D-D8F9-1837-F761-CA2BB8516244}"/>
          </ac:graphicFrameMkLst>
        </pc:graphicFrameChg>
      </pc:sldChg>
      <pc:sldMasterChg chg="delSldLayout">
        <pc:chgData name="Ardon, Gerhard" userId="8721fa44-6e62-4f20-9139-47497d943791" providerId="ADAL" clId="{F503A2C2-7657-49AB-9EF9-96D26F3DBFC0}" dt="2025-09-03T23:11:42.433" v="1800" actId="2696"/>
        <pc:sldMasterMkLst>
          <pc:docMk/>
          <pc:sldMasterMk cId="2464305198" sldId="2147483648"/>
        </pc:sldMasterMkLst>
        <pc:sldLayoutChg chg="del">
          <pc:chgData name="Ardon, Gerhard" userId="8721fa44-6e62-4f20-9139-47497d943791" providerId="ADAL" clId="{F503A2C2-7657-49AB-9EF9-96D26F3DBFC0}" dt="2025-09-03T23:11:42.433" v="1800" actId="2696"/>
          <pc:sldLayoutMkLst>
            <pc:docMk/>
            <pc:sldMasterMk cId="2464305198" sldId="2147483648"/>
            <pc:sldLayoutMk cId="3435206739" sldId="2147483706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A0BDEBA1-176B-4684-BC73-32324FF9EDF5}" type="datetime1">
              <a:rPr lang="es-ES" smtClean="0"/>
              <a:t>24/09/2025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BBEB6193-5AA7-489B-8575-00593FC261DE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fld id="{0A3C1E36-AAB4-47D5-89F4-8F921BD84148}" type="datetime1">
              <a:rPr lang="es-ES" smtClean="0"/>
              <a:t>24/09/2025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noProof="0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10895658-EA1F-4910-80AB-4DA76E167475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b241b134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b241b134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10895658-EA1F-4910-80AB-4DA76E167475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b241b134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b241b134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grpSp>
          <p:nvGrpSpPr>
            <p:cNvPr id="116" name="Grupo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upo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upo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upo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upo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upo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upo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upo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>
                            <a:defPPr>
                              <a:defRPr lang="es-ES"/>
                            </a:defPPr>
                          </a:lstStyle>
                          <a:p>
                            <a:pPr algn="ctr" rtl="0"/>
                            <a:r>
                              <a:rPr lang="es-E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>
                          <a:defPPr>
                            <a:defRPr lang="es-ES"/>
                          </a:defPPr>
                        </a:lstStyle>
                        <a:p>
                          <a:pPr algn="ctr" rtl="0"/>
                          <a:r>
                            <a:rPr lang="es-E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>
                          <a:defRPr lang="es-ES"/>
                        </a:defPPr>
                      </a:lstStyle>
                      <a:p>
                        <a:pPr algn="ctr" rtl="0"/>
                        <a:r>
                          <a:rPr lang="es-ES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s-ES"/>
                    </a:defPPr>
                  </a:lstStyle>
                  <a:p>
                    <a:pPr algn="ctr" rtl="0"/>
                    <a:r>
                      <a:rPr lang="es-ES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r>
                  <a:rPr lang="es-ES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pic>
          <p:nvPicPr>
            <p:cNvPr id="297" name="Gráfico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áfico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Conector recto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rtlCol="0" anchor="ctr"/>
          <a:lstStyle>
            <a:lvl1pPr algn="l">
              <a:defRPr lang="es-ES" sz="60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rtlCol="0" anchor="b" anchorCtr="0"/>
          <a:lstStyle>
            <a:lvl1pPr>
              <a:defRPr lang="es-ES" cap="all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s-ES" sz="2400"/>
            </a:lvl1pPr>
            <a:lvl2pPr marL="457200">
              <a:lnSpc>
                <a:spcPts val="2000"/>
              </a:lnSpc>
              <a:defRPr lang="es-ES" sz="1800"/>
            </a:lvl2pPr>
            <a:lvl3pPr marL="914400">
              <a:lnSpc>
                <a:spcPts val="2000"/>
              </a:lnSpc>
              <a:defRPr lang="es-ES" sz="1800"/>
            </a:lvl3pPr>
            <a:lvl4pPr marL="1371600">
              <a:lnSpc>
                <a:spcPts val="2000"/>
              </a:lnSpc>
              <a:defRPr lang="es-ES" sz="1800"/>
            </a:lvl4pPr>
            <a:lvl5pPr marL="1828800">
              <a:lnSpc>
                <a:spcPts val="2000"/>
              </a:lnSpc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pic>
          <p:nvPicPr>
            <p:cNvPr id="20" name="Imagen 19" descr="Un patrón seleccionado blanco y negro&#10;&#10;Descripción generada automáticamente con confianza baja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áfico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pic>
          <p:nvPicPr>
            <p:cNvPr id="14" name="Gráfico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upo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upo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upo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upo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upo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upo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upo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>
                            <a:defPPr>
                              <a:defRPr lang="es-ES"/>
                            </a:defPPr>
                          </a:lstStyle>
                          <a:p>
                            <a:pPr algn="ctr" rtl="0"/>
                            <a:r>
                              <a:rPr lang="es-E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>
                          <a:defPPr>
                            <a:defRPr lang="es-ES"/>
                          </a:defPPr>
                        </a:lstStyle>
                        <a:p>
                          <a:pPr algn="ctr" rtl="0"/>
                          <a:r>
                            <a:rPr lang="es-E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>
                          <a:defRPr lang="es-ES"/>
                        </a:defPPr>
                      </a:lstStyle>
                      <a:p>
                        <a:pPr algn="ctr" rtl="0"/>
                        <a:r>
                          <a:rPr lang="es-ES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s-ES"/>
                    </a:defPPr>
                  </a:lstStyle>
                  <a:p>
                    <a:pPr algn="ctr" rtl="0"/>
                    <a:r>
                      <a:rPr lang="es-ES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r>
                  <a:rPr lang="es-ES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cxnSp>
          <p:nvCxnSpPr>
            <p:cNvPr id="66" name="Conector recto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</p:grp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/>
          </a:p>
        </p:txBody>
      </p:sp>
      <p:sp>
        <p:nvSpPr>
          <p:cNvPr id="6" name="Marcador de fecha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fld id="{9C9B4FAC-0AE5-4FDD-9B45-49F12FBE70E9}" type="datetime1">
              <a:rPr lang="es-ES" smtClean="0"/>
              <a:t>24/09/2025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Imag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rtlCol="0" anchor="ctr">
            <a:normAutofit/>
          </a:bodyPr>
          <a:lstStyle>
            <a:lvl1pPr algn="l">
              <a:defRPr lang="es-ES" sz="48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63" name="Marcador de posición de imagen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algn="ctr">
              <a:defRPr lang="es-ES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insertar una imagen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pic>
          <p:nvPicPr>
            <p:cNvPr id="13" name="Gráfico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pic>
          <p:nvPicPr>
            <p:cNvPr id="11" name="Imagen 10" descr="Un patrón seleccionado blanco y negro&#10;&#10;Descripción generada automáticamente con confianza baja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Subtítulo + Imagen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rtlCol="0" anchor="b">
            <a:normAutofit/>
          </a:bodyPr>
          <a:lstStyle>
            <a:lvl1pPr algn="l">
              <a:defRPr lang="es-ES" sz="48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lang="es-ES" sz="2400">
                <a:solidFill>
                  <a:schemeClr val="tx2"/>
                </a:solidFill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pic>
          <p:nvPicPr>
            <p:cNvPr id="13" name="Gráfico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upo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upo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upo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upo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upo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upo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upo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>
                            <a:defPPr>
                              <a:defRPr lang="es-ES"/>
                            </a:defPPr>
                          </a:lstStyle>
                          <a:p>
                            <a:pPr algn="ctr" rtl="0"/>
                            <a:r>
                              <a:rPr lang="es-E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>
                          <a:defPPr>
                            <a:defRPr lang="es-ES"/>
                          </a:defPPr>
                        </a:lstStyle>
                        <a:p>
                          <a:pPr algn="ctr" rtl="0"/>
                          <a:r>
                            <a:rPr lang="es-E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>
                          <a:defRPr lang="es-ES"/>
                        </a:defPPr>
                      </a:lstStyle>
                      <a:p>
                        <a:pPr algn="ctr" rtl="0"/>
                        <a:r>
                          <a:rPr lang="es-ES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s-ES"/>
                    </a:defPPr>
                  </a:lstStyle>
                  <a:p>
                    <a:pPr algn="ctr" rtl="0"/>
                    <a:r>
                      <a:rPr lang="es-ES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r>
                  <a:rPr lang="es-ES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</p:grpSp>
      <p:sp>
        <p:nvSpPr>
          <p:cNvPr id="63" name="Marcador de posición de imagen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 algn="ctr">
              <a:buNone/>
              <a:defRPr lang="es-ES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insertar una imagen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rtlCol="0" anchor="t" anchorCtr="0"/>
          <a:lstStyle>
            <a:lvl1pPr>
              <a:defRPr lang="es-ES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pic>
          <p:nvPicPr>
            <p:cNvPr id="8" name="Gráfico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pic>
          <p:nvPicPr>
            <p:cNvPr id="35" name="Imagen 34" descr="Un patrón seleccionado blanco y negro&#10;&#10;Descripción generada automáticamente con confianza baja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áfico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pic>
          <p:nvPicPr>
            <p:cNvPr id="38" name="Gráfico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upo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upo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upo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upo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upo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upo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upo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>
                            <a:defPPr>
                              <a:defRPr lang="es-ES"/>
                            </a:defPPr>
                          </a:lstStyle>
                          <a:p>
                            <a:pPr algn="ctr" rtl="0"/>
                            <a:r>
                              <a:rPr lang="es-E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>
                          <a:defPPr>
                            <a:defRPr lang="es-ES"/>
                          </a:defPPr>
                        </a:lstStyle>
                        <a:p>
                          <a:pPr algn="ctr" rtl="0"/>
                          <a:r>
                            <a:rPr lang="es-E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>
                          <a:defRPr lang="es-ES"/>
                        </a:defPPr>
                      </a:lstStyle>
                      <a:p>
                        <a:pPr algn="ctr" rtl="0"/>
                        <a:r>
                          <a:rPr lang="es-ES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s-ES"/>
                    </a:defPPr>
                  </a:lstStyle>
                  <a:p>
                    <a:pPr algn="ctr" rtl="0"/>
                    <a:r>
                      <a:rPr lang="es-ES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r>
                  <a:rPr lang="es-ES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cxnSp>
          <p:nvCxnSpPr>
            <p:cNvPr id="63" name="Conector recto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</p:grpSp>
      <p:sp>
        <p:nvSpPr>
          <p:cNvPr id="67" name="Marcador de fecha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2C2B5D10-01BA-46C4-A39E-A3A8F037168D}" type="datetime1">
              <a:rPr lang="es-ES" smtClean="0"/>
              <a:t>24/09/2025</a:t>
            </a:fld>
            <a:endParaRPr lang="es-ES"/>
          </a:p>
        </p:txBody>
      </p:sp>
      <p:sp>
        <p:nvSpPr>
          <p:cNvPr id="68" name="Marcador de pie de página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69" name="Marcador de número de diapositiva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lang="es-ES"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lang="es-ES"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lang="es-ES"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lang="es-ES"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lang="es-ES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Subtítulo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pic>
          <p:nvPicPr>
            <p:cNvPr id="28" name="Gráfico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pic>
          <p:nvPicPr>
            <p:cNvPr id="11" name="Gráfico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áfico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pic>
          <p:nvPicPr>
            <p:cNvPr id="73" name="Gráfico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Imagen 34" descr="Un patrón seleccionado blanco y negro&#10;&#10;Descripción generada automáticamente con confianza baja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upo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upo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upo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upo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upo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upo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upo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upo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>
                            <a:defPPr>
                              <a:defRPr lang="es-ES"/>
                            </a:defPPr>
                          </a:lstStyle>
                          <a:p>
                            <a:pPr algn="ctr" rtl="0"/>
                            <a:r>
                              <a:rPr lang="es-E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>
                          <a:defPPr>
                            <a:defRPr lang="es-ES"/>
                          </a:defPPr>
                        </a:lstStyle>
                        <a:p>
                          <a:pPr algn="ctr" rtl="0"/>
                          <a:r>
                            <a:rPr lang="es-E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>
                          <a:defRPr lang="es-ES"/>
                        </a:defPPr>
                      </a:lstStyle>
                      <a:p>
                        <a:pPr algn="ctr" rtl="0"/>
                        <a:r>
                          <a:rPr lang="es-ES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s-ES"/>
                    </a:defPPr>
                  </a:lstStyle>
                  <a:p>
                    <a:pPr algn="ctr" rtl="0"/>
                    <a:r>
                      <a:rPr lang="es-ES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r>
                  <a:rPr lang="es-ES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cxnSp>
          <p:nvCxnSpPr>
            <p:cNvPr id="77" name="Conector recto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rtlCol="0" anchor="b">
            <a:normAutofit/>
          </a:bodyPr>
          <a:lstStyle>
            <a:lvl1pPr algn="l">
              <a:defRPr lang="es-ES" sz="48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/>
              <a:t>Haga clic para AGREGAR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lang="es-ES" sz="2400">
                <a:solidFill>
                  <a:schemeClr val="tx2"/>
                </a:solidFill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</a:t>
            </a:r>
          </a:p>
        </p:txBody>
      </p:sp>
      <p:sp>
        <p:nvSpPr>
          <p:cNvPr id="192" name="Marcador de fecha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3DE257B0-0B1B-40C0-890E-3AB8D284D4F0}" type="datetime1">
              <a:rPr lang="es-ES" smtClean="0"/>
              <a:t>24/09/2025</a:t>
            </a:fld>
            <a:endParaRPr lang="es-ES"/>
          </a:p>
        </p:txBody>
      </p:sp>
      <p:sp>
        <p:nvSpPr>
          <p:cNvPr id="193" name="Marcador de pie de página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194" name="Marcador de número de diapositiva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rtlCol="0" anchor="t" anchorCtr="0"/>
          <a:lstStyle>
            <a:lvl1pPr>
              <a:defRPr lang="es-ES" cap="all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pic>
          <p:nvPicPr>
            <p:cNvPr id="12" name="Imagen 11" descr="Un patrón seleccionado blanco y negro&#10;&#10;Descripción generada automáticamente con confianza baja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pic>
          <p:nvPicPr>
            <p:cNvPr id="26" name="Gráfico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pic>
          <p:nvPicPr>
            <p:cNvPr id="31" name="Gráfico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Marcador de fecha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9177C618-E189-48F5-8AD3-BDEBDEC3F89A}" type="datetime1">
              <a:rPr lang="es-ES" smtClean="0"/>
              <a:t>24/09/2025</a:t>
            </a:fld>
            <a:endParaRPr lang="es-ES"/>
          </a:p>
        </p:txBody>
      </p:sp>
      <p:sp>
        <p:nvSpPr>
          <p:cNvPr id="33" name="Marcador de pie de página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34" name="Marcador de número de diapositiva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/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lang="es-ES" sz="1800"/>
            </a:lvl1pPr>
            <a:lvl2pPr marL="457200">
              <a:lnSpc>
                <a:spcPts val="2000"/>
              </a:lnSpc>
              <a:defRPr lang="es-ES" sz="1800"/>
            </a:lvl2pPr>
            <a:lvl3pPr marL="914400">
              <a:lnSpc>
                <a:spcPts val="2000"/>
              </a:lnSpc>
              <a:defRPr lang="es-ES" sz="1800"/>
            </a:lvl3pPr>
            <a:lvl4pPr marL="1371600">
              <a:lnSpc>
                <a:spcPts val="2000"/>
              </a:lnSpc>
              <a:defRPr lang="es-ES" sz="1800"/>
            </a:lvl4pPr>
            <a:lvl5pPr marL="1828800">
              <a:lnSpc>
                <a:spcPts val="2000"/>
              </a:lnSpc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lang="es-ES" sz="1800"/>
            </a:lvl1pPr>
            <a:lvl2pPr marL="457200">
              <a:lnSpc>
                <a:spcPts val="2000"/>
              </a:lnSpc>
              <a:defRPr lang="es-ES" sz="1800"/>
            </a:lvl2pPr>
            <a:lvl3pPr marL="914400">
              <a:lnSpc>
                <a:spcPts val="2000"/>
              </a:lnSpc>
              <a:defRPr lang="es-ES" sz="1800"/>
            </a:lvl3pPr>
            <a:lvl4pPr marL="1371600">
              <a:lnSpc>
                <a:spcPts val="2000"/>
              </a:lnSpc>
              <a:defRPr lang="es-ES" sz="1800"/>
            </a:lvl4pPr>
            <a:lvl5pPr marL="1828800">
              <a:lnSpc>
                <a:spcPts val="2000"/>
              </a:lnSpc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áfico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ángulo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ángulo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upo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</p:grpSp>
      <p:sp>
        <p:nvSpPr>
          <p:cNvPr id="101" name="Forma libre: Forma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/>
          </a:p>
        </p:txBody>
      </p:sp>
      <p:sp>
        <p:nvSpPr>
          <p:cNvPr id="163" name="Forma libre: Forma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rtlCol="0" anchor="t" anchorCtr="0"/>
          <a:lstStyle>
            <a:lvl1pPr>
              <a:defRPr lang="es-ES" cap="all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 rtlCol="0"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lang="es-ES" sz="1800"/>
            </a:lvl1pPr>
            <a:lvl2pPr>
              <a:lnSpc>
                <a:spcPts val="2000"/>
              </a:lnSpc>
              <a:defRPr lang="es-ES" sz="1800"/>
            </a:lvl2pPr>
            <a:lvl3pPr>
              <a:lnSpc>
                <a:spcPts val="2000"/>
              </a:lnSpc>
              <a:defRPr lang="es-ES" sz="1800"/>
            </a:lvl3pPr>
            <a:lvl4pPr>
              <a:lnSpc>
                <a:spcPts val="2000"/>
              </a:lnSpc>
              <a:defRPr lang="es-ES" sz="1800"/>
            </a:lvl4pPr>
            <a:lvl5pPr>
              <a:lnSpc>
                <a:spcPts val="2000"/>
              </a:lnSpc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buNone/>
              <a:defRPr lang="es-ES" sz="1800"/>
            </a:lvl1pPr>
            <a:lvl2pPr marL="457200">
              <a:lnSpc>
                <a:spcPts val="2000"/>
              </a:lnSpc>
              <a:defRPr lang="es-ES" sz="1800"/>
            </a:lvl2pPr>
            <a:lvl3pPr marL="914400">
              <a:lnSpc>
                <a:spcPts val="2000"/>
              </a:lnSpc>
              <a:defRPr lang="es-ES" sz="1800"/>
            </a:lvl3pPr>
            <a:lvl4pPr marL="1371600">
              <a:lnSpc>
                <a:spcPts val="2000"/>
              </a:lnSpc>
              <a:defRPr lang="es-ES" sz="1800"/>
            </a:lvl4pPr>
            <a:lvl5pPr marL="1828800">
              <a:lnSpc>
                <a:spcPts val="2000"/>
              </a:lnSpc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209" name="Marcador de fecha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740EB7AE-9D04-44B1-A2AD-3158528BDC2A}" type="datetime1">
              <a:rPr lang="es-ES" smtClean="0"/>
              <a:t>24/09/2025</a:t>
            </a:fld>
            <a:endParaRPr lang="es-ES"/>
          </a:p>
        </p:txBody>
      </p:sp>
      <p:sp>
        <p:nvSpPr>
          <p:cNvPr id="210" name="Marcador de pie de página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211" name="Marcador de número de diapositiva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+ imag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rtlCol="0" anchor="t" anchorCtr="0"/>
          <a:lstStyle>
            <a:lvl1pPr>
              <a:defRPr lang="es-ES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27" name="Marcador de posición de imagen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 algn="l">
              <a:buNone/>
              <a:defRPr lang="es-ES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insertar una imagen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/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 rtlCol="0"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lang="es-ES"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lang="es-ES"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lang="es-ES"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lang="es-ES"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lang="es-ES" sz="18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9" name="Marcador de fecha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493E32AF-3FCE-46D9-8013-32EEE691EE0A}" type="datetime1">
              <a:rPr lang="es-ES" smtClean="0"/>
              <a:t>24/09/2025</a:t>
            </a:fld>
            <a:endParaRPr lang="es-ES"/>
          </a:p>
        </p:txBody>
      </p:sp>
      <p:sp>
        <p:nvSpPr>
          <p:cNvPr id="70" name="Marcador de pie de página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71" name="Marcador de número de diapositiva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pic>
          <p:nvPicPr>
            <p:cNvPr id="16" name="Gráfico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ángulo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+ Tabl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rtlCol="0" anchor="t" anchorCtr="0"/>
          <a:lstStyle>
            <a:lvl1pPr>
              <a:defRPr lang="es-ES" cap="all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7" name="Rectángulo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s-E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s-E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s-E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s-E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s-ES" sz="1800"/>
            </a:lvl5pPr>
          </a:lstStyle>
          <a:p>
            <a:pPr lvl="0" rtl="0"/>
            <a:r>
              <a:rPr lang="es-ES"/>
              <a:t>Haga clic para agregar texto </a:t>
            </a:r>
          </a:p>
          <a:p>
            <a:pPr marL="685800" lvl="1" indent="-228600" rtl="0"/>
            <a:r>
              <a:rPr lang="es-ES"/>
              <a:t>Segundo nivel</a:t>
            </a:r>
          </a:p>
          <a:p>
            <a:pPr marL="1143000" lvl="2" indent="-228600" rtl="0"/>
            <a:r>
              <a:rPr lang="es-ES"/>
              <a:t>Tercer nivel</a:t>
            </a:r>
          </a:p>
          <a:p>
            <a:pPr marL="1600200" lvl="3" indent="-228600" rtl="0"/>
            <a:r>
              <a:rPr lang="es-ES"/>
              <a:t>Cuarto nivel</a:t>
            </a:r>
          </a:p>
          <a:p>
            <a:pPr marL="2057400" lvl="4" indent="-228600" rtl="0"/>
            <a:r>
              <a:rPr lang="es-ES"/>
              <a:t>Quinto nivel</a:t>
            </a:r>
          </a:p>
        </p:txBody>
      </p:sp>
      <p:sp>
        <p:nvSpPr>
          <p:cNvPr id="8" name="Marcador de posición de tabla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 rtlCol="0"/>
          <a:lstStyle>
            <a:lvl1pPr>
              <a:defRPr lang="es-ES"/>
            </a:lvl1pPr>
          </a:lstStyle>
          <a:p>
            <a:pPr rtl="0"/>
            <a:r>
              <a:rPr lang="es-ES"/>
              <a:t>Haga clic en el icono para insertar una tabla</a:t>
            </a:r>
          </a:p>
        </p:txBody>
      </p:sp>
      <p:sp>
        <p:nvSpPr>
          <p:cNvPr id="3" name="Marcador de fecha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fld id="{F52EB143-0484-4B4A-822A-8DC2C064522B}" type="datetime1">
              <a:rPr lang="es-ES" smtClean="0"/>
              <a:t>24/09/2025</a:t>
            </a:fld>
            <a:endParaRPr lang="es-ES" dirty="0"/>
          </a:p>
        </p:txBody>
      </p: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rtlCol="0" anchor="t" anchorCtr="0"/>
          <a:lstStyle>
            <a:lvl1pPr>
              <a:defRPr lang="es-ES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pic>
          <p:nvPicPr>
            <p:cNvPr id="48" name="Gráfico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áfico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s-ES"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lang="es-ES"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lang="es-ES"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lang="es-ES"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lang="es-ES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4" name="Marcador de texto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 rtlCol="0"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lang="es-ES"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lang="es-ES"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lang="es-ES"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lang="es-ES"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lang="es-ES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/>
              <a:t>Haga clic para agregar texto 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3" name="Marcador de fecha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72E03785-F6E3-493F-956A-4BC16E39C284}" type="datetime1">
              <a:rPr lang="es-ES" smtClean="0"/>
              <a:t>24/09/2025</a:t>
            </a:fld>
            <a:endParaRPr lang="es-ES"/>
          </a:p>
        </p:txBody>
      </p:sp>
      <p:sp>
        <p:nvSpPr>
          <p:cNvPr id="64" name="Marcador de pie de página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65" name="Marcador de número de diapositiva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rtlCol="0" anchor="t" anchorCtr="0"/>
          <a:lstStyle>
            <a:lvl1pPr>
              <a:defRPr lang="es-ES" cap="all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5" name="Marcador de posición de tabla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 rtlCol="0"/>
          <a:lstStyle>
            <a:lvl1pPr>
              <a:defRPr lang="es-ES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 lang="es-ES"/>
            </a:pPr>
            <a:r>
              <a:rPr lang="es-ES"/>
              <a:t>Haga clic en el icono para insertar una tabla</a:t>
            </a:r>
          </a:p>
          <a:p>
            <a:pPr rtl="0"/>
            <a:endParaRPr lang="es-ES" dirty="0"/>
          </a:p>
        </p:txBody>
      </p:sp>
      <p:sp>
        <p:nvSpPr>
          <p:cNvPr id="7" name="Rectángulo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3" name="Marcador de fecha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fld id="{20B67A72-3A57-4FB3-90CC-3D658B9B24C0}" type="datetime1">
              <a:rPr lang="es-ES" smtClean="0"/>
              <a:t>24/09/2025</a:t>
            </a:fld>
            <a:endParaRPr lang="es-ES" dirty="0"/>
          </a:p>
        </p:txBody>
      </p: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ido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grpSp>
          <p:nvGrpSpPr>
            <p:cNvPr id="116" name="Grupo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upo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upo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upo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upo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upo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upo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upo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>
                            <a:defPPr>
                              <a:defRPr lang="es-ES"/>
                            </a:defPPr>
                          </a:lstStyle>
                          <a:p>
                            <a:pPr algn="ctr" rtl="0"/>
                            <a:r>
                              <a:rPr lang="es-E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>
                          <a:defPPr>
                            <a:defRPr lang="es-ES"/>
                          </a:defPPr>
                        </a:lstStyle>
                        <a:p>
                          <a:pPr algn="ctr" rtl="0"/>
                          <a:r>
                            <a:rPr lang="es-E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>
                          <a:defRPr lang="es-ES"/>
                        </a:defPPr>
                      </a:lstStyle>
                      <a:p>
                        <a:pPr algn="ctr" rtl="0"/>
                        <a:r>
                          <a:rPr lang="es-ES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s-ES"/>
                    </a:defPPr>
                  </a:lstStyle>
                  <a:p>
                    <a:pPr algn="ctr" rtl="0"/>
                    <a:r>
                      <a:rPr lang="es-ES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r>
                  <a:rPr lang="es-ES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pic>
          <p:nvPicPr>
            <p:cNvPr id="297" name="Gráfico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áfico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Conector recto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rtlCol="0" anchor="b">
            <a:normAutofit/>
          </a:bodyPr>
          <a:lstStyle>
            <a:lvl1pPr algn="l">
              <a:defRPr lang="es-ES" sz="44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lang="es-ES" sz="1800">
                <a:solidFill>
                  <a:schemeClr val="tx2"/>
                </a:solidFill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GT" smtClean="0"/>
              <a:pPr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6872076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" smtClean="0"/>
              <a:pPr/>
              <a:t>‹Nº›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24367470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" smtClean="0"/>
              <a:pPr/>
              <a:t>‹Nº›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23135646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" smtClean="0"/>
              <a:pPr/>
              <a:t>‹Nº›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12454287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" smtClean="0"/>
              <a:pPr/>
              <a:t>‹Nº›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9432320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" smtClean="0"/>
              <a:pPr/>
              <a:t>‹Nº›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18299363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" smtClean="0"/>
              <a:pPr/>
              <a:t>‹Nº›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37105085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" smtClean="0"/>
              <a:pPr/>
              <a:t>‹Nº›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26092256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" smtClean="0"/>
              <a:pPr/>
              <a:t>‹Nº›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19367399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" smtClean="0"/>
              <a:pPr/>
              <a:t>‹Nº›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32749287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" smtClean="0"/>
              <a:pPr/>
              <a:t>‹Nº›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66877305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" smtClean="0"/>
              <a:pPr/>
              <a:t>‹Nº›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1060171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3DAC8E4-6DEF-4C1E-98BC-5D4BE770117D}" type="datetime1">
              <a:rPr lang="es-ES" smtClean="0"/>
              <a:t>24/09/2025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s-ES"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  <p:sldLayoutId id="2147483705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s-ES"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es-ES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es-E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es-ES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s" smtClean="0"/>
              <a:pPr/>
              <a:t>‹Nº›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75436050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 amt="62000"/>
          </a:blip>
          <a:stretch>
            <a:fillRect/>
          </a:stretch>
        </p:blipFill>
        <p:spPr>
          <a:xfrm>
            <a:off x="11269" y="1"/>
            <a:ext cx="12169465" cy="6858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" name="Google Shape;55;p13"/>
          <p:cNvGraphicFramePr/>
          <p:nvPr>
            <p:extLst>
              <p:ext uri="{D42A27DB-BD31-4B8C-83A1-F6EECF244321}">
                <p14:modId xmlns:p14="http://schemas.microsoft.com/office/powerpoint/2010/main" val="1151600556"/>
              </p:ext>
            </p:extLst>
          </p:nvPr>
        </p:nvGraphicFramePr>
        <p:xfrm>
          <a:off x="7104267" y="1293367"/>
          <a:ext cx="4920767" cy="12191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24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900" b="1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sz="1900" b="1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400" dirty="0" err="1"/>
                        <a:t>Miercoles</a:t>
                      </a:r>
                      <a:r>
                        <a:rPr sz="2400" dirty="0"/>
                        <a:t> 24 /09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900" b="1" dirty="0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sz="1900" b="1" dirty="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400" dirty="0"/>
                        <a:t>17:20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6" name="Google Shape;56;p13"/>
          <p:cNvSpPr txBox="1"/>
          <p:nvPr/>
        </p:nvSpPr>
        <p:spPr>
          <a:xfrm>
            <a:off x="1920233" y="3011068"/>
            <a:ext cx="9056000" cy="759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s" sz="3333" b="1" dirty="0"/>
              <a:t>Seminario de Sistemas 2 [N]</a:t>
            </a:r>
            <a:endParaRPr sz="3333" b="1" dirty="0"/>
          </a:p>
        </p:txBody>
      </p:sp>
      <p:sp>
        <p:nvSpPr>
          <p:cNvPr id="57" name="Google Shape;57;p13"/>
          <p:cNvSpPr txBox="1"/>
          <p:nvPr/>
        </p:nvSpPr>
        <p:spPr>
          <a:xfrm>
            <a:off x="2371600" y="3867667"/>
            <a:ext cx="7448800" cy="656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s" sz="2667" dirty="0"/>
              <a:t>Gerhard Benjamin Ardon Valdez</a:t>
            </a:r>
            <a:endParaRPr sz="266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50" y="429461"/>
            <a:ext cx="6343650" cy="2197625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Agenda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938713" y="2627087"/>
            <a:ext cx="6338887" cy="3341914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Ejemplo Practico</a:t>
            </a:r>
          </a:p>
          <a:p>
            <a:pPr rtl="0"/>
            <a:r>
              <a:rPr lang="es-ES" dirty="0"/>
              <a:t>Hoja de calificación </a:t>
            </a:r>
          </a:p>
          <a:p>
            <a:pPr rtl="0"/>
            <a:r>
              <a:rPr lang="es-ES" dirty="0"/>
              <a:t>Lectura Proyecto Fase 2</a:t>
            </a:r>
          </a:p>
          <a:p>
            <a:pPr rtl="0"/>
            <a:r>
              <a:rPr lang="es-ES" dirty="0"/>
              <a:t>Actividad 8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 amt="62000"/>
          </a:blip>
          <a:stretch>
            <a:fillRect/>
          </a:stretch>
        </p:blipFill>
        <p:spPr>
          <a:xfrm>
            <a:off x="11269" y="1"/>
            <a:ext cx="12169465" cy="6858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" name="Google Shape;55;p13"/>
          <p:cNvGraphicFramePr/>
          <p:nvPr>
            <p:extLst>
              <p:ext uri="{D42A27DB-BD31-4B8C-83A1-F6EECF244321}">
                <p14:modId xmlns:p14="http://schemas.microsoft.com/office/powerpoint/2010/main" val="3236991800"/>
              </p:ext>
            </p:extLst>
          </p:nvPr>
        </p:nvGraphicFramePr>
        <p:xfrm>
          <a:off x="11267" y="1004833"/>
          <a:ext cx="6973166" cy="23620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6887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44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319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900" b="1">
                          <a:solidFill>
                            <a:schemeClr val="dk1"/>
                          </a:solidFill>
                        </a:rPr>
                        <a:t>Nombre de la actividad:</a:t>
                      </a:r>
                      <a:endParaRPr sz="1900" b="1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A" sz="2500" dirty="0"/>
                        <a:t>Actividad 8</a:t>
                      </a:r>
                      <a:endParaRPr sz="2500" dirty="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19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900" b="1">
                          <a:solidFill>
                            <a:schemeClr val="dk1"/>
                          </a:solidFill>
                        </a:rPr>
                        <a:t>Cantidad de participantes:</a:t>
                      </a:r>
                      <a:endParaRPr sz="1900" b="1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A" sz="2500" dirty="0"/>
                        <a:t>50</a:t>
                      </a:r>
                      <a:endParaRPr sz="2500" dirty="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088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900" b="1" dirty="0">
                          <a:solidFill>
                            <a:schemeClr val="dk1"/>
                          </a:solidFill>
                        </a:rPr>
                        <a:t>Doy fe que esta actividad está planificada en dtt (Sí/No):</a:t>
                      </a:r>
                      <a:endParaRPr sz="1900" b="1" dirty="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A" sz="2500" dirty="0"/>
                        <a:t>Si</a:t>
                      </a:r>
                      <a:endParaRPr sz="2500" dirty="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7" name="Google Shape;57;p13"/>
          <p:cNvSpPr txBox="1"/>
          <p:nvPr/>
        </p:nvSpPr>
        <p:spPr>
          <a:xfrm>
            <a:off x="11267" y="3303868"/>
            <a:ext cx="4111600" cy="430883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defTabSz="1219170">
              <a:buClr>
                <a:srgbClr val="000000"/>
              </a:buClr>
              <a:buSzPts val="1100"/>
            </a:pPr>
            <a:endParaRPr sz="12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r>
              <a:rPr lang="es" sz="12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</a:t>
            </a:r>
            <a:r>
              <a:rPr lang="es-GT" sz="1200" dirty="0"/>
              <a:t>DIEGO ENRIQUE ARRIAGA MELENDEZ</a:t>
            </a:r>
          </a:p>
          <a:p>
            <a:r>
              <a:rPr lang="es-GT" sz="1200" dirty="0"/>
              <a:t>18:32</a:t>
            </a:r>
          </a:p>
          <a:p>
            <a:r>
              <a:rPr lang="es-GT" sz="1200" dirty="0"/>
              <a:t>Diego Arriaga - 202003892</a:t>
            </a:r>
          </a:p>
          <a:p>
            <a:r>
              <a:rPr lang="es-GT" sz="1200" dirty="0"/>
              <a:t>MYNOR FRANCISCO MORÁN GARCIA</a:t>
            </a:r>
          </a:p>
          <a:p>
            <a:r>
              <a:rPr lang="es-GT" sz="1200" dirty="0"/>
              <a:t>18:32</a:t>
            </a:r>
          </a:p>
          <a:p>
            <a:r>
              <a:rPr lang="es-GT" sz="1200" dirty="0"/>
              <a:t>Mynor Francisco Morán García - 201603232</a:t>
            </a:r>
          </a:p>
          <a:p>
            <a:r>
              <a:rPr lang="es-GT" sz="1050" dirty="0"/>
              <a:t>JIMENA ALEJANDRA CABRERA ROSITO</a:t>
            </a:r>
          </a:p>
          <a:p>
            <a:r>
              <a:rPr lang="es-GT" sz="1050" dirty="0"/>
              <a:t>18:32</a:t>
            </a:r>
          </a:p>
          <a:p>
            <a:r>
              <a:rPr lang="es-GT" sz="1050" dirty="0"/>
              <a:t>Jimena Alejandra Cabrera </a:t>
            </a:r>
            <a:r>
              <a:rPr lang="es-GT" sz="1050" dirty="0" err="1"/>
              <a:t>Rosito</a:t>
            </a:r>
            <a:r>
              <a:rPr lang="es-GT" sz="1050" dirty="0"/>
              <a:t> - 202102338</a:t>
            </a:r>
          </a:p>
          <a:p>
            <a:r>
              <a:rPr lang="es-GT" sz="1050" dirty="0"/>
              <a:t>MARIA JOSE TEBALAN SANCHEZ</a:t>
            </a:r>
          </a:p>
          <a:p>
            <a:r>
              <a:rPr lang="es-GT" sz="1050" dirty="0"/>
              <a:t>18:32</a:t>
            </a:r>
          </a:p>
          <a:p>
            <a:r>
              <a:rPr lang="es-GT" sz="1050" dirty="0"/>
              <a:t>María José </a:t>
            </a:r>
            <a:r>
              <a:rPr lang="es-GT" sz="1050" dirty="0" err="1"/>
              <a:t>Tebalan</a:t>
            </a:r>
            <a:r>
              <a:rPr lang="es-GT" sz="1050" dirty="0"/>
              <a:t> </a:t>
            </a:r>
            <a:r>
              <a:rPr lang="es-GT" sz="1050" dirty="0" err="1"/>
              <a:t>Sanchez</a:t>
            </a:r>
            <a:r>
              <a:rPr lang="es-GT" sz="1050" dirty="0"/>
              <a:t>- 202100265</a:t>
            </a:r>
          </a:p>
          <a:p>
            <a:r>
              <a:rPr lang="es-GT" sz="1050" dirty="0"/>
              <a:t>WALTER JAVIER SANTIZO MAZARIEGOS</a:t>
            </a:r>
          </a:p>
          <a:p>
            <a:r>
              <a:rPr lang="es-GT" sz="1050" dirty="0"/>
              <a:t>18:32</a:t>
            </a:r>
          </a:p>
          <a:p>
            <a:r>
              <a:rPr lang="es-GT" sz="1050" dirty="0"/>
              <a:t>Walter Javier Santizo Mazariegos-202111718</a:t>
            </a:r>
          </a:p>
          <a:p>
            <a:r>
              <a:rPr lang="es-GT" sz="1050" dirty="0"/>
              <a:t>AXEL ELÍ CALDERÓN BARRIENTOS</a:t>
            </a:r>
          </a:p>
          <a:p>
            <a:r>
              <a:rPr lang="es-GT" sz="1050" dirty="0"/>
              <a:t>18:32</a:t>
            </a:r>
          </a:p>
          <a:p>
            <a:r>
              <a:rPr lang="es-GT" sz="1050" dirty="0"/>
              <a:t>Axel </a:t>
            </a:r>
            <a:r>
              <a:rPr lang="es-GT" sz="1050" dirty="0" err="1"/>
              <a:t>Calderon</a:t>
            </a:r>
            <a:r>
              <a:rPr lang="es-GT" sz="1050" dirty="0"/>
              <a:t> - 201901458</a:t>
            </a:r>
          </a:p>
          <a:p>
            <a:pPr defTabSz="1219170">
              <a:buClr>
                <a:srgbClr val="000000"/>
              </a:buClr>
              <a:buSzPts val="1100"/>
            </a:pPr>
            <a:endParaRPr lang="es-GT" kern="0" dirty="0">
              <a:solidFill>
                <a:srgbClr val="000000"/>
              </a:solidFill>
              <a:cs typeface="Arial"/>
              <a:sym typeface="Arial"/>
            </a:endParaRPr>
          </a:p>
          <a:p>
            <a:pPr defTabSz="1219170">
              <a:buClr>
                <a:srgbClr val="000000"/>
              </a:buClr>
              <a:buSzPts val="1100"/>
            </a:pPr>
            <a:r>
              <a:rPr lang="es-GT" kern="0" dirty="0">
                <a:solidFill>
                  <a:srgbClr val="000000"/>
                </a:solidFill>
                <a:cs typeface="Arial"/>
                <a:sym typeface="Arial"/>
              </a:rPr>
              <a:t> </a:t>
            </a:r>
            <a:endParaRPr lang="es-GT" dirty="0"/>
          </a:p>
          <a:p>
            <a:pPr defTabSz="1219170">
              <a:buClr>
                <a:srgbClr val="000000"/>
              </a:buClr>
              <a:buSzPts val="1100"/>
            </a:pPr>
            <a:endParaRPr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aphicFrame>
        <p:nvGraphicFramePr>
          <p:cNvPr id="58" name="Google Shape;58;p13"/>
          <p:cNvGraphicFramePr/>
          <p:nvPr>
            <p:extLst>
              <p:ext uri="{D42A27DB-BD31-4B8C-83A1-F6EECF244321}">
                <p14:modId xmlns:p14="http://schemas.microsoft.com/office/powerpoint/2010/main" val="135009223"/>
              </p:ext>
            </p:extLst>
          </p:nvPr>
        </p:nvGraphicFramePr>
        <p:xfrm>
          <a:off x="7104267" y="1293367"/>
          <a:ext cx="4920767" cy="20725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24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319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900" b="1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sz="1900" b="1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A" sz="2500" dirty="0"/>
                        <a:t>18:30</a:t>
                      </a:r>
                      <a:endParaRPr sz="2500" dirty="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19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900" b="1">
                          <a:solidFill>
                            <a:schemeClr val="dk1"/>
                          </a:solidFill>
                        </a:rPr>
                        <a:t>Hora de fin:</a:t>
                      </a:r>
                      <a:endParaRPr sz="1900" b="1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A" sz="2500" dirty="0"/>
                        <a:t>19:00</a:t>
                      </a:r>
                      <a:endParaRPr sz="2500" dirty="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19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0"/>
                        <a:buFont typeface="Arial"/>
                        <a:buNone/>
                      </a:pPr>
                      <a:r>
                        <a:rPr lang="es" sz="1900" b="1" dirty="0">
                          <a:solidFill>
                            <a:schemeClr val="dk1"/>
                          </a:solidFill>
                        </a:rPr>
                        <a:t>Duración (min):</a:t>
                      </a:r>
                      <a:endParaRPr sz="700" b="1" dirty="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A" sz="2500" dirty="0"/>
                        <a:t>30</a:t>
                      </a:r>
                      <a:endParaRPr sz="2500" dirty="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9" name="Google Shape;59;p13"/>
          <p:cNvSpPr txBox="1"/>
          <p:nvPr/>
        </p:nvSpPr>
        <p:spPr>
          <a:xfrm>
            <a:off x="4174400" y="3303868"/>
            <a:ext cx="4111600" cy="460121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defTabSz="1219170">
              <a:buClr>
                <a:srgbClr val="000000"/>
              </a:buClr>
              <a:buSzPts val="1100"/>
            </a:pPr>
            <a:endParaRPr sz="11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r>
              <a:rPr lang="es-GT" sz="1100" dirty="0"/>
              <a:t>OSCAR DAVID PADILLA VASQUEZ</a:t>
            </a:r>
          </a:p>
          <a:p>
            <a:r>
              <a:rPr lang="es-GT" sz="1100" dirty="0"/>
              <a:t>18:32</a:t>
            </a:r>
          </a:p>
          <a:p>
            <a:r>
              <a:rPr lang="es-GT" sz="1100" dirty="0"/>
              <a:t>Oscar David Padilla </a:t>
            </a:r>
            <a:r>
              <a:rPr lang="es-GT" sz="1100" dirty="0" err="1"/>
              <a:t>Vasquez</a:t>
            </a:r>
            <a:r>
              <a:rPr lang="es-GT" sz="1100" dirty="0"/>
              <a:t> - 202103250</a:t>
            </a:r>
          </a:p>
          <a:p>
            <a:r>
              <a:rPr lang="es-GT" sz="1100" dirty="0"/>
              <a:t>JHONATAN JOSUÉ TZUNÚN YAX</a:t>
            </a:r>
          </a:p>
          <a:p>
            <a:r>
              <a:rPr lang="es-GT" sz="1100" dirty="0"/>
              <a:t>18:32</a:t>
            </a:r>
          </a:p>
          <a:p>
            <a:r>
              <a:rPr lang="es-GT" sz="1100" dirty="0" err="1"/>
              <a:t>Jhonatan</a:t>
            </a:r>
            <a:r>
              <a:rPr lang="es-GT" sz="1100" dirty="0"/>
              <a:t> </a:t>
            </a:r>
            <a:r>
              <a:rPr lang="es-GT" sz="1100" dirty="0" err="1"/>
              <a:t>Tzunún</a:t>
            </a:r>
            <a:r>
              <a:rPr lang="es-GT" sz="1100" dirty="0"/>
              <a:t> - 201900831</a:t>
            </a:r>
          </a:p>
          <a:p>
            <a:r>
              <a:rPr lang="es-GT" sz="1100" dirty="0"/>
              <a:t>JONATAN RENÉ GONZÁLEZ HERNÁNDEZ</a:t>
            </a:r>
          </a:p>
          <a:p>
            <a:r>
              <a:rPr lang="es-GT" sz="1100" dirty="0"/>
              <a:t>18:32</a:t>
            </a:r>
          </a:p>
          <a:p>
            <a:r>
              <a:rPr lang="es-GT" sz="1100" dirty="0"/>
              <a:t>Jonatan González - 201900570</a:t>
            </a:r>
          </a:p>
          <a:p>
            <a:r>
              <a:rPr lang="es-GT" sz="1100" dirty="0"/>
              <a:t>Sheila Elizabeth Amaya Rodriguez-202000558</a:t>
            </a:r>
          </a:p>
          <a:p>
            <a:r>
              <a:rPr lang="es-GT" sz="1100" dirty="0"/>
              <a:t>CARLOS JEZEH GEDEONI TOSCANO PALACIOS</a:t>
            </a:r>
          </a:p>
          <a:p>
            <a:r>
              <a:rPr lang="es-GT" sz="1100" dirty="0"/>
              <a:t>18:32</a:t>
            </a:r>
          </a:p>
          <a:p>
            <a:r>
              <a:rPr lang="es-GT" sz="1100" dirty="0"/>
              <a:t>Carlos </a:t>
            </a:r>
            <a:r>
              <a:rPr lang="es-GT" sz="1100" dirty="0" err="1"/>
              <a:t>Jezeh</a:t>
            </a:r>
            <a:r>
              <a:rPr lang="es-GT" sz="1100" dirty="0"/>
              <a:t> </a:t>
            </a:r>
            <a:r>
              <a:rPr lang="es-GT" sz="1100" dirty="0" err="1"/>
              <a:t>Gedeoni</a:t>
            </a:r>
            <a:r>
              <a:rPr lang="es-GT" sz="1100" dirty="0"/>
              <a:t> Toscano Palacios - 201532643</a:t>
            </a:r>
          </a:p>
          <a:p>
            <a:r>
              <a:rPr lang="es-GT" sz="1100" dirty="0"/>
              <a:t>SERGIO ANDRĂ‰S LARIOS FAJARDO</a:t>
            </a:r>
          </a:p>
          <a:p>
            <a:r>
              <a:rPr lang="es-GT" sz="1100" dirty="0"/>
              <a:t>18:32</a:t>
            </a:r>
          </a:p>
          <a:p>
            <a:r>
              <a:rPr lang="es-GT" sz="1100" dirty="0"/>
              <a:t>Sergio Andrés Larios Fajardo - 202111849</a:t>
            </a:r>
          </a:p>
          <a:p>
            <a:r>
              <a:rPr lang="es-GT" sz="1100" dirty="0"/>
              <a:t>CHRISTOPHER ALEXANDER COBAR ASTURIAS</a:t>
            </a:r>
          </a:p>
          <a:p>
            <a:r>
              <a:rPr lang="es-GT" sz="1100" dirty="0"/>
              <a:t>18:33</a:t>
            </a:r>
          </a:p>
          <a:p>
            <a:r>
              <a:rPr lang="es-GT" sz="1100" dirty="0"/>
              <a:t>Christopher Alexander Cobar Asturias - 201709272</a:t>
            </a:r>
          </a:p>
          <a:p>
            <a:r>
              <a:rPr lang="es-GT" sz="1100" dirty="0"/>
              <a:t>EDMY MARLENY MENDOZA POL</a:t>
            </a:r>
          </a:p>
          <a:p>
            <a:r>
              <a:rPr lang="es-GT" sz="1100" dirty="0"/>
              <a:t>18:33</a:t>
            </a:r>
          </a:p>
          <a:p>
            <a:r>
              <a:rPr lang="es-GT" sz="1100" dirty="0" err="1"/>
              <a:t>Edmy</a:t>
            </a:r>
            <a:r>
              <a:rPr lang="es-GT" sz="1100" dirty="0"/>
              <a:t> Marleny Mendoza Pol - 201901212</a:t>
            </a:r>
          </a:p>
          <a:p>
            <a:pPr defTabSz="1219170">
              <a:buClr>
                <a:srgbClr val="000000"/>
              </a:buClr>
              <a:buSzPts val="1100"/>
            </a:pPr>
            <a:endParaRPr sz="11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defTabSz="1219170">
              <a:buClr>
                <a:srgbClr val="000000"/>
              </a:buClr>
              <a:buSzPts val="1100"/>
            </a:pPr>
            <a:r>
              <a:rPr lang="es" sz="11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</a:t>
            </a:r>
            <a:endParaRPr sz="11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8337533" y="3303868"/>
            <a:ext cx="3843200" cy="312389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s-GT" sz="1100" dirty="0"/>
              <a:t>SHARON ESTEFANY TAGUAL GODOY</a:t>
            </a:r>
          </a:p>
          <a:p>
            <a:r>
              <a:rPr lang="es-GT" sz="1100" dirty="0"/>
              <a:t>18:32</a:t>
            </a:r>
          </a:p>
          <a:p>
            <a:r>
              <a:rPr lang="es-GT" sz="1100" dirty="0"/>
              <a:t>Sharon </a:t>
            </a:r>
            <a:r>
              <a:rPr lang="es-GT" sz="1100" dirty="0" err="1"/>
              <a:t>Tagual</a:t>
            </a:r>
            <a:r>
              <a:rPr lang="es-GT" sz="1100" dirty="0"/>
              <a:t> - 201906173</a:t>
            </a:r>
          </a:p>
          <a:p>
            <a:r>
              <a:rPr lang="es-GT" sz="1100" dirty="0"/>
              <a:t>ELDER OBDULIO CALDERÓN NAVARIJO</a:t>
            </a:r>
          </a:p>
          <a:p>
            <a:r>
              <a:rPr lang="es-GT" sz="1100" dirty="0"/>
              <a:t>18:32</a:t>
            </a:r>
          </a:p>
          <a:p>
            <a:r>
              <a:rPr lang="es-GT" sz="1100" dirty="0"/>
              <a:t>Elder Obdulio Calderón Navarijo - 201701095</a:t>
            </a:r>
          </a:p>
          <a:p>
            <a:r>
              <a:rPr lang="es-GT" sz="1100" dirty="0"/>
              <a:t>VELVETH NAYELY PÉREZ YAS</a:t>
            </a:r>
          </a:p>
          <a:p>
            <a:r>
              <a:rPr lang="es-GT" sz="1100" dirty="0"/>
              <a:t>18:32</a:t>
            </a:r>
          </a:p>
          <a:p>
            <a:r>
              <a:rPr lang="es-GT" sz="1100" dirty="0" err="1"/>
              <a:t>Velveth</a:t>
            </a:r>
            <a:r>
              <a:rPr lang="es-GT" sz="1100" dirty="0"/>
              <a:t> Pérez - 202010810</a:t>
            </a:r>
          </a:p>
          <a:p>
            <a:r>
              <a:rPr lang="es-GT" sz="1100" dirty="0"/>
              <a:t>JUAN PEDRO VALLE LEMA</a:t>
            </a:r>
          </a:p>
          <a:p>
            <a:r>
              <a:rPr lang="es-GT" sz="1100" dirty="0"/>
              <a:t>18:32</a:t>
            </a:r>
          </a:p>
          <a:p>
            <a:r>
              <a:rPr lang="es-GT" sz="1100" dirty="0"/>
              <a:t>Juan Pedro Valle Lema - 202101648</a:t>
            </a:r>
          </a:p>
          <a:p>
            <a:r>
              <a:rPr lang="es-GT" sz="1100" dirty="0"/>
              <a:t>ZENAIDA IRAZEMA CHACÓN GARCIA</a:t>
            </a:r>
          </a:p>
          <a:p>
            <a:r>
              <a:rPr lang="es-GT" sz="1100" dirty="0"/>
              <a:t>18:32</a:t>
            </a:r>
          </a:p>
          <a:p>
            <a:r>
              <a:rPr lang="es-GT" sz="1100" dirty="0"/>
              <a:t>Zenaida Chacón-201801460</a:t>
            </a:r>
          </a:p>
          <a:p>
            <a:r>
              <a:rPr lang="es-GT" sz="1100" dirty="0"/>
              <a:t>SHEILA ELIZABETH AMAYA RODRÍGUEZ</a:t>
            </a:r>
          </a:p>
          <a:p>
            <a:r>
              <a:rPr lang="es-GT" sz="1100" dirty="0"/>
              <a:t>18:32</a:t>
            </a:r>
            <a:endParaRPr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sonalizar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16625_TF33968143_Win32" id="{FD55521C-97B8-455D-B14F-4B365F441772}" vid="{700AE2DC-749E-4702-88ED-A17DDD6F6BA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36620AD586DB74D9B634F89107014C5" ma:contentTypeVersion="1" ma:contentTypeDescription="Crear nuevo documento." ma:contentTypeScope="" ma:versionID="9ec62beb74fd1417de652d5d58cf082e">
  <xsd:schema xmlns:xsd="http://www.w3.org/2001/XMLSchema" xmlns:xs="http://www.w3.org/2001/XMLSchema" xmlns:p="http://schemas.microsoft.com/office/2006/metadata/properties" xmlns:ns3="87cfbfa3-bced-4b4d-82f7-e766932383e3" targetNamespace="http://schemas.microsoft.com/office/2006/metadata/properties" ma:root="true" ma:fieldsID="25b60039ef2a777d37fba484d8469941" ns3:_="">
    <xsd:import namespace="87cfbfa3-bced-4b4d-82f7-e766932383e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cfbfa3-bced-4b4d-82f7-e766932383e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B2E5A88-83B6-41DD-96D1-B29C37FB096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cfbfa3-bced-4b4d-82f7-e766932383e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F65614A-92F9-4391-AC3D-F3F5B0704F99}">
  <ds:schemaRefs>
    <ds:schemaRef ds:uri="http://purl.org/dc/elements/1.1/"/>
    <ds:schemaRef ds:uri="http://schemas.microsoft.com/office/infopath/2007/PartnerControls"/>
    <ds:schemaRef ds:uri="87cfbfa3-bced-4b4d-82f7-e766932383e3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{A7470A26-B904-4421-940E-FFE0264454F0}tf33968143_win32</Template>
  <TotalTime>1114</TotalTime>
  <Words>275</Words>
  <Application>Microsoft Office PowerPoint</Application>
  <PresentationFormat>Panorámica</PresentationFormat>
  <Paragraphs>88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Arial</vt:lpstr>
      <vt:lpstr>Avenir Next LT Pro</vt:lpstr>
      <vt:lpstr>Calibri</vt:lpstr>
      <vt:lpstr>Personalizar</vt:lpstr>
      <vt:lpstr>Simple Light</vt:lpstr>
      <vt:lpstr>Presentación de PowerPoint</vt:lpstr>
      <vt:lpstr>Agenda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Gerhard Benjamin Ardon Valdez</dc:creator>
  <cp:lastModifiedBy>Gerhard Benjamin Ardon Valdez</cp:lastModifiedBy>
  <cp:revision>5</cp:revision>
  <dcterms:created xsi:type="dcterms:W3CDTF">2025-07-23T04:06:01Z</dcterms:created>
  <dcterms:modified xsi:type="dcterms:W3CDTF">2025-09-25T02:58:28Z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0x010100136620AD586DB74D9B634F89107014C5</vt:lpwstr>
  </property>
</Properties>
</file>