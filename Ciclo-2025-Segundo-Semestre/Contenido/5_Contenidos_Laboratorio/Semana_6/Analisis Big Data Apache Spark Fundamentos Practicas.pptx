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10287000" cx="18288000"/>
  <p:notesSz cx="18288000" cy="10287000"/>
  <p:embeddedFontLst>
    <p:embeddedFont>
      <p:font typeface="Book Antiqua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  <p:embeddedFont>
      <p:font typeface="Century Gothic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5" roundtripDataSignature="AMtx7mjHGoGFVCsvGapgS+OFbec/nS7e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BookAntiqua-bold.fntdata"/><Relationship Id="rId43" Type="http://schemas.openxmlformats.org/officeDocument/2006/relationships/font" Target="fonts/BookAntiqua-regular.fntdata"/><Relationship Id="rId46" Type="http://schemas.openxmlformats.org/officeDocument/2006/relationships/font" Target="fonts/BookAntiqua-boldItalic.fntdata"/><Relationship Id="rId45" Type="http://schemas.openxmlformats.org/officeDocument/2006/relationships/font" Target="fonts/BookAntiqu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Gothic-regular.fntdata"/><Relationship Id="rId50" Type="http://schemas.openxmlformats.org/officeDocument/2006/relationships/font" Target="fonts/DMSans-boldItalic.fntdata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f0d05b3a0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6" name="Google Shape;56;g3cf0d05b3a0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0d05b3a0_0_17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cf0d05b3a0_0_17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f0d05b3a0_0_26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f0d05b3a0_0_26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f0d05b3a0_0_24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cf0d05b3a0_0_24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f0d05b3a0_0_19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cf0d05b3a0_0_19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f0d05b3a0_0_20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cf0d05b3a0_0_20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f0d05b3a0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36" name="Google Shape;536;g3cf0d05b3a0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f0d05b3a0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8" name="Google Shape;48;g3cf0d05b3a0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g3cf0d05b3a0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0d05b3a0_0_17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2" name="Google Shape;52;g3cf0d05b3a0_0_17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g3cf0d05b3a0_0_17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31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31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31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31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3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31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B038xGcnaG4" TargetMode="External"/><Relationship Id="rId4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spark.apache.org/docs/latest/" TargetMode="External"/><Relationship Id="rId4" Type="http://schemas.openxmlformats.org/officeDocument/2006/relationships/image" Target="../media/image2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f0d05b3a0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" name="Google Shape;59;g3cf0d05b3a0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0" name="Google Shape;60;g3cf0d05b3a0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" name="Google Shape;61;g3cf0d05b3a0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g3cf0d05b3a0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cf0d05b3a0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cf0d05b3a0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g3cf0d05b3a0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66" name="Google Shape;66;g3cf0d05b3a0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7" name="Google Shape;67;g3cf0d05b3a0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g3cf0d05b3a0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cf0d05b3a0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g3cf0d05b3a0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11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cf0d05b3a0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9617075" y="3479200"/>
            <a:ext cx="7689600" cy="5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2700" marR="5080" rtl="0" algn="l">
              <a:lnSpc>
                <a:spcPct val="109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0">
                <a:latin typeface="Lucida Sans"/>
                <a:ea typeface="Lucida Sans"/>
                <a:cs typeface="Lucida Sans"/>
                <a:sym typeface="Lucida Sans"/>
              </a:rPr>
              <a:t>Análisis Big Data con Apache Spark</a:t>
            </a:r>
            <a:endParaRPr sz="85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 txBox="1"/>
          <p:nvPr/>
        </p:nvSpPr>
        <p:spPr>
          <a:xfrm>
            <a:off x="9617075" y="333678"/>
            <a:ext cx="21672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JAVIER ANDRÉS V.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6049387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905529" y="7018400"/>
            <a:ext cx="57774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0">
                <a:latin typeface="Lucida Sans"/>
                <a:ea typeface="Lucida Sans"/>
                <a:cs typeface="Lucida Sans"/>
                <a:sym typeface="Lucida Sans"/>
              </a:rPr>
              <a:t>Agenda</a:t>
            </a:r>
            <a:endParaRPr sz="85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94" name="Google Shape;94;p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02.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617075" y="1987547"/>
            <a:ext cx="7148830" cy="501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3695" lvl="0" marL="434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500"/>
              <a:buFont typeface="Century"/>
              <a:buNone/>
            </a:pPr>
            <a:r>
              <a:t/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408305" lvl="0" marL="4337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500"/>
              <a:buFont typeface="Century"/>
              <a:buNone/>
            </a:pPr>
            <a:r>
              <a:t/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414655" lvl="0" marL="4337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500"/>
              <a:buFont typeface="Century"/>
              <a:buNone/>
            </a:pPr>
            <a:r>
              <a:t/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410209" lvl="0" marL="433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SzPts val="2500"/>
              <a:buFont typeface="Century"/>
              <a:buNone/>
            </a:pPr>
            <a:r>
              <a:t/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410844" lvl="0" marL="434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SzPts val="2500"/>
              <a:buFont typeface="Century"/>
              <a:buNone/>
            </a:pPr>
            <a:r>
              <a:t/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421640" lvl="0" marL="434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"/>
              <a:buAutoNum type="arabicPeriod"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654222" y="7512047"/>
            <a:ext cx="401129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7. Recursos y conclusiones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3" name="Google Shape;103;p3"/>
          <p:cNvSpPr txBox="1"/>
          <p:nvPr>
            <p:ph type="title"/>
          </p:nvPr>
        </p:nvSpPr>
        <p:spPr>
          <a:xfrm>
            <a:off x="9617075" y="5050306"/>
            <a:ext cx="611949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Introducción a Big Data y Apache Spark</a:t>
            </a:r>
            <a:endParaRPr sz="6500"/>
          </a:p>
        </p:txBody>
      </p:sp>
      <p:sp>
        <p:nvSpPr>
          <p:cNvPr id="104" name="Google Shape;104;p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05513" y="6778543"/>
            <a:ext cx="18110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03.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12871970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7822" y="4278769"/>
                </a:lnTo>
                <a:lnTo>
                  <a:pt x="4416247" y="4250817"/>
                </a:lnTo>
                <a:lnTo>
                  <a:pt x="4448962" y="4217568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18194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4913" y="4279900"/>
                </a:lnTo>
                <a:lnTo>
                  <a:pt x="4406239" y="4258246"/>
                </a:lnTo>
                <a:lnTo>
                  <a:pt x="4443082" y="4224845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20" name="Google Shape;120;p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04.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905494" y="1761127"/>
            <a:ext cx="989012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Bienvenida al mundo Big Data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3121506" y="3906128"/>
            <a:ext cx="3531870" cy="2696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6322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Apache Spark: motor moderno de análisis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233679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análisis distribuido y procesamiento en memoria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Facilita la exploración y transformación de datos a gran escala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167857" y="3906128"/>
            <a:ext cx="3750945" cy="29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3029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Explosión de datos en la era digital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313055" rtl="0" algn="just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Organizaciones generan datos desde aplicaciones, sensores y redes sociales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Volumen, velocidad y variedad de datos superan capacidades tradicionales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895083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7822" y="4278769"/>
                </a:lnTo>
                <a:lnTo>
                  <a:pt x="4416247" y="4250817"/>
                </a:lnTo>
                <a:lnTo>
                  <a:pt x="4448962" y="4217568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7156897" y="3906128"/>
            <a:ext cx="3902710" cy="24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457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Desafíos del análisis Big Data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Procesar grandes volúmenes requiere arquitecturas distribuidas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150495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Garantizar calidad y confiabilidad de la información es clave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f0d05b3a0_0_17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cf0d05b3a0_0_179"/>
          <p:cNvSpPr txBox="1"/>
          <p:nvPr/>
        </p:nvSpPr>
        <p:spPr>
          <a:xfrm>
            <a:off x="9617075" y="333678"/>
            <a:ext cx="468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32" name="Google Shape;132;g3cf0d05b3a0_0_179"/>
          <p:cNvSpPr txBox="1"/>
          <p:nvPr/>
        </p:nvSpPr>
        <p:spPr>
          <a:xfrm>
            <a:off x="16049358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33" name="Google Shape;133;g3cf0d05b3a0_0_179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04.</a:t>
            </a:r>
            <a:endParaRPr/>
          </a:p>
        </p:txBody>
      </p:sp>
      <p:sp>
        <p:nvSpPr>
          <p:cNvPr id="134" name="Google Shape;134;g3cf0d05b3a0_0_179"/>
          <p:cNvSpPr txBox="1"/>
          <p:nvPr/>
        </p:nvSpPr>
        <p:spPr>
          <a:xfrm>
            <a:off x="905494" y="1761127"/>
            <a:ext cx="9890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Bienvenida al mundo Big Data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5" name="Google Shape;135;g3cf0d05b3a0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000" y="4143824"/>
            <a:ext cx="4680000" cy="216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cf0d05b3a0_0_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708" y="4172363"/>
            <a:ext cx="4018017" cy="21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cf0d05b3a0_0_1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93407" y="4172363"/>
            <a:ext cx="3755894" cy="21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905494" y="1771163"/>
            <a:ext cx="7292340" cy="5566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latin typeface="Century Gothic"/>
                <a:ea typeface="Century Gothic"/>
                <a:cs typeface="Century Gothic"/>
                <a:sym typeface="Century Gothic"/>
              </a:rPr>
              <a:t>¿Qué es Big Data? Las 4V</a:t>
            </a:r>
            <a:endParaRPr sz="44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None/>
            </a:pPr>
            <a:r>
              <a:rPr lang="en-US" sz="2200">
                <a:latin typeface="Century"/>
                <a:ea typeface="Century"/>
                <a:cs typeface="Century"/>
                <a:sym typeface="Century"/>
              </a:rPr>
              <a:t>Volumen: datos a gran escala</a:t>
            </a:r>
            <a:endParaRPr sz="22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None/>
            </a:pPr>
            <a:r>
              <a:rPr lang="en-US" sz="1750">
                <a:latin typeface="Century"/>
                <a:ea typeface="Century"/>
                <a:cs typeface="Century"/>
                <a:sym typeface="Century"/>
              </a:rPr>
              <a:t>Manejo de terabytes o petabytes provenientes de diversas fuentes.</a:t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entury"/>
                <a:ea typeface="Century"/>
                <a:cs typeface="Century"/>
                <a:sym typeface="Century"/>
              </a:rPr>
              <a:t>Velocidad: procesamiento en tiempo real</a:t>
            </a:r>
            <a:endParaRPr sz="22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None/>
            </a:pPr>
            <a:r>
              <a:rPr lang="en-US" sz="1750">
                <a:latin typeface="Century"/>
                <a:ea typeface="Century"/>
                <a:cs typeface="Century"/>
                <a:sym typeface="Century"/>
              </a:rPr>
              <a:t>Datos generados y analizados rápidamente para decisiones ágiles.</a:t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entury"/>
                <a:ea typeface="Century"/>
                <a:cs typeface="Century"/>
                <a:sym typeface="Century"/>
              </a:rPr>
              <a:t>Variedad: múltiples formatos</a:t>
            </a:r>
            <a:endParaRPr sz="22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None/>
            </a:pPr>
            <a:r>
              <a:rPr lang="en-US" sz="1750">
                <a:latin typeface="Century"/>
                <a:ea typeface="Century"/>
                <a:cs typeface="Century"/>
                <a:sym typeface="Century"/>
              </a:rPr>
              <a:t>Incluye datos estructurados, semiestructurados y no estructurados.</a:t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entury"/>
                <a:ea typeface="Century"/>
                <a:cs typeface="Century"/>
                <a:sym typeface="Century"/>
              </a:rPr>
              <a:t>Veracidad: calidad y confiabilidad</a:t>
            </a:r>
            <a:endParaRPr sz="22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None/>
            </a:pPr>
            <a:r>
              <a:rPr lang="en-US" sz="1750">
                <a:latin typeface="Century"/>
                <a:ea typeface="Century"/>
                <a:cs typeface="Century"/>
                <a:sym typeface="Century"/>
              </a:rPr>
              <a:t>Importancia de datos precisos y consistentes para el análisis.</a:t>
            </a:r>
            <a:endParaRPr sz="175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47" name="Google Shape;147;p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12871970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18194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3380" y="3473246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3082" y="3418192"/>
                </a:lnTo>
                <a:lnTo>
                  <a:pt x="4472609" y="3370707"/>
                </a:lnTo>
                <a:lnTo>
                  <a:pt x="4487087" y="3316706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57" name="Google Shape;157;p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905494" y="1761127"/>
            <a:ext cx="947610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Desafíos del análisis Big Data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179919" y="5878285"/>
            <a:ext cx="3344545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No pueden manejar grandes volúmenes ni variedad de datos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3121506" y="4309455"/>
            <a:ext cx="330200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241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Control de calidad y gobierno de datos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Garantizan la veracidad y confiabilidad de la información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167857" y="4309455"/>
            <a:ext cx="2422525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Limitaciones de herramientas tradicionales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95083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7156897" y="4309455"/>
            <a:ext cx="370967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Arquitecturas distribuidas y escalables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1828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Permiten procesar datos masivos con rapidez y ﬂexibilidad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/>
        </p:nvSpPr>
        <p:spPr>
          <a:xfrm>
            <a:off x="905494" y="1761127"/>
            <a:ext cx="7717790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2178685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¿Por qué Apache Spark?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Procesamiento distribuido a gran escala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Permite analizar grandes volúmenes de datos en clústeres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Ejecución en memoria para mayor velocidad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Reduce tiempos de espera al evitar lecturas repetidas de disco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API unificada y ﬂexible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Maneja datos estructurados y semiestructurados con DataFrames y SQL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60" y="1887169"/>
            <a:ext cx="8715739" cy="65109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73" name="Google Shape;173;p7"/>
          <p:cNvSpPr txBox="1"/>
          <p:nvPr>
            <p:ph type="title"/>
          </p:nvPr>
        </p:nvSpPr>
        <p:spPr>
          <a:xfrm>
            <a:off x="905494" y="295405"/>
            <a:ext cx="71374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8" name="Google Shape;178;p8"/>
          <p:cNvSpPr txBox="1"/>
          <p:nvPr>
            <p:ph type="title"/>
          </p:nvPr>
        </p:nvSpPr>
        <p:spPr>
          <a:xfrm>
            <a:off x="9617075" y="5050306"/>
            <a:ext cx="602043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Arquitectura y ejecución en Spark</a:t>
            </a:r>
            <a:endParaRPr sz="6500"/>
          </a:p>
        </p:txBody>
      </p:sp>
      <p:sp>
        <p:nvSpPr>
          <p:cNvPr id="179" name="Google Shape;179;p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905513" y="6778543"/>
            <a:ext cx="19304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08.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12871970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6859" y="4562398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18194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4713" y="4564659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95" name="Google Shape;195;p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09.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905494" y="1761127"/>
            <a:ext cx="1192022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Arquitectura de Spark: visión general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13121506" y="3740843"/>
            <a:ext cx="389318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671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SparkSession: punto de entrada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interactuar con DataFrames, SQL y operaciones de lectura/escritura.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1167857" y="3740843"/>
            <a:ext cx="388556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2768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Modelo distribuido en clúster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Spark divide el trabajo entre varios nodos para procesar grandes volúmenes de datos.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895083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6859" y="4562398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7156897" y="3740843"/>
            <a:ext cx="3943985" cy="33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85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Componentes principales de Spark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05740" marR="862964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Driver: Coordina la lógica y planificación de tareas.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Cluster Manager: Asigna recursos y gestiona el clúster.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440055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Executors: Ejecutan tareas y almacenan datos en memoria o disco.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/>
        </p:nvSpPr>
        <p:spPr>
          <a:xfrm>
            <a:off x="905494" y="1761127"/>
            <a:ext cx="738505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Cómo Spark ejecuta tu código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De código a grafo de ejecución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3746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Spark convierte las operaciones en un </a:t>
            </a:r>
            <a:r>
              <a:rPr b="1" lang="en-US" sz="2000">
                <a:solidFill>
                  <a:srgbClr val="2B57D9"/>
                </a:solidFill>
                <a:latin typeface="Book Antiqua"/>
                <a:ea typeface="Book Antiqua"/>
                <a:cs typeface="Book Antiqua"/>
                <a:sym typeface="Book Antiqua"/>
              </a:rPr>
              <a:t>DAG </a:t>
            </a: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(grafo acíclico dirigido) para organizar el ﬂujo de trabajo.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000"/>
              <a:buFont typeface="Garamond"/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Optimización automática del plan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61214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Antes de ejecutar, Spark analiza y optimiza el DAG para minimizar movimientos de datos y mejorar la eficiencia.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SzPts val="2000"/>
              <a:buFont typeface="Garamond"/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Ejecución eficiente y paralela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40576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El plan optimizado se ejecuta en paralelo en los nodos del clúster, acelerando el procesamiento.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81"/>
            <a:ext cx="8715756" cy="651095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10" name="Google Shape;210;p1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¿Qué es Apache Spark? En este video voy directo al grano y te explico en español todo lo que necesitas saber sobre Apache Spark, cómo funciona, y su arquitectura EN 5 MINUTOS! &#10;&#10;-----&#10;👨🏻‍🏫 Mis cursos online:&#10;1. Extracción de Datos de la Web: https://www.udemy.com/course/curso-maestro-web-scraping/?referralCode=1BA4AD4AD4BED138A583&#10;2. Visualizaciones y Análisis de Datos: https://www.udemy.com/course/curso-maestro-de-visualizaciones/?referralCode=6EA7B5E7A070417F990D&#10;&#10;Encuéntrame en: &#10;👨‍🏫 Udemy: https://www.udemy.com/user/leonardo-xavier-kuffo-rivero/&#10;💻 Github: https://github.com/lkuffo&#10;📷 Instagram: https://www.instagram.com/leo.profesor/&#10;🎶 Spotify: https://open.spotify.com/artist/4SIr2DWV0Xx1uRQ04XkQJU&#10;&#10;#Spark #BigData #datascience" id="215" name="Google Shape;215;g3cf0d05b3a0_0_263" title="Apache Spark | Te lo explico en 5 minutos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6675"/>
            <a:ext cx="18169475" cy="102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23" name="Google Shape;223;p1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14274130" y="5399407"/>
            <a:ext cx="269875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495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Persistencia de resultados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Guardar resultados en formatos analíticos como Parquet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9819481" y="5399407"/>
            <a:ext cx="295973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73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Transformación y análisis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Aplicar filtros, agregaciones y limpieza de datos con DataFrames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364831" y="5399407"/>
            <a:ext cx="252920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1940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Carga de datos eficiente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Importar datos desde archivos CSV, Parquet u otras fuentes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910183" y="5399407"/>
            <a:ext cx="252857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24154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Inicio de sesión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just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Crear una SparkSession como punto de entrada principal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4286839" y="4073676"/>
            <a:ext cx="944880" cy="944880"/>
          </a:xfrm>
          <a:custGeom>
            <a:rect b="b" l="l" r="r" t="t"/>
            <a:pathLst>
              <a:path extrusionOk="0" h="944879" w="944880">
                <a:moveTo>
                  <a:pt x="104965" y="798118"/>
                </a:moveTo>
                <a:lnTo>
                  <a:pt x="101612" y="794766"/>
                </a:lnTo>
                <a:lnTo>
                  <a:pt x="7493" y="794766"/>
                </a:lnTo>
                <a:lnTo>
                  <a:pt x="3352" y="794766"/>
                </a:lnTo>
                <a:lnTo>
                  <a:pt x="0" y="798118"/>
                </a:lnTo>
                <a:lnTo>
                  <a:pt x="0" y="806399"/>
                </a:lnTo>
                <a:lnTo>
                  <a:pt x="3352" y="809764"/>
                </a:lnTo>
                <a:lnTo>
                  <a:pt x="101612" y="809764"/>
                </a:lnTo>
                <a:lnTo>
                  <a:pt x="104965" y="806399"/>
                </a:lnTo>
                <a:lnTo>
                  <a:pt x="104965" y="798118"/>
                </a:lnTo>
                <a:close/>
              </a:path>
              <a:path extrusionOk="0" h="944879" w="944880">
                <a:moveTo>
                  <a:pt x="104965" y="48348"/>
                </a:moveTo>
                <a:lnTo>
                  <a:pt x="101612" y="44983"/>
                </a:lnTo>
                <a:lnTo>
                  <a:pt x="3352" y="44983"/>
                </a:lnTo>
                <a:lnTo>
                  <a:pt x="0" y="48348"/>
                </a:lnTo>
                <a:lnTo>
                  <a:pt x="0" y="56629"/>
                </a:lnTo>
                <a:lnTo>
                  <a:pt x="3352" y="59982"/>
                </a:lnTo>
                <a:lnTo>
                  <a:pt x="7493" y="59982"/>
                </a:lnTo>
                <a:lnTo>
                  <a:pt x="101612" y="59982"/>
                </a:lnTo>
                <a:lnTo>
                  <a:pt x="104965" y="56629"/>
                </a:lnTo>
                <a:lnTo>
                  <a:pt x="104965" y="48348"/>
                </a:lnTo>
                <a:close/>
              </a:path>
              <a:path extrusionOk="0" h="944879" w="944880">
                <a:moveTo>
                  <a:pt x="149948" y="3365"/>
                </a:moveTo>
                <a:lnTo>
                  <a:pt x="146596" y="0"/>
                </a:lnTo>
                <a:lnTo>
                  <a:pt x="3352" y="0"/>
                </a:lnTo>
                <a:lnTo>
                  <a:pt x="0" y="3365"/>
                </a:lnTo>
                <a:lnTo>
                  <a:pt x="0" y="11645"/>
                </a:lnTo>
                <a:lnTo>
                  <a:pt x="3352" y="14998"/>
                </a:lnTo>
                <a:lnTo>
                  <a:pt x="7493" y="14998"/>
                </a:lnTo>
                <a:lnTo>
                  <a:pt x="146596" y="14998"/>
                </a:lnTo>
                <a:lnTo>
                  <a:pt x="149948" y="11645"/>
                </a:lnTo>
                <a:lnTo>
                  <a:pt x="149948" y="3365"/>
                </a:lnTo>
                <a:close/>
              </a:path>
              <a:path extrusionOk="0" h="944879" w="944880">
                <a:moveTo>
                  <a:pt x="149961" y="753135"/>
                </a:moveTo>
                <a:lnTo>
                  <a:pt x="146608" y="749782"/>
                </a:lnTo>
                <a:lnTo>
                  <a:pt x="3365" y="749782"/>
                </a:lnTo>
                <a:lnTo>
                  <a:pt x="12" y="753135"/>
                </a:lnTo>
                <a:lnTo>
                  <a:pt x="12" y="761415"/>
                </a:lnTo>
                <a:lnTo>
                  <a:pt x="3365" y="764768"/>
                </a:lnTo>
                <a:lnTo>
                  <a:pt x="146596" y="764768"/>
                </a:lnTo>
                <a:lnTo>
                  <a:pt x="149961" y="761415"/>
                </a:lnTo>
                <a:lnTo>
                  <a:pt x="149961" y="757275"/>
                </a:lnTo>
                <a:lnTo>
                  <a:pt x="149961" y="753135"/>
                </a:lnTo>
                <a:close/>
              </a:path>
              <a:path extrusionOk="0" h="944879" w="944880">
                <a:moveTo>
                  <a:pt x="314896" y="232435"/>
                </a:moveTo>
                <a:lnTo>
                  <a:pt x="299897" y="211467"/>
                </a:lnTo>
                <a:lnTo>
                  <a:pt x="299897" y="228295"/>
                </a:lnTo>
                <a:lnTo>
                  <a:pt x="299897" y="236562"/>
                </a:lnTo>
                <a:lnTo>
                  <a:pt x="296545" y="239928"/>
                </a:lnTo>
                <a:lnTo>
                  <a:pt x="288277" y="239928"/>
                </a:lnTo>
                <a:lnTo>
                  <a:pt x="284911" y="236562"/>
                </a:lnTo>
                <a:lnTo>
                  <a:pt x="284911" y="228295"/>
                </a:lnTo>
                <a:lnTo>
                  <a:pt x="288277" y="224929"/>
                </a:lnTo>
                <a:lnTo>
                  <a:pt x="296545" y="224929"/>
                </a:lnTo>
                <a:lnTo>
                  <a:pt x="299897" y="228295"/>
                </a:lnTo>
                <a:lnTo>
                  <a:pt x="299897" y="211467"/>
                </a:lnTo>
                <a:lnTo>
                  <a:pt x="292404" y="209943"/>
                </a:lnTo>
                <a:lnTo>
                  <a:pt x="288937" y="209943"/>
                </a:lnTo>
                <a:lnTo>
                  <a:pt x="285661" y="210756"/>
                </a:lnTo>
                <a:lnTo>
                  <a:pt x="282727" y="212153"/>
                </a:lnTo>
                <a:lnTo>
                  <a:pt x="176339" y="105765"/>
                </a:lnTo>
                <a:lnTo>
                  <a:pt x="174421" y="104978"/>
                </a:lnTo>
                <a:lnTo>
                  <a:pt x="3352" y="104978"/>
                </a:lnTo>
                <a:lnTo>
                  <a:pt x="0" y="108331"/>
                </a:lnTo>
                <a:lnTo>
                  <a:pt x="0" y="116611"/>
                </a:lnTo>
                <a:lnTo>
                  <a:pt x="3352" y="119964"/>
                </a:lnTo>
                <a:lnTo>
                  <a:pt x="169341" y="119964"/>
                </a:lnTo>
                <a:lnTo>
                  <a:pt x="272135" y="222758"/>
                </a:lnTo>
                <a:lnTo>
                  <a:pt x="270725" y="225691"/>
                </a:lnTo>
                <a:lnTo>
                  <a:pt x="269913" y="228968"/>
                </a:lnTo>
                <a:lnTo>
                  <a:pt x="269913" y="232435"/>
                </a:lnTo>
                <a:lnTo>
                  <a:pt x="271691" y="241185"/>
                </a:lnTo>
                <a:lnTo>
                  <a:pt x="276504" y="248335"/>
                </a:lnTo>
                <a:lnTo>
                  <a:pt x="283654" y="253161"/>
                </a:lnTo>
                <a:lnTo>
                  <a:pt x="292404" y="254927"/>
                </a:lnTo>
                <a:lnTo>
                  <a:pt x="301155" y="253161"/>
                </a:lnTo>
                <a:lnTo>
                  <a:pt x="308305" y="248335"/>
                </a:lnTo>
                <a:lnTo>
                  <a:pt x="313131" y="241185"/>
                </a:lnTo>
                <a:lnTo>
                  <a:pt x="313385" y="239928"/>
                </a:lnTo>
                <a:lnTo>
                  <a:pt x="314896" y="232435"/>
                </a:lnTo>
                <a:close/>
              </a:path>
              <a:path extrusionOk="0" h="944879" w="944880">
                <a:moveTo>
                  <a:pt x="337388" y="719785"/>
                </a:moveTo>
                <a:lnTo>
                  <a:pt x="322389" y="698817"/>
                </a:lnTo>
                <a:lnTo>
                  <a:pt x="322389" y="715645"/>
                </a:lnTo>
                <a:lnTo>
                  <a:pt x="322389" y="723912"/>
                </a:lnTo>
                <a:lnTo>
                  <a:pt x="319036" y="727278"/>
                </a:lnTo>
                <a:lnTo>
                  <a:pt x="310769" y="727278"/>
                </a:lnTo>
                <a:lnTo>
                  <a:pt x="307403" y="723912"/>
                </a:lnTo>
                <a:lnTo>
                  <a:pt x="307403" y="715645"/>
                </a:lnTo>
                <a:lnTo>
                  <a:pt x="310769" y="712279"/>
                </a:lnTo>
                <a:lnTo>
                  <a:pt x="319036" y="712279"/>
                </a:lnTo>
                <a:lnTo>
                  <a:pt x="322389" y="715645"/>
                </a:lnTo>
                <a:lnTo>
                  <a:pt x="322389" y="698817"/>
                </a:lnTo>
                <a:lnTo>
                  <a:pt x="292404" y="719785"/>
                </a:lnTo>
                <a:lnTo>
                  <a:pt x="292404" y="723252"/>
                </a:lnTo>
                <a:lnTo>
                  <a:pt x="293217" y="726528"/>
                </a:lnTo>
                <a:lnTo>
                  <a:pt x="294627" y="729462"/>
                </a:lnTo>
                <a:lnTo>
                  <a:pt x="169341" y="854748"/>
                </a:lnTo>
                <a:lnTo>
                  <a:pt x="3352" y="854748"/>
                </a:lnTo>
                <a:lnTo>
                  <a:pt x="0" y="858100"/>
                </a:lnTo>
                <a:lnTo>
                  <a:pt x="0" y="866381"/>
                </a:lnTo>
                <a:lnTo>
                  <a:pt x="3352" y="869734"/>
                </a:lnTo>
                <a:lnTo>
                  <a:pt x="174434" y="869734"/>
                </a:lnTo>
                <a:lnTo>
                  <a:pt x="176339" y="868946"/>
                </a:lnTo>
                <a:lnTo>
                  <a:pt x="305231" y="740054"/>
                </a:lnTo>
                <a:lnTo>
                  <a:pt x="308165" y="741464"/>
                </a:lnTo>
                <a:lnTo>
                  <a:pt x="311429" y="742276"/>
                </a:lnTo>
                <a:lnTo>
                  <a:pt x="314896" y="742276"/>
                </a:lnTo>
                <a:lnTo>
                  <a:pt x="323646" y="740511"/>
                </a:lnTo>
                <a:lnTo>
                  <a:pt x="324319" y="740054"/>
                </a:lnTo>
                <a:lnTo>
                  <a:pt x="330796" y="735685"/>
                </a:lnTo>
                <a:lnTo>
                  <a:pt x="335622" y="728535"/>
                </a:lnTo>
                <a:lnTo>
                  <a:pt x="335876" y="727278"/>
                </a:lnTo>
                <a:lnTo>
                  <a:pt x="337388" y="719785"/>
                </a:lnTo>
                <a:close/>
              </a:path>
              <a:path extrusionOk="0" h="944879" w="944880">
                <a:moveTo>
                  <a:pt x="599808" y="333260"/>
                </a:moveTo>
                <a:lnTo>
                  <a:pt x="596455" y="329907"/>
                </a:lnTo>
                <a:lnTo>
                  <a:pt x="584822" y="329907"/>
                </a:lnTo>
                <a:lnTo>
                  <a:pt x="584822" y="344893"/>
                </a:lnTo>
                <a:lnTo>
                  <a:pt x="584822" y="569823"/>
                </a:lnTo>
                <a:lnTo>
                  <a:pt x="539838" y="569823"/>
                </a:lnTo>
                <a:lnTo>
                  <a:pt x="539838" y="389877"/>
                </a:lnTo>
                <a:lnTo>
                  <a:pt x="539838" y="344893"/>
                </a:lnTo>
                <a:lnTo>
                  <a:pt x="584822" y="344893"/>
                </a:lnTo>
                <a:lnTo>
                  <a:pt x="584822" y="329907"/>
                </a:lnTo>
                <a:lnTo>
                  <a:pt x="528193" y="329907"/>
                </a:lnTo>
                <a:lnTo>
                  <a:pt x="524840" y="333260"/>
                </a:lnTo>
                <a:lnTo>
                  <a:pt x="524840" y="374891"/>
                </a:lnTo>
                <a:lnTo>
                  <a:pt x="524840" y="389877"/>
                </a:lnTo>
                <a:lnTo>
                  <a:pt x="524840" y="569823"/>
                </a:lnTo>
                <a:lnTo>
                  <a:pt x="479856" y="569823"/>
                </a:lnTo>
                <a:lnTo>
                  <a:pt x="479856" y="434860"/>
                </a:lnTo>
                <a:lnTo>
                  <a:pt x="479856" y="389877"/>
                </a:lnTo>
                <a:lnTo>
                  <a:pt x="524840" y="389877"/>
                </a:lnTo>
                <a:lnTo>
                  <a:pt x="524840" y="374891"/>
                </a:lnTo>
                <a:lnTo>
                  <a:pt x="468210" y="374891"/>
                </a:lnTo>
                <a:lnTo>
                  <a:pt x="464858" y="378244"/>
                </a:lnTo>
                <a:lnTo>
                  <a:pt x="464858" y="419874"/>
                </a:lnTo>
                <a:lnTo>
                  <a:pt x="464858" y="434860"/>
                </a:lnTo>
                <a:lnTo>
                  <a:pt x="464858" y="569823"/>
                </a:lnTo>
                <a:lnTo>
                  <a:pt x="419874" y="569823"/>
                </a:lnTo>
                <a:lnTo>
                  <a:pt x="419874" y="479844"/>
                </a:lnTo>
                <a:lnTo>
                  <a:pt x="419874" y="434860"/>
                </a:lnTo>
                <a:lnTo>
                  <a:pt x="464858" y="434860"/>
                </a:lnTo>
                <a:lnTo>
                  <a:pt x="464858" y="419874"/>
                </a:lnTo>
                <a:lnTo>
                  <a:pt x="408228" y="419874"/>
                </a:lnTo>
                <a:lnTo>
                  <a:pt x="404876" y="423227"/>
                </a:lnTo>
                <a:lnTo>
                  <a:pt x="404876" y="464858"/>
                </a:lnTo>
                <a:lnTo>
                  <a:pt x="404876" y="479844"/>
                </a:lnTo>
                <a:lnTo>
                  <a:pt x="404876" y="569823"/>
                </a:lnTo>
                <a:lnTo>
                  <a:pt x="359892" y="569823"/>
                </a:lnTo>
                <a:lnTo>
                  <a:pt x="359892" y="479844"/>
                </a:lnTo>
                <a:lnTo>
                  <a:pt x="404876" y="479844"/>
                </a:lnTo>
                <a:lnTo>
                  <a:pt x="404876" y="464858"/>
                </a:lnTo>
                <a:lnTo>
                  <a:pt x="348246" y="464858"/>
                </a:lnTo>
                <a:lnTo>
                  <a:pt x="344893" y="468210"/>
                </a:lnTo>
                <a:lnTo>
                  <a:pt x="344893" y="581469"/>
                </a:lnTo>
                <a:lnTo>
                  <a:pt x="348246" y="584822"/>
                </a:lnTo>
                <a:lnTo>
                  <a:pt x="596455" y="584822"/>
                </a:lnTo>
                <a:lnTo>
                  <a:pt x="599808" y="581469"/>
                </a:lnTo>
                <a:lnTo>
                  <a:pt x="599808" y="569823"/>
                </a:lnTo>
                <a:lnTo>
                  <a:pt x="599808" y="344893"/>
                </a:lnTo>
                <a:lnTo>
                  <a:pt x="599808" y="333260"/>
                </a:lnTo>
                <a:close/>
              </a:path>
              <a:path extrusionOk="0" h="944879" w="944880">
                <a:moveTo>
                  <a:pt x="839736" y="468210"/>
                </a:moveTo>
                <a:lnTo>
                  <a:pt x="836383" y="464858"/>
                </a:lnTo>
                <a:lnTo>
                  <a:pt x="693153" y="464858"/>
                </a:lnTo>
                <a:lnTo>
                  <a:pt x="689787" y="468210"/>
                </a:lnTo>
                <a:lnTo>
                  <a:pt x="689787" y="472351"/>
                </a:lnTo>
                <a:lnTo>
                  <a:pt x="684034" y="522160"/>
                </a:lnTo>
                <a:lnTo>
                  <a:pt x="667651" y="567893"/>
                </a:lnTo>
                <a:lnTo>
                  <a:pt x="641959" y="608279"/>
                </a:lnTo>
                <a:lnTo>
                  <a:pt x="608266" y="641972"/>
                </a:lnTo>
                <a:lnTo>
                  <a:pt x="567893" y="667664"/>
                </a:lnTo>
                <a:lnTo>
                  <a:pt x="522147" y="684047"/>
                </a:lnTo>
                <a:lnTo>
                  <a:pt x="472363" y="689787"/>
                </a:lnTo>
                <a:lnTo>
                  <a:pt x="422567" y="684047"/>
                </a:lnTo>
                <a:lnTo>
                  <a:pt x="376821" y="667664"/>
                </a:lnTo>
                <a:lnTo>
                  <a:pt x="336448" y="641972"/>
                </a:lnTo>
                <a:lnTo>
                  <a:pt x="302755" y="608279"/>
                </a:lnTo>
                <a:lnTo>
                  <a:pt x="277063" y="567893"/>
                </a:lnTo>
                <a:lnTo>
                  <a:pt x="260680" y="522160"/>
                </a:lnTo>
                <a:lnTo>
                  <a:pt x="254927" y="472351"/>
                </a:lnTo>
                <a:lnTo>
                  <a:pt x="260680" y="422554"/>
                </a:lnTo>
                <a:lnTo>
                  <a:pt x="277063" y="376821"/>
                </a:lnTo>
                <a:lnTo>
                  <a:pt x="302755" y="336435"/>
                </a:lnTo>
                <a:lnTo>
                  <a:pt x="336448" y="302742"/>
                </a:lnTo>
                <a:lnTo>
                  <a:pt x="376821" y="277050"/>
                </a:lnTo>
                <a:lnTo>
                  <a:pt x="422567" y="260667"/>
                </a:lnTo>
                <a:lnTo>
                  <a:pt x="472363" y="254914"/>
                </a:lnTo>
                <a:lnTo>
                  <a:pt x="476504" y="254914"/>
                </a:lnTo>
                <a:lnTo>
                  <a:pt x="479856" y="251561"/>
                </a:lnTo>
                <a:lnTo>
                  <a:pt x="479856" y="108318"/>
                </a:lnTo>
                <a:lnTo>
                  <a:pt x="476504" y="104965"/>
                </a:lnTo>
                <a:lnTo>
                  <a:pt x="472363" y="104965"/>
                </a:lnTo>
                <a:lnTo>
                  <a:pt x="424230" y="108127"/>
                </a:lnTo>
                <a:lnTo>
                  <a:pt x="377126" y="117487"/>
                </a:lnTo>
                <a:lnTo>
                  <a:pt x="331724" y="132880"/>
                </a:lnTo>
                <a:lnTo>
                  <a:pt x="288658" y="154114"/>
                </a:lnTo>
                <a:lnTo>
                  <a:pt x="284911" y="158026"/>
                </a:lnTo>
                <a:lnTo>
                  <a:pt x="284911" y="161886"/>
                </a:lnTo>
                <a:lnTo>
                  <a:pt x="285229" y="163182"/>
                </a:lnTo>
                <a:lnTo>
                  <a:pt x="287985" y="167944"/>
                </a:lnTo>
                <a:lnTo>
                  <a:pt x="292569" y="169176"/>
                </a:lnTo>
                <a:lnTo>
                  <a:pt x="296164" y="167106"/>
                </a:lnTo>
                <a:lnTo>
                  <a:pt x="335749" y="147447"/>
                </a:lnTo>
                <a:lnTo>
                  <a:pt x="377431" y="132943"/>
                </a:lnTo>
                <a:lnTo>
                  <a:pt x="420649" y="123774"/>
                </a:lnTo>
                <a:lnTo>
                  <a:pt x="464858" y="120040"/>
                </a:lnTo>
                <a:lnTo>
                  <a:pt x="464858" y="240042"/>
                </a:lnTo>
                <a:lnTo>
                  <a:pt x="420268" y="245821"/>
                </a:lnTo>
                <a:lnTo>
                  <a:pt x="378714" y="259638"/>
                </a:lnTo>
                <a:lnTo>
                  <a:pt x="341045" y="280670"/>
                </a:lnTo>
                <a:lnTo>
                  <a:pt x="308076" y="308089"/>
                </a:lnTo>
                <a:lnTo>
                  <a:pt x="280670" y="341058"/>
                </a:lnTo>
                <a:lnTo>
                  <a:pt x="259626" y="378726"/>
                </a:lnTo>
                <a:lnTo>
                  <a:pt x="245821" y="420281"/>
                </a:lnTo>
                <a:lnTo>
                  <a:pt x="240055" y="464858"/>
                </a:lnTo>
                <a:lnTo>
                  <a:pt x="120040" y="464858"/>
                </a:lnTo>
                <a:lnTo>
                  <a:pt x="124980" y="412775"/>
                </a:lnTo>
                <a:lnTo>
                  <a:pt x="137401" y="362521"/>
                </a:lnTo>
                <a:lnTo>
                  <a:pt x="157035" y="314794"/>
                </a:lnTo>
                <a:lnTo>
                  <a:pt x="183591" y="270306"/>
                </a:lnTo>
                <a:lnTo>
                  <a:pt x="216789" y="229730"/>
                </a:lnTo>
                <a:lnTo>
                  <a:pt x="218160" y="228282"/>
                </a:lnTo>
                <a:lnTo>
                  <a:pt x="218846" y="226428"/>
                </a:lnTo>
                <a:lnTo>
                  <a:pt x="218846" y="222592"/>
                </a:lnTo>
                <a:lnTo>
                  <a:pt x="218059" y="220611"/>
                </a:lnTo>
                <a:lnTo>
                  <a:pt x="213512" y="216281"/>
                </a:lnTo>
                <a:lnTo>
                  <a:pt x="208762" y="216408"/>
                </a:lnTo>
                <a:lnTo>
                  <a:pt x="175831" y="255384"/>
                </a:lnTo>
                <a:lnTo>
                  <a:pt x="150799" y="294449"/>
                </a:lnTo>
                <a:lnTo>
                  <a:pt x="131025" y="336130"/>
                </a:lnTo>
                <a:lnTo>
                  <a:pt x="116674" y="379984"/>
                </a:lnTo>
                <a:lnTo>
                  <a:pt x="107924" y="425551"/>
                </a:lnTo>
                <a:lnTo>
                  <a:pt x="104965" y="472351"/>
                </a:lnTo>
                <a:lnTo>
                  <a:pt x="108635" y="524052"/>
                </a:lnTo>
                <a:lnTo>
                  <a:pt x="119418" y="574268"/>
                </a:lnTo>
                <a:lnTo>
                  <a:pt x="137007" y="622300"/>
                </a:lnTo>
                <a:lnTo>
                  <a:pt x="161086" y="667435"/>
                </a:lnTo>
                <a:lnTo>
                  <a:pt x="191325" y="708977"/>
                </a:lnTo>
                <a:lnTo>
                  <a:pt x="227418" y="746188"/>
                </a:lnTo>
                <a:lnTo>
                  <a:pt x="230517" y="748957"/>
                </a:lnTo>
                <a:lnTo>
                  <a:pt x="235254" y="748690"/>
                </a:lnTo>
                <a:lnTo>
                  <a:pt x="239293" y="744169"/>
                </a:lnTo>
                <a:lnTo>
                  <a:pt x="239928" y="742378"/>
                </a:lnTo>
                <a:lnTo>
                  <a:pt x="239928" y="738543"/>
                </a:lnTo>
                <a:lnTo>
                  <a:pt x="239077" y="736498"/>
                </a:lnTo>
                <a:lnTo>
                  <a:pt x="237426" y="735012"/>
                </a:lnTo>
                <a:lnTo>
                  <a:pt x="203606" y="700265"/>
                </a:lnTo>
                <a:lnTo>
                  <a:pt x="175107" y="661555"/>
                </a:lnTo>
                <a:lnTo>
                  <a:pt x="152222" y="619531"/>
                </a:lnTo>
                <a:lnTo>
                  <a:pt x="135216" y="574814"/>
                </a:lnTo>
                <a:lnTo>
                  <a:pt x="124396" y="528053"/>
                </a:lnTo>
                <a:lnTo>
                  <a:pt x="120040" y="479856"/>
                </a:lnTo>
                <a:lnTo>
                  <a:pt x="240055" y="479856"/>
                </a:lnTo>
                <a:lnTo>
                  <a:pt x="245821" y="524446"/>
                </a:lnTo>
                <a:lnTo>
                  <a:pt x="259626" y="566000"/>
                </a:lnTo>
                <a:lnTo>
                  <a:pt x="280670" y="603669"/>
                </a:lnTo>
                <a:lnTo>
                  <a:pt x="308076" y="636638"/>
                </a:lnTo>
                <a:lnTo>
                  <a:pt x="341045" y="664057"/>
                </a:lnTo>
                <a:lnTo>
                  <a:pt x="378714" y="685088"/>
                </a:lnTo>
                <a:lnTo>
                  <a:pt x="420268" y="698906"/>
                </a:lnTo>
                <a:lnTo>
                  <a:pt x="464858" y="704672"/>
                </a:lnTo>
                <a:lnTo>
                  <a:pt x="464858" y="824674"/>
                </a:lnTo>
                <a:lnTo>
                  <a:pt x="425119" y="821664"/>
                </a:lnTo>
                <a:lnTo>
                  <a:pt x="386384" y="814273"/>
                </a:lnTo>
                <a:lnTo>
                  <a:pt x="348767" y="802525"/>
                </a:lnTo>
                <a:lnTo>
                  <a:pt x="312420" y="786447"/>
                </a:lnTo>
                <a:lnTo>
                  <a:pt x="308724" y="784567"/>
                </a:lnTo>
                <a:lnTo>
                  <a:pt x="304215" y="786041"/>
                </a:lnTo>
                <a:lnTo>
                  <a:pt x="301777" y="790816"/>
                </a:lnTo>
                <a:lnTo>
                  <a:pt x="301510" y="791972"/>
                </a:lnTo>
                <a:lnTo>
                  <a:pt x="301510" y="795858"/>
                </a:lnTo>
                <a:lnTo>
                  <a:pt x="345313" y="817232"/>
                </a:lnTo>
                <a:lnTo>
                  <a:pt x="386435" y="829729"/>
                </a:lnTo>
                <a:lnTo>
                  <a:pt x="428828" y="837247"/>
                </a:lnTo>
                <a:lnTo>
                  <a:pt x="472363" y="839749"/>
                </a:lnTo>
                <a:lnTo>
                  <a:pt x="501040" y="838657"/>
                </a:lnTo>
                <a:lnTo>
                  <a:pt x="529412" y="835342"/>
                </a:lnTo>
                <a:lnTo>
                  <a:pt x="557377" y="829868"/>
                </a:lnTo>
                <a:lnTo>
                  <a:pt x="588010" y="821182"/>
                </a:lnTo>
                <a:lnTo>
                  <a:pt x="590042" y="818235"/>
                </a:lnTo>
                <a:lnTo>
                  <a:pt x="589927" y="813536"/>
                </a:lnTo>
                <a:lnTo>
                  <a:pt x="588416" y="808837"/>
                </a:lnTo>
                <a:lnTo>
                  <a:pt x="584200" y="806665"/>
                </a:lnTo>
                <a:lnTo>
                  <a:pt x="580250" y="807923"/>
                </a:lnTo>
                <a:lnTo>
                  <a:pt x="555713" y="814832"/>
                </a:lnTo>
                <a:lnTo>
                  <a:pt x="530745" y="819937"/>
                </a:lnTo>
                <a:lnTo>
                  <a:pt x="505434" y="823214"/>
                </a:lnTo>
                <a:lnTo>
                  <a:pt x="479856" y="824661"/>
                </a:lnTo>
                <a:lnTo>
                  <a:pt x="479856" y="704659"/>
                </a:lnTo>
                <a:lnTo>
                  <a:pt x="524446" y="698893"/>
                </a:lnTo>
                <a:lnTo>
                  <a:pt x="565988" y="685076"/>
                </a:lnTo>
                <a:lnTo>
                  <a:pt x="603669" y="664044"/>
                </a:lnTo>
                <a:lnTo>
                  <a:pt x="636625" y="636625"/>
                </a:lnTo>
                <a:lnTo>
                  <a:pt x="664044" y="603656"/>
                </a:lnTo>
                <a:lnTo>
                  <a:pt x="685076" y="565988"/>
                </a:lnTo>
                <a:lnTo>
                  <a:pt x="698893" y="524433"/>
                </a:lnTo>
                <a:lnTo>
                  <a:pt x="704659" y="479844"/>
                </a:lnTo>
                <a:lnTo>
                  <a:pt x="824674" y="479844"/>
                </a:lnTo>
                <a:lnTo>
                  <a:pt x="820254" y="528713"/>
                </a:lnTo>
                <a:lnTo>
                  <a:pt x="809269" y="575894"/>
                </a:lnTo>
                <a:lnTo>
                  <a:pt x="792048" y="620814"/>
                </a:lnTo>
                <a:lnTo>
                  <a:pt x="768896" y="662876"/>
                </a:lnTo>
                <a:lnTo>
                  <a:pt x="740143" y="701509"/>
                </a:lnTo>
                <a:lnTo>
                  <a:pt x="706081" y="736130"/>
                </a:lnTo>
                <a:lnTo>
                  <a:pt x="667042" y="766127"/>
                </a:lnTo>
                <a:lnTo>
                  <a:pt x="664870" y="767575"/>
                </a:lnTo>
                <a:lnTo>
                  <a:pt x="663689" y="769950"/>
                </a:lnTo>
                <a:lnTo>
                  <a:pt x="663689" y="773798"/>
                </a:lnTo>
                <a:lnTo>
                  <a:pt x="664095" y="775246"/>
                </a:lnTo>
                <a:lnTo>
                  <a:pt x="667232" y="779983"/>
                </a:lnTo>
                <a:lnTo>
                  <a:pt x="671880" y="780910"/>
                </a:lnTo>
                <a:lnTo>
                  <a:pt x="675335" y="778624"/>
                </a:lnTo>
                <a:lnTo>
                  <a:pt x="716851" y="746620"/>
                </a:lnTo>
                <a:lnTo>
                  <a:pt x="752944" y="709599"/>
                </a:lnTo>
                <a:lnTo>
                  <a:pt x="783259" y="668248"/>
                </a:lnTo>
                <a:lnTo>
                  <a:pt x="807440" y="623189"/>
                </a:lnTo>
                <a:lnTo>
                  <a:pt x="825144" y="575094"/>
                </a:lnTo>
                <a:lnTo>
                  <a:pt x="836028" y="524598"/>
                </a:lnTo>
                <a:lnTo>
                  <a:pt x="839736" y="472351"/>
                </a:lnTo>
                <a:lnTo>
                  <a:pt x="839736" y="468210"/>
                </a:lnTo>
                <a:close/>
              </a:path>
              <a:path extrusionOk="0" h="944879" w="944880">
                <a:moveTo>
                  <a:pt x="899731" y="873086"/>
                </a:moveTo>
                <a:lnTo>
                  <a:pt x="896366" y="869734"/>
                </a:lnTo>
                <a:lnTo>
                  <a:pt x="802259" y="869734"/>
                </a:lnTo>
                <a:lnTo>
                  <a:pt x="798118" y="869734"/>
                </a:lnTo>
                <a:lnTo>
                  <a:pt x="794766" y="873086"/>
                </a:lnTo>
                <a:lnTo>
                  <a:pt x="794766" y="881367"/>
                </a:lnTo>
                <a:lnTo>
                  <a:pt x="798118" y="884732"/>
                </a:lnTo>
                <a:lnTo>
                  <a:pt x="896366" y="884732"/>
                </a:lnTo>
                <a:lnTo>
                  <a:pt x="899731" y="881367"/>
                </a:lnTo>
                <a:lnTo>
                  <a:pt x="899731" y="873086"/>
                </a:lnTo>
                <a:close/>
              </a:path>
              <a:path extrusionOk="0" h="944879" w="944880">
                <a:moveTo>
                  <a:pt x="914717" y="397383"/>
                </a:moveTo>
                <a:lnTo>
                  <a:pt x="914247" y="389877"/>
                </a:lnTo>
                <a:lnTo>
                  <a:pt x="911847" y="351370"/>
                </a:lnTo>
                <a:lnTo>
                  <a:pt x="903478" y="307035"/>
                </a:lnTo>
                <a:lnTo>
                  <a:pt x="899642" y="295046"/>
                </a:lnTo>
                <a:lnTo>
                  <a:pt x="899642" y="389877"/>
                </a:lnTo>
                <a:lnTo>
                  <a:pt x="779640" y="389877"/>
                </a:lnTo>
                <a:lnTo>
                  <a:pt x="773874" y="345287"/>
                </a:lnTo>
                <a:lnTo>
                  <a:pt x="760056" y="303745"/>
                </a:lnTo>
                <a:lnTo>
                  <a:pt x="739013" y="266065"/>
                </a:lnTo>
                <a:lnTo>
                  <a:pt x="711593" y="233108"/>
                </a:lnTo>
                <a:lnTo>
                  <a:pt x="678637" y="205689"/>
                </a:lnTo>
                <a:lnTo>
                  <a:pt x="640956" y="184658"/>
                </a:lnTo>
                <a:lnTo>
                  <a:pt x="599414" y="170840"/>
                </a:lnTo>
                <a:lnTo>
                  <a:pt x="554824" y="165074"/>
                </a:lnTo>
                <a:lnTo>
                  <a:pt x="554824" y="45059"/>
                </a:lnTo>
                <a:lnTo>
                  <a:pt x="601103" y="49085"/>
                </a:lnTo>
                <a:lnTo>
                  <a:pt x="645502" y="58889"/>
                </a:lnTo>
                <a:lnTo>
                  <a:pt x="687616" y="74117"/>
                </a:lnTo>
                <a:lnTo>
                  <a:pt x="727062" y="94361"/>
                </a:lnTo>
                <a:lnTo>
                  <a:pt x="763460" y="119214"/>
                </a:lnTo>
                <a:lnTo>
                  <a:pt x="796391" y="148310"/>
                </a:lnTo>
                <a:lnTo>
                  <a:pt x="825487" y="181254"/>
                </a:lnTo>
                <a:lnTo>
                  <a:pt x="850353" y="217639"/>
                </a:lnTo>
                <a:lnTo>
                  <a:pt x="870585" y="257086"/>
                </a:lnTo>
                <a:lnTo>
                  <a:pt x="885812" y="299212"/>
                </a:lnTo>
                <a:lnTo>
                  <a:pt x="895629" y="343598"/>
                </a:lnTo>
                <a:lnTo>
                  <a:pt x="899642" y="389877"/>
                </a:lnTo>
                <a:lnTo>
                  <a:pt x="899642" y="295046"/>
                </a:lnTo>
                <a:lnTo>
                  <a:pt x="871613" y="224815"/>
                </a:lnTo>
                <a:lnTo>
                  <a:pt x="848804" y="187629"/>
                </a:lnTo>
                <a:lnTo>
                  <a:pt x="821880" y="153517"/>
                </a:lnTo>
                <a:lnTo>
                  <a:pt x="791197" y="122834"/>
                </a:lnTo>
                <a:lnTo>
                  <a:pt x="757085" y="95910"/>
                </a:lnTo>
                <a:lnTo>
                  <a:pt x="719899" y="73113"/>
                </a:lnTo>
                <a:lnTo>
                  <a:pt x="679983" y="54775"/>
                </a:lnTo>
                <a:lnTo>
                  <a:pt x="637679" y="41236"/>
                </a:lnTo>
                <a:lnTo>
                  <a:pt x="593356" y="32867"/>
                </a:lnTo>
                <a:lnTo>
                  <a:pt x="547331" y="29997"/>
                </a:lnTo>
                <a:lnTo>
                  <a:pt x="543191" y="29997"/>
                </a:lnTo>
                <a:lnTo>
                  <a:pt x="539838" y="33350"/>
                </a:lnTo>
                <a:lnTo>
                  <a:pt x="539838" y="176593"/>
                </a:lnTo>
                <a:lnTo>
                  <a:pt x="543191" y="179946"/>
                </a:lnTo>
                <a:lnTo>
                  <a:pt x="547331" y="179946"/>
                </a:lnTo>
                <a:lnTo>
                  <a:pt x="597128" y="185699"/>
                </a:lnTo>
                <a:lnTo>
                  <a:pt x="642874" y="202082"/>
                </a:lnTo>
                <a:lnTo>
                  <a:pt x="683247" y="227774"/>
                </a:lnTo>
                <a:lnTo>
                  <a:pt x="716940" y="261467"/>
                </a:lnTo>
                <a:lnTo>
                  <a:pt x="742632" y="301840"/>
                </a:lnTo>
                <a:lnTo>
                  <a:pt x="759015" y="347586"/>
                </a:lnTo>
                <a:lnTo>
                  <a:pt x="764768" y="397383"/>
                </a:lnTo>
                <a:lnTo>
                  <a:pt x="764768" y="401523"/>
                </a:lnTo>
                <a:lnTo>
                  <a:pt x="768121" y="404876"/>
                </a:lnTo>
                <a:lnTo>
                  <a:pt x="911364" y="404876"/>
                </a:lnTo>
                <a:lnTo>
                  <a:pt x="914717" y="401523"/>
                </a:lnTo>
                <a:lnTo>
                  <a:pt x="914717" y="397383"/>
                </a:lnTo>
                <a:close/>
              </a:path>
              <a:path extrusionOk="0" h="944879" w="944880">
                <a:moveTo>
                  <a:pt x="944702" y="828103"/>
                </a:moveTo>
                <a:lnTo>
                  <a:pt x="941349" y="824750"/>
                </a:lnTo>
                <a:lnTo>
                  <a:pt x="798106" y="824750"/>
                </a:lnTo>
                <a:lnTo>
                  <a:pt x="794753" y="828103"/>
                </a:lnTo>
                <a:lnTo>
                  <a:pt x="794753" y="832243"/>
                </a:lnTo>
                <a:lnTo>
                  <a:pt x="794753" y="836383"/>
                </a:lnTo>
                <a:lnTo>
                  <a:pt x="798106" y="839736"/>
                </a:lnTo>
                <a:lnTo>
                  <a:pt x="941349" y="839736"/>
                </a:lnTo>
                <a:lnTo>
                  <a:pt x="944702" y="836383"/>
                </a:lnTo>
                <a:lnTo>
                  <a:pt x="944702" y="828103"/>
                </a:lnTo>
                <a:close/>
              </a:path>
              <a:path extrusionOk="0" h="944879" w="944880">
                <a:moveTo>
                  <a:pt x="944714" y="933069"/>
                </a:moveTo>
                <a:lnTo>
                  <a:pt x="941362" y="929716"/>
                </a:lnTo>
                <a:lnTo>
                  <a:pt x="775360" y="929716"/>
                </a:lnTo>
                <a:lnTo>
                  <a:pt x="607682" y="762825"/>
                </a:lnTo>
                <a:lnTo>
                  <a:pt x="597319" y="752513"/>
                </a:lnTo>
                <a:lnTo>
                  <a:pt x="598741" y="749769"/>
                </a:lnTo>
                <a:lnTo>
                  <a:pt x="598906" y="749439"/>
                </a:lnTo>
                <a:lnTo>
                  <a:pt x="599706" y="746404"/>
                </a:lnTo>
                <a:lnTo>
                  <a:pt x="599821" y="742276"/>
                </a:lnTo>
                <a:lnTo>
                  <a:pt x="598309" y="734771"/>
                </a:lnTo>
                <a:lnTo>
                  <a:pt x="598055" y="733539"/>
                </a:lnTo>
                <a:lnTo>
                  <a:pt x="593229" y="726389"/>
                </a:lnTo>
                <a:lnTo>
                  <a:pt x="586079" y="721563"/>
                </a:lnTo>
                <a:lnTo>
                  <a:pt x="584822" y="721309"/>
                </a:lnTo>
                <a:lnTo>
                  <a:pt x="584822" y="738136"/>
                </a:lnTo>
                <a:lnTo>
                  <a:pt x="584822" y="746404"/>
                </a:lnTo>
                <a:lnTo>
                  <a:pt x="581456" y="749769"/>
                </a:lnTo>
                <a:lnTo>
                  <a:pt x="573189" y="749769"/>
                </a:lnTo>
                <a:lnTo>
                  <a:pt x="569823" y="746404"/>
                </a:lnTo>
                <a:lnTo>
                  <a:pt x="569823" y="738136"/>
                </a:lnTo>
                <a:lnTo>
                  <a:pt x="573189" y="734771"/>
                </a:lnTo>
                <a:lnTo>
                  <a:pt x="581456" y="734771"/>
                </a:lnTo>
                <a:lnTo>
                  <a:pt x="584822" y="738136"/>
                </a:lnTo>
                <a:lnTo>
                  <a:pt x="584822" y="721309"/>
                </a:lnTo>
                <a:lnTo>
                  <a:pt x="554837" y="742276"/>
                </a:lnTo>
                <a:lnTo>
                  <a:pt x="556615" y="751027"/>
                </a:lnTo>
                <a:lnTo>
                  <a:pt x="561428" y="758177"/>
                </a:lnTo>
                <a:lnTo>
                  <a:pt x="568579" y="763003"/>
                </a:lnTo>
                <a:lnTo>
                  <a:pt x="577329" y="764768"/>
                </a:lnTo>
                <a:lnTo>
                  <a:pt x="580567" y="764768"/>
                </a:lnTo>
                <a:lnTo>
                  <a:pt x="583641" y="764057"/>
                </a:lnTo>
                <a:lnTo>
                  <a:pt x="586422" y="762825"/>
                </a:lnTo>
                <a:lnTo>
                  <a:pt x="768388" y="943927"/>
                </a:lnTo>
                <a:lnTo>
                  <a:pt x="770280" y="944702"/>
                </a:lnTo>
                <a:lnTo>
                  <a:pt x="941362" y="944702"/>
                </a:lnTo>
                <a:lnTo>
                  <a:pt x="944714" y="941349"/>
                </a:lnTo>
                <a:lnTo>
                  <a:pt x="944714" y="933069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2404" y="4074412"/>
            <a:ext cx="1503089" cy="94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1"/>
          <p:cNvGrpSpPr/>
          <p:nvPr/>
        </p:nvGrpSpPr>
        <p:grpSpPr>
          <a:xfrm>
            <a:off x="5377497" y="4073677"/>
            <a:ext cx="944880" cy="944880"/>
            <a:chOff x="5377497" y="4073677"/>
            <a:chExt cx="944880" cy="944880"/>
          </a:xfrm>
        </p:grpSpPr>
        <p:sp>
          <p:nvSpPr>
            <p:cNvPr id="231" name="Google Shape;231;p11"/>
            <p:cNvSpPr/>
            <p:nvPr/>
          </p:nvSpPr>
          <p:spPr>
            <a:xfrm>
              <a:off x="5609433" y="4564696"/>
              <a:ext cx="481330" cy="114935"/>
            </a:xfrm>
            <a:custGeom>
              <a:rect b="b" l="l" r="r" t="t"/>
              <a:pathLst>
                <a:path extrusionOk="0" h="114935" w="481329">
                  <a:moveTo>
                    <a:pt x="242608" y="0"/>
                  </a:moveTo>
                  <a:lnTo>
                    <a:pt x="238328" y="0"/>
                  </a:lnTo>
                  <a:lnTo>
                    <a:pt x="231368" y="4013"/>
                  </a:lnTo>
                  <a:lnTo>
                    <a:pt x="229222" y="7721"/>
                  </a:lnTo>
                  <a:lnTo>
                    <a:pt x="229222" y="46164"/>
                  </a:lnTo>
                  <a:lnTo>
                    <a:pt x="34188" y="46164"/>
                  </a:lnTo>
                  <a:lnTo>
                    <a:pt x="20888" y="48863"/>
                  </a:lnTo>
                  <a:lnTo>
                    <a:pt x="10026" y="56191"/>
                  </a:lnTo>
                  <a:lnTo>
                    <a:pt x="2698" y="67052"/>
                  </a:lnTo>
                  <a:lnTo>
                    <a:pt x="0" y="80352"/>
                  </a:lnTo>
                  <a:lnTo>
                    <a:pt x="114" y="109321"/>
                  </a:lnTo>
                  <a:lnTo>
                    <a:pt x="5105" y="114236"/>
                  </a:lnTo>
                  <a:lnTo>
                    <a:pt x="17373" y="114236"/>
                  </a:lnTo>
                  <a:lnTo>
                    <a:pt x="22377" y="109321"/>
                  </a:lnTo>
                  <a:lnTo>
                    <a:pt x="22491" y="103187"/>
                  </a:lnTo>
                  <a:lnTo>
                    <a:pt x="22491" y="77254"/>
                  </a:lnTo>
                  <a:lnTo>
                    <a:pt x="23723" y="74269"/>
                  </a:lnTo>
                  <a:lnTo>
                    <a:pt x="28105" y="69888"/>
                  </a:lnTo>
                  <a:lnTo>
                    <a:pt x="31089" y="68656"/>
                  </a:lnTo>
                  <a:lnTo>
                    <a:pt x="229222" y="68656"/>
                  </a:lnTo>
                  <a:lnTo>
                    <a:pt x="229222" y="109397"/>
                  </a:lnTo>
                  <a:lnTo>
                    <a:pt x="234251" y="114439"/>
                  </a:lnTo>
                  <a:lnTo>
                    <a:pt x="246684" y="114439"/>
                  </a:lnTo>
                  <a:lnTo>
                    <a:pt x="251714" y="109397"/>
                  </a:lnTo>
                  <a:lnTo>
                    <a:pt x="251714" y="68656"/>
                  </a:lnTo>
                  <a:lnTo>
                    <a:pt x="449846" y="68656"/>
                  </a:lnTo>
                  <a:lnTo>
                    <a:pt x="452831" y="69888"/>
                  </a:lnTo>
                  <a:lnTo>
                    <a:pt x="457212" y="74269"/>
                  </a:lnTo>
                  <a:lnTo>
                    <a:pt x="458444" y="77254"/>
                  </a:lnTo>
                  <a:lnTo>
                    <a:pt x="458546" y="109321"/>
                  </a:lnTo>
                  <a:lnTo>
                    <a:pt x="463550" y="114249"/>
                  </a:lnTo>
                  <a:lnTo>
                    <a:pt x="475830" y="114249"/>
                  </a:lnTo>
                  <a:lnTo>
                    <a:pt x="480834" y="109321"/>
                  </a:lnTo>
                  <a:lnTo>
                    <a:pt x="480936" y="80352"/>
                  </a:lnTo>
                  <a:lnTo>
                    <a:pt x="478237" y="67052"/>
                  </a:lnTo>
                  <a:lnTo>
                    <a:pt x="470909" y="56191"/>
                  </a:lnTo>
                  <a:lnTo>
                    <a:pt x="460047" y="48863"/>
                  </a:lnTo>
                  <a:lnTo>
                    <a:pt x="446747" y="46164"/>
                  </a:lnTo>
                  <a:lnTo>
                    <a:pt x="251714" y="46164"/>
                  </a:lnTo>
                  <a:lnTo>
                    <a:pt x="251714" y="7721"/>
                  </a:lnTo>
                  <a:lnTo>
                    <a:pt x="249567" y="4013"/>
                  </a:lnTo>
                  <a:lnTo>
                    <a:pt x="242608" y="0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2" name="Google Shape;23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4973" y="4698479"/>
              <a:ext cx="171526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93307" y="4698479"/>
              <a:ext cx="171526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64198" y="4698479"/>
              <a:ext cx="171411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41933" y="4221919"/>
              <a:ext cx="174649" cy="157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1"/>
            <p:cNvSpPr/>
            <p:nvPr/>
          </p:nvSpPr>
          <p:spPr>
            <a:xfrm>
              <a:off x="5377497" y="4073677"/>
              <a:ext cx="944880" cy="944880"/>
            </a:xfrm>
            <a:custGeom>
              <a:rect b="b" l="l" r="r" t="t"/>
              <a:pathLst>
                <a:path extrusionOk="0" h="944879" w="944879">
                  <a:moveTo>
                    <a:pt x="680364" y="175806"/>
                  </a:moveTo>
                  <a:lnTo>
                    <a:pt x="677684" y="162598"/>
                  </a:lnTo>
                  <a:lnTo>
                    <a:pt x="670407" y="151803"/>
                  </a:lnTo>
                  <a:lnTo>
                    <a:pt x="659612" y="144513"/>
                  </a:lnTo>
                  <a:lnTo>
                    <a:pt x="646391" y="141833"/>
                  </a:lnTo>
                  <a:lnTo>
                    <a:pt x="460921" y="141833"/>
                  </a:lnTo>
                  <a:lnTo>
                    <a:pt x="460921" y="287489"/>
                  </a:lnTo>
                  <a:lnTo>
                    <a:pt x="458292" y="302895"/>
                  </a:lnTo>
                  <a:lnTo>
                    <a:pt x="450240" y="315671"/>
                  </a:lnTo>
                  <a:lnTo>
                    <a:pt x="438010" y="324497"/>
                  </a:lnTo>
                  <a:lnTo>
                    <a:pt x="422795" y="328091"/>
                  </a:lnTo>
                  <a:lnTo>
                    <a:pt x="264426" y="328091"/>
                  </a:lnTo>
                  <a:lnTo>
                    <a:pt x="264426" y="433031"/>
                  </a:lnTo>
                  <a:lnTo>
                    <a:pt x="291731" y="466356"/>
                  </a:lnTo>
                  <a:lnTo>
                    <a:pt x="298399" y="467004"/>
                  </a:lnTo>
                  <a:lnTo>
                    <a:pt x="646391" y="467004"/>
                  </a:lnTo>
                  <a:lnTo>
                    <a:pt x="679716" y="439699"/>
                  </a:lnTo>
                  <a:lnTo>
                    <a:pt x="680364" y="433031"/>
                  </a:lnTo>
                  <a:lnTo>
                    <a:pt x="680364" y="175806"/>
                  </a:lnTo>
                  <a:close/>
                </a:path>
                <a:path extrusionOk="0" h="944879" w="944879">
                  <a:moveTo>
                    <a:pt x="944803" y="472401"/>
                  </a:moveTo>
                  <a:lnTo>
                    <a:pt x="942314" y="424129"/>
                  </a:lnTo>
                  <a:lnTo>
                    <a:pt x="935113" y="377253"/>
                  </a:lnTo>
                  <a:lnTo>
                    <a:pt x="923442" y="332003"/>
                  </a:lnTo>
                  <a:lnTo>
                    <a:pt x="919441" y="321106"/>
                  </a:lnTo>
                  <a:lnTo>
                    <a:pt x="919441" y="472401"/>
                  </a:lnTo>
                  <a:lnTo>
                    <a:pt x="916787" y="520712"/>
                  </a:lnTo>
                  <a:lnTo>
                    <a:pt x="909142" y="567613"/>
                  </a:lnTo>
                  <a:lnTo>
                    <a:pt x="896518" y="613638"/>
                  </a:lnTo>
                  <a:lnTo>
                    <a:pt x="879500" y="656945"/>
                  </a:lnTo>
                  <a:lnTo>
                    <a:pt x="858253" y="697915"/>
                  </a:lnTo>
                  <a:lnTo>
                    <a:pt x="833018" y="736282"/>
                  </a:lnTo>
                  <a:lnTo>
                    <a:pt x="804113" y="771779"/>
                  </a:lnTo>
                  <a:lnTo>
                    <a:pt x="771766" y="804113"/>
                  </a:lnTo>
                  <a:lnTo>
                    <a:pt x="736282" y="833031"/>
                  </a:lnTo>
                  <a:lnTo>
                    <a:pt x="697915" y="858253"/>
                  </a:lnTo>
                  <a:lnTo>
                    <a:pt x="656932" y="879513"/>
                  </a:lnTo>
                  <a:lnTo>
                    <a:pt x="613625" y="896531"/>
                  </a:lnTo>
                  <a:lnTo>
                    <a:pt x="568248" y="909040"/>
                  </a:lnTo>
                  <a:lnTo>
                    <a:pt x="521017" y="916774"/>
                  </a:lnTo>
                  <a:lnTo>
                    <a:pt x="472401" y="919429"/>
                  </a:lnTo>
                  <a:lnTo>
                    <a:pt x="423583" y="916774"/>
                  </a:lnTo>
                  <a:lnTo>
                    <a:pt x="376580" y="909040"/>
                  </a:lnTo>
                  <a:lnTo>
                    <a:pt x="376339" y="909040"/>
                  </a:lnTo>
                  <a:lnTo>
                    <a:pt x="329971" y="896162"/>
                  </a:lnTo>
                  <a:lnTo>
                    <a:pt x="285864" y="878674"/>
                  </a:lnTo>
                  <a:lnTo>
                    <a:pt x="244017" y="856691"/>
                  </a:lnTo>
                  <a:lnTo>
                    <a:pt x="204749" y="830465"/>
                  </a:lnTo>
                  <a:lnTo>
                    <a:pt x="168427" y="800201"/>
                  </a:lnTo>
                  <a:lnTo>
                    <a:pt x="135394" y="766152"/>
                  </a:lnTo>
                  <a:lnTo>
                    <a:pt x="105968" y="728522"/>
                  </a:lnTo>
                  <a:lnTo>
                    <a:pt x="80518" y="687552"/>
                  </a:lnTo>
                  <a:lnTo>
                    <a:pt x="59385" y="643470"/>
                  </a:lnTo>
                  <a:lnTo>
                    <a:pt x="43167" y="597357"/>
                  </a:lnTo>
                  <a:lnTo>
                    <a:pt x="32194" y="550392"/>
                  </a:lnTo>
                  <a:lnTo>
                    <a:pt x="26390" y="502996"/>
                  </a:lnTo>
                  <a:lnTo>
                    <a:pt x="25666" y="455549"/>
                  </a:lnTo>
                  <a:lnTo>
                    <a:pt x="29946" y="408470"/>
                  </a:lnTo>
                  <a:lnTo>
                    <a:pt x="39166" y="362153"/>
                  </a:lnTo>
                  <a:lnTo>
                    <a:pt x="53225" y="317017"/>
                  </a:lnTo>
                  <a:lnTo>
                    <a:pt x="72047" y="273456"/>
                  </a:lnTo>
                  <a:lnTo>
                    <a:pt x="95554" y="231876"/>
                  </a:lnTo>
                  <a:lnTo>
                    <a:pt x="123659" y="192697"/>
                  </a:lnTo>
                  <a:lnTo>
                    <a:pt x="156298" y="156286"/>
                  </a:lnTo>
                  <a:lnTo>
                    <a:pt x="192697" y="123659"/>
                  </a:lnTo>
                  <a:lnTo>
                    <a:pt x="231876" y="95554"/>
                  </a:lnTo>
                  <a:lnTo>
                    <a:pt x="273456" y="72047"/>
                  </a:lnTo>
                  <a:lnTo>
                    <a:pt x="317017" y="53225"/>
                  </a:lnTo>
                  <a:lnTo>
                    <a:pt x="362153" y="39166"/>
                  </a:lnTo>
                  <a:lnTo>
                    <a:pt x="408457" y="29959"/>
                  </a:lnTo>
                  <a:lnTo>
                    <a:pt x="455536" y="25666"/>
                  </a:lnTo>
                  <a:lnTo>
                    <a:pt x="502983" y="26390"/>
                  </a:lnTo>
                  <a:lnTo>
                    <a:pt x="550392" y="32194"/>
                  </a:lnTo>
                  <a:lnTo>
                    <a:pt x="597357" y="43167"/>
                  </a:lnTo>
                  <a:lnTo>
                    <a:pt x="643470" y="59385"/>
                  </a:lnTo>
                  <a:lnTo>
                    <a:pt x="687552" y="80530"/>
                  </a:lnTo>
                  <a:lnTo>
                    <a:pt x="728522" y="105981"/>
                  </a:lnTo>
                  <a:lnTo>
                    <a:pt x="766140" y="135394"/>
                  </a:lnTo>
                  <a:lnTo>
                    <a:pt x="800201" y="168427"/>
                  </a:lnTo>
                  <a:lnTo>
                    <a:pt x="830465" y="204749"/>
                  </a:lnTo>
                  <a:lnTo>
                    <a:pt x="856691" y="244017"/>
                  </a:lnTo>
                  <a:lnTo>
                    <a:pt x="878674" y="285864"/>
                  </a:lnTo>
                  <a:lnTo>
                    <a:pt x="896162" y="329984"/>
                  </a:lnTo>
                  <a:lnTo>
                    <a:pt x="908939" y="375996"/>
                  </a:lnTo>
                  <a:lnTo>
                    <a:pt x="916774" y="423595"/>
                  </a:lnTo>
                  <a:lnTo>
                    <a:pt x="919441" y="472401"/>
                  </a:lnTo>
                  <a:lnTo>
                    <a:pt x="919441" y="321106"/>
                  </a:lnTo>
                  <a:lnTo>
                    <a:pt x="887628" y="247345"/>
                  </a:lnTo>
                  <a:lnTo>
                    <a:pt x="863955" y="208407"/>
                  </a:lnTo>
                  <a:lnTo>
                    <a:pt x="836752" y="172059"/>
                  </a:lnTo>
                  <a:lnTo>
                    <a:pt x="806272" y="138518"/>
                  </a:lnTo>
                  <a:lnTo>
                    <a:pt x="772731" y="108038"/>
                  </a:lnTo>
                  <a:lnTo>
                    <a:pt x="736384" y="80848"/>
                  </a:lnTo>
                  <a:lnTo>
                    <a:pt x="697458" y="57175"/>
                  </a:lnTo>
                  <a:lnTo>
                    <a:pt x="656183" y="37274"/>
                  </a:lnTo>
                  <a:lnTo>
                    <a:pt x="612800" y="21361"/>
                  </a:lnTo>
                  <a:lnTo>
                    <a:pt x="567550" y="9690"/>
                  </a:lnTo>
                  <a:lnTo>
                    <a:pt x="520674" y="2489"/>
                  </a:lnTo>
                  <a:lnTo>
                    <a:pt x="472401" y="0"/>
                  </a:lnTo>
                  <a:lnTo>
                    <a:pt x="423113" y="2489"/>
                  </a:lnTo>
                  <a:lnTo>
                    <a:pt x="423773" y="2489"/>
                  </a:lnTo>
                  <a:lnTo>
                    <a:pt x="376605" y="9690"/>
                  </a:lnTo>
                  <a:lnTo>
                    <a:pt x="376847" y="9690"/>
                  </a:lnTo>
                  <a:lnTo>
                    <a:pt x="331457" y="21361"/>
                  </a:lnTo>
                  <a:lnTo>
                    <a:pt x="331597" y="21361"/>
                  </a:lnTo>
                  <a:lnTo>
                    <a:pt x="288518" y="37134"/>
                  </a:lnTo>
                  <a:lnTo>
                    <a:pt x="247230" y="57023"/>
                  </a:lnTo>
                  <a:lnTo>
                    <a:pt x="208280" y="80683"/>
                  </a:lnTo>
                  <a:lnTo>
                    <a:pt x="171907" y="107873"/>
                  </a:lnTo>
                  <a:lnTo>
                    <a:pt x="138366" y="138366"/>
                  </a:lnTo>
                  <a:lnTo>
                    <a:pt x="107873" y="171907"/>
                  </a:lnTo>
                  <a:lnTo>
                    <a:pt x="80670" y="208280"/>
                  </a:lnTo>
                  <a:lnTo>
                    <a:pt x="56959" y="247345"/>
                  </a:lnTo>
                  <a:lnTo>
                    <a:pt x="37084" y="288620"/>
                  </a:lnTo>
                  <a:lnTo>
                    <a:pt x="21221" y="332003"/>
                  </a:lnTo>
                  <a:lnTo>
                    <a:pt x="9588" y="377253"/>
                  </a:lnTo>
                  <a:lnTo>
                    <a:pt x="2514" y="423595"/>
                  </a:lnTo>
                  <a:lnTo>
                    <a:pt x="0" y="472401"/>
                  </a:lnTo>
                  <a:lnTo>
                    <a:pt x="2438" y="520712"/>
                  </a:lnTo>
                  <a:lnTo>
                    <a:pt x="9588" y="567613"/>
                  </a:lnTo>
                  <a:lnTo>
                    <a:pt x="21234" y="612889"/>
                  </a:lnTo>
                  <a:lnTo>
                    <a:pt x="37122" y="656285"/>
                  </a:lnTo>
                  <a:lnTo>
                    <a:pt x="57010" y="697572"/>
                  </a:lnTo>
                  <a:lnTo>
                    <a:pt x="80670" y="736523"/>
                  </a:lnTo>
                  <a:lnTo>
                    <a:pt x="107873" y="772896"/>
                  </a:lnTo>
                  <a:lnTo>
                    <a:pt x="138366" y="806437"/>
                  </a:lnTo>
                  <a:lnTo>
                    <a:pt x="171907" y="836930"/>
                  </a:lnTo>
                  <a:lnTo>
                    <a:pt x="208280" y="864120"/>
                  </a:lnTo>
                  <a:lnTo>
                    <a:pt x="247230" y="887780"/>
                  </a:lnTo>
                  <a:lnTo>
                    <a:pt x="288518" y="907669"/>
                  </a:lnTo>
                  <a:lnTo>
                    <a:pt x="331927" y="923556"/>
                  </a:lnTo>
                  <a:lnTo>
                    <a:pt x="377190" y="935202"/>
                  </a:lnTo>
                  <a:lnTo>
                    <a:pt x="424103" y="942352"/>
                  </a:lnTo>
                  <a:lnTo>
                    <a:pt x="472401" y="944791"/>
                  </a:lnTo>
                  <a:lnTo>
                    <a:pt x="520700" y="942352"/>
                  </a:lnTo>
                  <a:lnTo>
                    <a:pt x="567601" y="935202"/>
                  </a:lnTo>
                  <a:lnTo>
                    <a:pt x="612876" y="923556"/>
                  </a:lnTo>
                  <a:lnTo>
                    <a:pt x="624141" y="919429"/>
                  </a:lnTo>
                  <a:lnTo>
                    <a:pt x="656272" y="907669"/>
                  </a:lnTo>
                  <a:lnTo>
                    <a:pt x="697572" y="887780"/>
                  </a:lnTo>
                  <a:lnTo>
                    <a:pt x="736523" y="864120"/>
                  </a:lnTo>
                  <a:lnTo>
                    <a:pt x="772883" y="836930"/>
                  </a:lnTo>
                  <a:lnTo>
                    <a:pt x="806437" y="806437"/>
                  </a:lnTo>
                  <a:lnTo>
                    <a:pt x="836930" y="772896"/>
                  </a:lnTo>
                  <a:lnTo>
                    <a:pt x="864120" y="736523"/>
                  </a:lnTo>
                  <a:lnTo>
                    <a:pt x="887780" y="697572"/>
                  </a:lnTo>
                  <a:lnTo>
                    <a:pt x="907681" y="656285"/>
                  </a:lnTo>
                  <a:lnTo>
                    <a:pt x="923556" y="612889"/>
                  </a:lnTo>
                  <a:lnTo>
                    <a:pt x="935202" y="567613"/>
                  </a:lnTo>
                  <a:lnTo>
                    <a:pt x="942301" y="521093"/>
                  </a:lnTo>
                  <a:lnTo>
                    <a:pt x="942365" y="520712"/>
                  </a:lnTo>
                  <a:lnTo>
                    <a:pt x="944803" y="472401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1"/>
          <p:cNvSpPr/>
          <p:nvPr/>
        </p:nvSpPr>
        <p:spPr>
          <a:xfrm>
            <a:off x="922870" y="4073664"/>
            <a:ext cx="1055370" cy="944880"/>
          </a:xfrm>
          <a:custGeom>
            <a:rect b="b" l="l" r="r" t="t"/>
            <a:pathLst>
              <a:path extrusionOk="0" h="944879" w="1055370">
                <a:moveTo>
                  <a:pt x="469798" y="654024"/>
                </a:moveTo>
                <a:lnTo>
                  <a:pt x="469582" y="647065"/>
                </a:lnTo>
                <a:lnTo>
                  <a:pt x="469582" y="613537"/>
                </a:lnTo>
                <a:lnTo>
                  <a:pt x="469760" y="613359"/>
                </a:lnTo>
                <a:lnTo>
                  <a:pt x="469760" y="599986"/>
                </a:lnTo>
                <a:lnTo>
                  <a:pt x="469582" y="599808"/>
                </a:lnTo>
                <a:lnTo>
                  <a:pt x="469582" y="576757"/>
                </a:lnTo>
                <a:lnTo>
                  <a:pt x="468795" y="568477"/>
                </a:lnTo>
                <a:lnTo>
                  <a:pt x="445401" y="538568"/>
                </a:lnTo>
                <a:lnTo>
                  <a:pt x="445401" y="571982"/>
                </a:lnTo>
                <a:lnTo>
                  <a:pt x="445401" y="594487"/>
                </a:lnTo>
                <a:lnTo>
                  <a:pt x="409994" y="594487"/>
                </a:lnTo>
                <a:lnTo>
                  <a:pt x="409994" y="566724"/>
                </a:lnTo>
                <a:lnTo>
                  <a:pt x="418134" y="558825"/>
                </a:lnTo>
                <a:lnTo>
                  <a:pt x="432485" y="558825"/>
                </a:lnTo>
                <a:lnTo>
                  <a:pt x="437045" y="560743"/>
                </a:lnTo>
                <a:lnTo>
                  <a:pt x="443725" y="567664"/>
                </a:lnTo>
                <a:lnTo>
                  <a:pt x="445401" y="571982"/>
                </a:lnTo>
                <a:lnTo>
                  <a:pt x="445401" y="538568"/>
                </a:lnTo>
                <a:lnTo>
                  <a:pt x="443611" y="537603"/>
                </a:lnTo>
                <a:lnTo>
                  <a:pt x="435775" y="535228"/>
                </a:lnTo>
                <a:lnTo>
                  <a:pt x="427494" y="534428"/>
                </a:lnTo>
                <a:lnTo>
                  <a:pt x="411403" y="537705"/>
                </a:lnTo>
                <a:lnTo>
                  <a:pt x="398132" y="546620"/>
                </a:lnTo>
                <a:lnTo>
                  <a:pt x="389077" y="559854"/>
                </a:lnTo>
                <a:lnTo>
                  <a:pt x="385622" y="576059"/>
                </a:lnTo>
                <a:lnTo>
                  <a:pt x="385622" y="654024"/>
                </a:lnTo>
                <a:lnTo>
                  <a:pt x="391121" y="659523"/>
                </a:lnTo>
                <a:lnTo>
                  <a:pt x="404495" y="659523"/>
                </a:lnTo>
                <a:lnTo>
                  <a:pt x="409994" y="654024"/>
                </a:lnTo>
                <a:lnTo>
                  <a:pt x="409994" y="618858"/>
                </a:lnTo>
                <a:lnTo>
                  <a:pt x="445401" y="618858"/>
                </a:lnTo>
                <a:lnTo>
                  <a:pt x="445401" y="654024"/>
                </a:lnTo>
                <a:lnTo>
                  <a:pt x="450900" y="659523"/>
                </a:lnTo>
                <a:lnTo>
                  <a:pt x="457581" y="659523"/>
                </a:lnTo>
                <a:lnTo>
                  <a:pt x="464261" y="659523"/>
                </a:lnTo>
                <a:lnTo>
                  <a:pt x="469798" y="654024"/>
                </a:lnTo>
                <a:close/>
              </a:path>
              <a:path extrusionOk="0" h="944879" w="1055370">
                <a:moveTo>
                  <a:pt x="575259" y="571766"/>
                </a:moveTo>
                <a:lnTo>
                  <a:pt x="572592" y="558584"/>
                </a:lnTo>
                <a:lnTo>
                  <a:pt x="572325" y="557263"/>
                </a:lnTo>
                <a:lnTo>
                  <a:pt x="564324" y="545388"/>
                </a:lnTo>
                <a:lnTo>
                  <a:pt x="552462" y="537387"/>
                </a:lnTo>
                <a:lnTo>
                  <a:pt x="551103" y="537121"/>
                </a:lnTo>
                <a:lnTo>
                  <a:pt x="551103" y="564565"/>
                </a:lnTo>
                <a:lnTo>
                  <a:pt x="551103" y="578916"/>
                </a:lnTo>
                <a:lnTo>
                  <a:pt x="545122" y="584898"/>
                </a:lnTo>
                <a:lnTo>
                  <a:pt x="516191" y="584898"/>
                </a:lnTo>
                <a:lnTo>
                  <a:pt x="516191" y="558584"/>
                </a:lnTo>
                <a:lnTo>
                  <a:pt x="545122" y="558584"/>
                </a:lnTo>
                <a:lnTo>
                  <a:pt x="551103" y="564565"/>
                </a:lnTo>
                <a:lnTo>
                  <a:pt x="551103" y="537121"/>
                </a:lnTo>
                <a:lnTo>
                  <a:pt x="537946" y="534454"/>
                </a:lnTo>
                <a:lnTo>
                  <a:pt x="497293" y="534454"/>
                </a:lnTo>
                <a:lnTo>
                  <a:pt x="491794" y="539953"/>
                </a:lnTo>
                <a:lnTo>
                  <a:pt x="491794" y="654024"/>
                </a:lnTo>
                <a:lnTo>
                  <a:pt x="497293" y="659523"/>
                </a:lnTo>
                <a:lnTo>
                  <a:pt x="510692" y="659523"/>
                </a:lnTo>
                <a:lnTo>
                  <a:pt x="516191" y="654024"/>
                </a:lnTo>
                <a:lnTo>
                  <a:pt x="516191" y="609092"/>
                </a:lnTo>
                <a:lnTo>
                  <a:pt x="537946" y="609092"/>
                </a:lnTo>
                <a:lnTo>
                  <a:pt x="552462" y="606145"/>
                </a:lnTo>
                <a:lnTo>
                  <a:pt x="564324" y="598144"/>
                </a:lnTo>
                <a:lnTo>
                  <a:pt x="572325" y="586270"/>
                </a:lnTo>
                <a:lnTo>
                  <a:pt x="572604" y="584898"/>
                </a:lnTo>
                <a:lnTo>
                  <a:pt x="575259" y="571766"/>
                </a:lnTo>
                <a:close/>
              </a:path>
              <a:path extrusionOk="0" h="944879" w="1055370">
                <a:moveTo>
                  <a:pt x="669277" y="654024"/>
                </a:moveTo>
                <a:lnTo>
                  <a:pt x="669239" y="640867"/>
                </a:lnTo>
                <a:lnTo>
                  <a:pt x="663740" y="635368"/>
                </a:lnTo>
                <a:lnTo>
                  <a:pt x="639584" y="635368"/>
                </a:lnTo>
                <a:lnTo>
                  <a:pt x="639584" y="558825"/>
                </a:lnTo>
                <a:lnTo>
                  <a:pt x="657059" y="558825"/>
                </a:lnTo>
                <a:lnTo>
                  <a:pt x="663778" y="558825"/>
                </a:lnTo>
                <a:lnTo>
                  <a:pt x="669239" y="553326"/>
                </a:lnTo>
                <a:lnTo>
                  <a:pt x="669239" y="539953"/>
                </a:lnTo>
                <a:lnTo>
                  <a:pt x="663740" y="534454"/>
                </a:lnTo>
                <a:lnTo>
                  <a:pt x="590816" y="534454"/>
                </a:lnTo>
                <a:lnTo>
                  <a:pt x="585317" y="539953"/>
                </a:lnTo>
                <a:lnTo>
                  <a:pt x="585317" y="553326"/>
                </a:lnTo>
                <a:lnTo>
                  <a:pt x="590816" y="558825"/>
                </a:lnTo>
                <a:lnTo>
                  <a:pt x="615226" y="558825"/>
                </a:lnTo>
                <a:lnTo>
                  <a:pt x="615226" y="635368"/>
                </a:lnTo>
                <a:lnTo>
                  <a:pt x="590816" y="635368"/>
                </a:lnTo>
                <a:lnTo>
                  <a:pt x="585317" y="640867"/>
                </a:lnTo>
                <a:lnTo>
                  <a:pt x="585317" y="654024"/>
                </a:lnTo>
                <a:lnTo>
                  <a:pt x="590816" y="659523"/>
                </a:lnTo>
                <a:lnTo>
                  <a:pt x="620725" y="659523"/>
                </a:lnTo>
                <a:lnTo>
                  <a:pt x="627405" y="659523"/>
                </a:lnTo>
                <a:lnTo>
                  <a:pt x="634123" y="659523"/>
                </a:lnTo>
                <a:lnTo>
                  <a:pt x="657059" y="659523"/>
                </a:lnTo>
                <a:lnTo>
                  <a:pt x="663778" y="659523"/>
                </a:lnTo>
                <a:lnTo>
                  <a:pt x="669277" y="654024"/>
                </a:lnTo>
                <a:close/>
              </a:path>
              <a:path extrusionOk="0" h="944879" w="1055370">
                <a:moveTo>
                  <a:pt x="734580" y="597077"/>
                </a:moveTo>
                <a:lnTo>
                  <a:pt x="729107" y="549783"/>
                </a:lnTo>
                <a:lnTo>
                  <a:pt x="713524" y="506323"/>
                </a:lnTo>
                <a:lnTo>
                  <a:pt x="709942" y="500710"/>
                </a:lnTo>
                <a:lnTo>
                  <a:pt x="709942" y="596836"/>
                </a:lnTo>
                <a:lnTo>
                  <a:pt x="703414" y="645325"/>
                </a:lnTo>
                <a:lnTo>
                  <a:pt x="684999" y="688911"/>
                </a:lnTo>
                <a:lnTo>
                  <a:pt x="656450" y="725843"/>
                </a:lnTo>
                <a:lnTo>
                  <a:pt x="619506" y="754405"/>
                </a:lnTo>
                <a:lnTo>
                  <a:pt x="575919" y="772807"/>
                </a:lnTo>
                <a:lnTo>
                  <a:pt x="527443" y="779335"/>
                </a:lnTo>
                <a:lnTo>
                  <a:pt x="479044" y="772807"/>
                </a:lnTo>
                <a:lnTo>
                  <a:pt x="435483" y="754405"/>
                </a:lnTo>
                <a:lnTo>
                  <a:pt x="398526" y="725843"/>
                </a:lnTo>
                <a:lnTo>
                  <a:pt x="369938" y="688911"/>
                </a:lnTo>
                <a:lnTo>
                  <a:pt x="351485" y="645325"/>
                </a:lnTo>
                <a:lnTo>
                  <a:pt x="344970" y="597077"/>
                </a:lnTo>
                <a:lnTo>
                  <a:pt x="344944" y="596836"/>
                </a:lnTo>
                <a:lnTo>
                  <a:pt x="351485" y="548436"/>
                </a:lnTo>
                <a:lnTo>
                  <a:pt x="369938" y="504875"/>
                </a:lnTo>
                <a:lnTo>
                  <a:pt x="398526" y="467944"/>
                </a:lnTo>
                <a:lnTo>
                  <a:pt x="435546" y="439331"/>
                </a:lnTo>
                <a:lnTo>
                  <a:pt x="479183" y="420878"/>
                </a:lnTo>
                <a:lnTo>
                  <a:pt x="527685" y="414337"/>
                </a:lnTo>
                <a:lnTo>
                  <a:pt x="576160" y="420878"/>
                </a:lnTo>
                <a:lnTo>
                  <a:pt x="619747" y="439331"/>
                </a:lnTo>
                <a:lnTo>
                  <a:pt x="656678" y="467944"/>
                </a:lnTo>
                <a:lnTo>
                  <a:pt x="685177" y="504875"/>
                </a:lnTo>
                <a:lnTo>
                  <a:pt x="703516" y="548436"/>
                </a:lnTo>
                <a:lnTo>
                  <a:pt x="709942" y="596836"/>
                </a:lnTo>
                <a:lnTo>
                  <a:pt x="709942" y="500710"/>
                </a:lnTo>
                <a:lnTo>
                  <a:pt x="689076" y="467944"/>
                </a:lnTo>
                <a:lnTo>
                  <a:pt x="657009" y="435914"/>
                </a:lnTo>
                <a:lnTo>
                  <a:pt x="623100" y="414337"/>
                </a:lnTo>
                <a:lnTo>
                  <a:pt x="575068" y="395897"/>
                </a:lnTo>
                <a:lnTo>
                  <a:pt x="527685" y="390423"/>
                </a:lnTo>
                <a:lnTo>
                  <a:pt x="480263" y="395897"/>
                </a:lnTo>
                <a:lnTo>
                  <a:pt x="436702" y="411480"/>
                </a:lnTo>
                <a:lnTo>
                  <a:pt x="398272" y="435914"/>
                </a:lnTo>
                <a:lnTo>
                  <a:pt x="366229" y="467944"/>
                </a:lnTo>
                <a:lnTo>
                  <a:pt x="342696" y="504875"/>
                </a:lnTo>
                <a:lnTo>
                  <a:pt x="326720" y="548436"/>
                </a:lnTo>
                <a:lnTo>
                  <a:pt x="320814" y="596836"/>
                </a:lnTo>
                <a:lnTo>
                  <a:pt x="320789" y="597077"/>
                </a:lnTo>
                <a:lnTo>
                  <a:pt x="326263" y="644372"/>
                </a:lnTo>
                <a:lnTo>
                  <a:pt x="341845" y="687844"/>
                </a:lnTo>
                <a:lnTo>
                  <a:pt x="366293" y="726211"/>
                </a:lnTo>
                <a:lnTo>
                  <a:pt x="398348" y="758240"/>
                </a:lnTo>
                <a:lnTo>
                  <a:pt x="436765" y="782675"/>
                </a:lnTo>
                <a:lnTo>
                  <a:pt x="480301" y="798258"/>
                </a:lnTo>
                <a:lnTo>
                  <a:pt x="527685" y="803732"/>
                </a:lnTo>
                <a:lnTo>
                  <a:pt x="574979" y="798258"/>
                </a:lnTo>
                <a:lnTo>
                  <a:pt x="618451" y="782675"/>
                </a:lnTo>
                <a:lnTo>
                  <a:pt x="623697" y="779335"/>
                </a:lnTo>
                <a:lnTo>
                  <a:pt x="656831" y="758240"/>
                </a:lnTo>
                <a:lnTo>
                  <a:pt x="688898" y="726211"/>
                </a:lnTo>
                <a:lnTo>
                  <a:pt x="713371" y="687844"/>
                </a:lnTo>
                <a:lnTo>
                  <a:pt x="729018" y="644372"/>
                </a:lnTo>
                <a:lnTo>
                  <a:pt x="734580" y="597077"/>
                </a:lnTo>
                <a:close/>
              </a:path>
              <a:path extrusionOk="0" h="944879" w="1055370">
                <a:moveTo>
                  <a:pt x="1055077" y="429590"/>
                </a:moveTo>
                <a:lnTo>
                  <a:pt x="1051090" y="395592"/>
                </a:lnTo>
                <a:lnTo>
                  <a:pt x="1040790" y="363385"/>
                </a:lnTo>
                <a:lnTo>
                  <a:pt x="1031163" y="345935"/>
                </a:lnTo>
                <a:lnTo>
                  <a:pt x="1031163" y="429691"/>
                </a:lnTo>
                <a:lnTo>
                  <a:pt x="1029182" y="460146"/>
                </a:lnTo>
                <a:lnTo>
                  <a:pt x="1009421" y="513384"/>
                </a:lnTo>
                <a:lnTo>
                  <a:pt x="966025" y="556323"/>
                </a:lnTo>
                <a:lnTo>
                  <a:pt x="900633" y="581393"/>
                </a:lnTo>
                <a:lnTo>
                  <a:pt x="875423" y="583615"/>
                </a:lnTo>
                <a:lnTo>
                  <a:pt x="875423" y="531075"/>
                </a:lnTo>
                <a:lnTo>
                  <a:pt x="869924" y="525576"/>
                </a:lnTo>
                <a:lnTo>
                  <a:pt x="851052" y="525576"/>
                </a:lnTo>
                <a:lnTo>
                  <a:pt x="851052" y="549490"/>
                </a:lnTo>
                <a:lnTo>
                  <a:pt x="851052" y="644207"/>
                </a:lnTo>
                <a:lnTo>
                  <a:pt x="791743" y="644207"/>
                </a:lnTo>
                <a:lnTo>
                  <a:pt x="786688" y="648271"/>
                </a:lnTo>
                <a:lnTo>
                  <a:pt x="785507" y="653770"/>
                </a:lnTo>
                <a:lnTo>
                  <a:pt x="779513" y="676224"/>
                </a:lnTo>
                <a:lnTo>
                  <a:pt x="771575" y="697992"/>
                </a:lnTo>
                <a:lnTo>
                  <a:pt x="761758" y="718985"/>
                </a:lnTo>
                <a:lnTo>
                  <a:pt x="750112" y="739152"/>
                </a:lnTo>
                <a:lnTo>
                  <a:pt x="747014" y="743966"/>
                </a:lnTo>
                <a:lnTo>
                  <a:pt x="747712" y="750163"/>
                </a:lnTo>
                <a:lnTo>
                  <a:pt x="789825" y="792276"/>
                </a:lnTo>
                <a:lnTo>
                  <a:pt x="722858" y="859243"/>
                </a:lnTo>
                <a:lnTo>
                  <a:pt x="708964" y="845362"/>
                </a:lnTo>
                <a:lnTo>
                  <a:pt x="680732" y="817130"/>
                </a:lnTo>
                <a:lnTo>
                  <a:pt x="674509" y="816432"/>
                </a:lnTo>
                <a:lnTo>
                  <a:pt x="628573" y="841006"/>
                </a:lnTo>
                <a:lnTo>
                  <a:pt x="584352" y="854925"/>
                </a:lnTo>
                <a:lnTo>
                  <a:pt x="578612" y="856145"/>
                </a:lnTo>
                <a:lnTo>
                  <a:pt x="574789" y="860920"/>
                </a:lnTo>
                <a:lnTo>
                  <a:pt x="574789" y="920470"/>
                </a:lnTo>
                <a:lnTo>
                  <a:pt x="480314" y="920470"/>
                </a:lnTo>
                <a:lnTo>
                  <a:pt x="480174" y="890054"/>
                </a:lnTo>
                <a:lnTo>
                  <a:pt x="480072" y="861618"/>
                </a:lnTo>
                <a:lnTo>
                  <a:pt x="475996" y="856564"/>
                </a:lnTo>
                <a:lnTo>
                  <a:pt x="470496" y="855383"/>
                </a:lnTo>
                <a:lnTo>
                  <a:pt x="448043" y="849388"/>
                </a:lnTo>
                <a:lnTo>
                  <a:pt x="435749" y="844905"/>
                </a:lnTo>
                <a:lnTo>
                  <a:pt x="426288" y="841463"/>
                </a:lnTo>
                <a:lnTo>
                  <a:pt x="405282" y="831646"/>
                </a:lnTo>
                <a:lnTo>
                  <a:pt x="385114" y="819988"/>
                </a:lnTo>
                <a:lnTo>
                  <a:pt x="380314" y="816889"/>
                </a:lnTo>
                <a:lnTo>
                  <a:pt x="374116" y="817587"/>
                </a:lnTo>
                <a:lnTo>
                  <a:pt x="332003" y="859701"/>
                </a:lnTo>
                <a:lnTo>
                  <a:pt x="265036" y="792734"/>
                </a:lnTo>
                <a:lnTo>
                  <a:pt x="307149" y="750608"/>
                </a:lnTo>
                <a:lnTo>
                  <a:pt x="307848" y="744385"/>
                </a:lnTo>
                <a:lnTo>
                  <a:pt x="283273" y="698449"/>
                </a:lnTo>
                <a:lnTo>
                  <a:pt x="269341" y="654227"/>
                </a:lnTo>
                <a:lnTo>
                  <a:pt x="268135" y="648728"/>
                </a:lnTo>
                <a:lnTo>
                  <a:pt x="263359" y="644664"/>
                </a:lnTo>
                <a:lnTo>
                  <a:pt x="203809" y="644664"/>
                </a:lnTo>
                <a:lnTo>
                  <a:pt x="203809" y="603973"/>
                </a:lnTo>
                <a:lnTo>
                  <a:pt x="204254" y="603529"/>
                </a:lnTo>
                <a:lnTo>
                  <a:pt x="204254" y="590156"/>
                </a:lnTo>
                <a:lnTo>
                  <a:pt x="203809" y="589711"/>
                </a:lnTo>
                <a:lnTo>
                  <a:pt x="203809" y="549948"/>
                </a:lnTo>
                <a:lnTo>
                  <a:pt x="263118" y="549948"/>
                </a:lnTo>
                <a:lnTo>
                  <a:pt x="268160" y="545871"/>
                </a:lnTo>
                <a:lnTo>
                  <a:pt x="283273" y="496163"/>
                </a:lnTo>
                <a:lnTo>
                  <a:pt x="304749" y="454990"/>
                </a:lnTo>
                <a:lnTo>
                  <a:pt x="307835" y="450215"/>
                </a:lnTo>
                <a:lnTo>
                  <a:pt x="307797" y="449770"/>
                </a:lnTo>
                <a:lnTo>
                  <a:pt x="307149" y="443992"/>
                </a:lnTo>
                <a:lnTo>
                  <a:pt x="265036" y="401878"/>
                </a:lnTo>
                <a:lnTo>
                  <a:pt x="332003" y="334911"/>
                </a:lnTo>
                <a:lnTo>
                  <a:pt x="374116" y="377024"/>
                </a:lnTo>
                <a:lnTo>
                  <a:pt x="380339" y="377723"/>
                </a:lnTo>
                <a:lnTo>
                  <a:pt x="385114" y="374624"/>
                </a:lnTo>
                <a:lnTo>
                  <a:pt x="405282" y="362966"/>
                </a:lnTo>
                <a:lnTo>
                  <a:pt x="448043" y="345224"/>
                </a:lnTo>
                <a:lnTo>
                  <a:pt x="476110" y="338035"/>
                </a:lnTo>
                <a:lnTo>
                  <a:pt x="478726" y="334911"/>
                </a:lnTo>
                <a:lnTo>
                  <a:pt x="480072" y="333235"/>
                </a:lnTo>
                <a:lnTo>
                  <a:pt x="480072" y="273685"/>
                </a:lnTo>
                <a:lnTo>
                  <a:pt x="574789" y="273685"/>
                </a:lnTo>
                <a:lnTo>
                  <a:pt x="574789" y="332994"/>
                </a:lnTo>
                <a:lnTo>
                  <a:pt x="578853" y="338035"/>
                </a:lnTo>
                <a:lnTo>
                  <a:pt x="584352" y="339217"/>
                </a:lnTo>
                <a:lnTo>
                  <a:pt x="606793" y="345224"/>
                </a:lnTo>
                <a:lnTo>
                  <a:pt x="628561" y="353148"/>
                </a:lnTo>
                <a:lnTo>
                  <a:pt x="649554" y="362966"/>
                </a:lnTo>
                <a:lnTo>
                  <a:pt x="669734" y="374624"/>
                </a:lnTo>
                <a:lnTo>
                  <a:pt x="674535" y="377723"/>
                </a:lnTo>
                <a:lnTo>
                  <a:pt x="680732" y="377024"/>
                </a:lnTo>
                <a:lnTo>
                  <a:pt x="684809" y="372948"/>
                </a:lnTo>
                <a:lnTo>
                  <a:pt x="708406" y="349072"/>
                </a:lnTo>
                <a:lnTo>
                  <a:pt x="722858" y="334454"/>
                </a:lnTo>
                <a:lnTo>
                  <a:pt x="789825" y="401421"/>
                </a:lnTo>
                <a:lnTo>
                  <a:pt x="747712" y="443534"/>
                </a:lnTo>
                <a:lnTo>
                  <a:pt x="747014" y="449770"/>
                </a:lnTo>
                <a:lnTo>
                  <a:pt x="771575" y="495706"/>
                </a:lnTo>
                <a:lnTo>
                  <a:pt x="785507" y="539915"/>
                </a:lnTo>
                <a:lnTo>
                  <a:pt x="786726" y="545414"/>
                </a:lnTo>
                <a:lnTo>
                  <a:pt x="791489" y="549490"/>
                </a:lnTo>
                <a:lnTo>
                  <a:pt x="851052" y="549490"/>
                </a:lnTo>
                <a:lnTo>
                  <a:pt x="851052" y="525576"/>
                </a:lnTo>
                <a:lnTo>
                  <a:pt x="807021" y="525576"/>
                </a:lnTo>
                <a:lnTo>
                  <a:pt x="801293" y="506031"/>
                </a:lnTo>
                <a:lnTo>
                  <a:pt x="794131" y="486905"/>
                </a:lnTo>
                <a:lnTo>
                  <a:pt x="785596" y="468274"/>
                </a:lnTo>
                <a:lnTo>
                  <a:pt x="775690" y="450215"/>
                </a:lnTo>
                <a:lnTo>
                  <a:pt x="815644" y="410260"/>
                </a:lnTo>
                <a:lnTo>
                  <a:pt x="818057" y="407898"/>
                </a:lnTo>
                <a:lnTo>
                  <a:pt x="819238" y="404761"/>
                </a:lnTo>
                <a:lnTo>
                  <a:pt x="819238" y="398322"/>
                </a:lnTo>
                <a:lnTo>
                  <a:pt x="817803" y="395224"/>
                </a:lnTo>
                <a:lnTo>
                  <a:pt x="757047" y="334454"/>
                </a:lnTo>
                <a:lnTo>
                  <a:pt x="731697" y="309105"/>
                </a:lnTo>
                <a:lnTo>
                  <a:pt x="729322" y="306705"/>
                </a:lnTo>
                <a:lnTo>
                  <a:pt x="726198" y="305523"/>
                </a:lnTo>
                <a:lnTo>
                  <a:pt x="719759" y="305523"/>
                </a:lnTo>
                <a:lnTo>
                  <a:pt x="716648" y="306946"/>
                </a:lnTo>
                <a:lnTo>
                  <a:pt x="674535" y="349072"/>
                </a:lnTo>
                <a:lnTo>
                  <a:pt x="656691" y="339217"/>
                </a:lnTo>
                <a:lnTo>
                  <a:pt x="638213" y="330708"/>
                </a:lnTo>
                <a:lnTo>
                  <a:pt x="619137" y="323570"/>
                </a:lnTo>
                <a:lnTo>
                  <a:pt x="599186" y="317741"/>
                </a:lnTo>
                <a:lnTo>
                  <a:pt x="599186" y="273685"/>
                </a:lnTo>
                <a:lnTo>
                  <a:pt x="599186" y="254838"/>
                </a:lnTo>
                <a:lnTo>
                  <a:pt x="593890" y="249339"/>
                </a:lnTo>
                <a:lnTo>
                  <a:pt x="461657" y="249339"/>
                </a:lnTo>
                <a:lnTo>
                  <a:pt x="456158" y="254838"/>
                </a:lnTo>
                <a:lnTo>
                  <a:pt x="456158" y="317741"/>
                </a:lnTo>
                <a:lnTo>
                  <a:pt x="436613" y="323570"/>
                </a:lnTo>
                <a:lnTo>
                  <a:pt x="417487" y="330708"/>
                </a:lnTo>
                <a:lnTo>
                  <a:pt x="398818" y="339217"/>
                </a:lnTo>
                <a:lnTo>
                  <a:pt x="380796" y="349072"/>
                </a:lnTo>
                <a:lnTo>
                  <a:pt x="366636" y="334911"/>
                </a:lnTo>
                <a:lnTo>
                  <a:pt x="340842" y="309105"/>
                </a:lnTo>
                <a:lnTo>
                  <a:pt x="338467" y="306705"/>
                </a:lnTo>
                <a:lnTo>
                  <a:pt x="335343" y="305523"/>
                </a:lnTo>
                <a:lnTo>
                  <a:pt x="328904" y="305523"/>
                </a:lnTo>
                <a:lnTo>
                  <a:pt x="325805" y="306946"/>
                </a:lnTo>
                <a:lnTo>
                  <a:pt x="239687" y="393065"/>
                </a:lnTo>
                <a:lnTo>
                  <a:pt x="234924" y="397624"/>
                </a:lnTo>
                <a:lnTo>
                  <a:pt x="234924" y="405282"/>
                </a:lnTo>
                <a:lnTo>
                  <a:pt x="279641" y="450011"/>
                </a:lnTo>
                <a:lnTo>
                  <a:pt x="269735" y="467944"/>
                </a:lnTo>
                <a:lnTo>
                  <a:pt x="261200" y="486524"/>
                </a:lnTo>
                <a:lnTo>
                  <a:pt x="254050" y="505688"/>
                </a:lnTo>
                <a:lnTo>
                  <a:pt x="248323" y="525360"/>
                </a:lnTo>
                <a:lnTo>
                  <a:pt x="185420" y="525360"/>
                </a:lnTo>
                <a:lnTo>
                  <a:pt x="179920" y="530860"/>
                </a:lnTo>
                <a:lnTo>
                  <a:pt x="179920" y="583590"/>
                </a:lnTo>
                <a:lnTo>
                  <a:pt x="154686" y="581355"/>
                </a:lnTo>
                <a:lnTo>
                  <a:pt x="89230" y="556310"/>
                </a:lnTo>
                <a:lnTo>
                  <a:pt x="45961" y="513334"/>
                </a:lnTo>
                <a:lnTo>
                  <a:pt x="26250" y="460159"/>
                </a:lnTo>
                <a:lnTo>
                  <a:pt x="24155" y="429717"/>
                </a:lnTo>
                <a:lnTo>
                  <a:pt x="32702" y="382854"/>
                </a:lnTo>
                <a:lnTo>
                  <a:pt x="54635" y="342099"/>
                </a:lnTo>
                <a:lnTo>
                  <a:pt x="87464" y="309905"/>
                </a:lnTo>
                <a:lnTo>
                  <a:pt x="128701" y="288785"/>
                </a:lnTo>
                <a:lnTo>
                  <a:pt x="175806" y="281190"/>
                </a:lnTo>
                <a:lnTo>
                  <a:pt x="184200" y="281190"/>
                </a:lnTo>
                <a:lnTo>
                  <a:pt x="192303" y="281673"/>
                </a:lnTo>
                <a:lnTo>
                  <a:pt x="204038" y="283806"/>
                </a:lnTo>
                <a:lnTo>
                  <a:pt x="207619" y="282625"/>
                </a:lnTo>
                <a:lnTo>
                  <a:pt x="212915" y="278307"/>
                </a:lnTo>
                <a:lnTo>
                  <a:pt x="214579" y="274967"/>
                </a:lnTo>
                <a:lnTo>
                  <a:pt x="214579" y="271373"/>
                </a:lnTo>
                <a:lnTo>
                  <a:pt x="225107" y="222618"/>
                </a:lnTo>
                <a:lnTo>
                  <a:pt x="252526" y="182778"/>
                </a:lnTo>
                <a:lnTo>
                  <a:pt x="292722" y="155892"/>
                </a:lnTo>
                <a:lnTo>
                  <a:pt x="341591" y="146037"/>
                </a:lnTo>
                <a:lnTo>
                  <a:pt x="369074" y="149059"/>
                </a:lnTo>
                <a:lnTo>
                  <a:pt x="394970" y="157835"/>
                </a:lnTo>
                <a:lnTo>
                  <a:pt x="418388" y="171970"/>
                </a:lnTo>
                <a:lnTo>
                  <a:pt x="438467" y="191008"/>
                </a:lnTo>
                <a:lnTo>
                  <a:pt x="441566" y="194589"/>
                </a:lnTo>
                <a:lnTo>
                  <a:pt x="446328" y="196024"/>
                </a:lnTo>
                <a:lnTo>
                  <a:pt x="455422" y="193408"/>
                </a:lnTo>
                <a:lnTo>
                  <a:pt x="458762" y="189572"/>
                </a:lnTo>
                <a:lnTo>
                  <a:pt x="459486" y="185026"/>
                </a:lnTo>
                <a:lnTo>
                  <a:pt x="472186" y="140589"/>
                </a:lnTo>
                <a:lnTo>
                  <a:pt x="494258" y="101587"/>
                </a:lnTo>
                <a:lnTo>
                  <a:pt x="524357" y="69202"/>
                </a:lnTo>
                <a:lnTo>
                  <a:pt x="561086" y="44627"/>
                </a:lnTo>
                <a:lnTo>
                  <a:pt x="603072" y="29006"/>
                </a:lnTo>
                <a:lnTo>
                  <a:pt x="648944" y="23545"/>
                </a:lnTo>
                <a:lnTo>
                  <a:pt x="692861" y="28625"/>
                </a:lnTo>
                <a:lnTo>
                  <a:pt x="733209" y="43078"/>
                </a:lnTo>
                <a:lnTo>
                  <a:pt x="768832" y="65760"/>
                </a:lnTo>
                <a:lnTo>
                  <a:pt x="798563" y="95491"/>
                </a:lnTo>
                <a:lnTo>
                  <a:pt x="821232" y="131114"/>
                </a:lnTo>
                <a:lnTo>
                  <a:pt x="835698" y="171462"/>
                </a:lnTo>
                <a:lnTo>
                  <a:pt x="840765" y="215379"/>
                </a:lnTo>
                <a:lnTo>
                  <a:pt x="840282" y="228993"/>
                </a:lnTo>
                <a:lnTo>
                  <a:pt x="838822" y="242544"/>
                </a:lnTo>
                <a:lnTo>
                  <a:pt x="836434" y="255955"/>
                </a:lnTo>
                <a:lnTo>
                  <a:pt x="832142" y="273507"/>
                </a:lnTo>
                <a:lnTo>
                  <a:pt x="833081" y="277825"/>
                </a:lnTo>
                <a:lnTo>
                  <a:pt x="838860" y="284022"/>
                </a:lnTo>
                <a:lnTo>
                  <a:pt x="843381" y="285445"/>
                </a:lnTo>
                <a:lnTo>
                  <a:pt x="847458" y="284505"/>
                </a:lnTo>
                <a:lnTo>
                  <a:pt x="855408" y="283070"/>
                </a:lnTo>
                <a:lnTo>
                  <a:pt x="863409" y="282016"/>
                </a:lnTo>
                <a:lnTo>
                  <a:pt x="871448" y="281381"/>
                </a:lnTo>
                <a:lnTo>
                  <a:pt x="879513" y="281165"/>
                </a:lnTo>
                <a:lnTo>
                  <a:pt x="926541" y="288734"/>
                </a:lnTo>
                <a:lnTo>
                  <a:pt x="967752" y="309816"/>
                </a:lnTo>
                <a:lnTo>
                  <a:pt x="1000633" y="341960"/>
                </a:lnTo>
                <a:lnTo>
                  <a:pt x="1022616" y="382739"/>
                </a:lnTo>
                <a:lnTo>
                  <a:pt x="1031163" y="429691"/>
                </a:lnTo>
                <a:lnTo>
                  <a:pt x="1031163" y="345935"/>
                </a:lnTo>
                <a:lnTo>
                  <a:pt x="1002449" y="307594"/>
                </a:lnTo>
                <a:lnTo>
                  <a:pt x="945896" y="270370"/>
                </a:lnTo>
                <a:lnTo>
                  <a:pt x="879271" y="257365"/>
                </a:lnTo>
                <a:lnTo>
                  <a:pt x="866838" y="257581"/>
                </a:lnTo>
                <a:lnTo>
                  <a:pt x="860615" y="258305"/>
                </a:lnTo>
                <a:lnTo>
                  <a:pt x="862507" y="247827"/>
                </a:lnTo>
                <a:lnTo>
                  <a:pt x="863866" y="237236"/>
                </a:lnTo>
                <a:lnTo>
                  <a:pt x="864666" y="226593"/>
                </a:lnTo>
                <a:lnTo>
                  <a:pt x="864933" y="215988"/>
                </a:lnTo>
                <a:lnTo>
                  <a:pt x="859231" y="166509"/>
                </a:lnTo>
                <a:lnTo>
                  <a:pt x="842949" y="121069"/>
                </a:lnTo>
                <a:lnTo>
                  <a:pt x="817435" y="80962"/>
                </a:lnTo>
                <a:lnTo>
                  <a:pt x="783971" y="47498"/>
                </a:lnTo>
                <a:lnTo>
                  <a:pt x="743864" y="21983"/>
                </a:lnTo>
                <a:lnTo>
                  <a:pt x="698423" y="5715"/>
                </a:lnTo>
                <a:lnTo>
                  <a:pt x="648944" y="0"/>
                </a:lnTo>
                <a:lnTo>
                  <a:pt x="610641" y="3403"/>
                </a:lnTo>
                <a:lnTo>
                  <a:pt x="573836" y="13423"/>
                </a:lnTo>
                <a:lnTo>
                  <a:pt x="539356" y="29768"/>
                </a:lnTo>
                <a:lnTo>
                  <a:pt x="508050" y="52146"/>
                </a:lnTo>
                <a:lnTo>
                  <a:pt x="466026" y="100888"/>
                </a:lnTo>
                <a:lnTo>
                  <a:pt x="440347" y="159308"/>
                </a:lnTo>
                <a:lnTo>
                  <a:pt x="418528" y="143573"/>
                </a:lnTo>
                <a:lnTo>
                  <a:pt x="394335" y="132029"/>
                </a:lnTo>
                <a:lnTo>
                  <a:pt x="368401" y="124917"/>
                </a:lnTo>
                <a:lnTo>
                  <a:pt x="341325" y="122491"/>
                </a:lnTo>
                <a:lnTo>
                  <a:pt x="311899" y="125323"/>
                </a:lnTo>
                <a:lnTo>
                  <a:pt x="258114" y="147320"/>
                </a:lnTo>
                <a:lnTo>
                  <a:pt x="218033" y="186004"/>
                </a:lnTo>
                <a:lnTo>
                  <a:pt x="195745" y="232498"/>
                </a:lnTo>
                <a:lnTo>
                  <a:pt x="190881" y="258127"/>
                </a:lnTo>
                <a:lnTo>
                  <a:pt x="185864" y="257644"/>
                </a:lnTo>
                <a:lnTo>
                  <a:pt x="141643" y="260667"/>
                </a:lnTo>
                <a:lnTo>
                  <a:pt x="79286" y="286042"/>
                </a:lnTo>
                <a:lnTo>
                  <a:pt x="30607" y="333921"/>
                </a:lnTo>
                <a:lnTo>
                  <a:pt x="3975" y="395668"/>
                </a:lnTo>
                <a:lnTo>
                  <a:pt x="0" y="429628"/>
                </a:lnTo>
                <a:lnTo>
                  <a:pt x="2438" y="464845"/>
                </a:lnTo>
                <a:lnTo>
                  <a:pt x="25692" y="526757"/>
                </a:lnTo>
                <a:lnTo>
                  <a:pt x="75679" y="576529"/>
                </a:lnTo>
                <a:lnTo>
                  <a:pt x="110680" y="594245"/>
                </a:lnTo>
                <a:lnTo>
                  <a:pt x="149898" y="605243"/>
                </a:lnTo>
                <a:lnTo>
                  <a:pt x="179920" y="607949"/>
                </a:lnTo>
                <a:lnTo>
                  <a:pt x="179920" y="663105"/>
                </a:lnTo>
                <a:lnTo>
                  <a:pt x="185420" y="668604"/>
                </a:lnTo>
                <a:lnTo>
                  <a:pt x="248323" y="668604"/>
                </a:lnTo>
                <a:lnTo>
                  <a:pt x="254050" y="688149"/>
                </a:lnTo>
                <a:lnTo>
                  <a:pt x="261200" y="707275"/>
                </a:lnTo>
                <a:lnTo>
                  <a:pt x="269735" y="725906"/>
                </a:lnTo>
                <a:lnTo>
                  <a:pt x="279641" y="743966"/>
                </a:lnTo>
                <a:lnTo>
                  <a:pt x="239687" y="783920"/>
                </a:lnTo>
                <a:lnTo>
                  <a:pt x="234924" y="788479"/>
                </a:lnTo>
                <a:lnTo>
                  <a:pt x="234924" y="796137"/>
                </a:lnTo>
                <a:lnTo>
                  <a:pt x="323646" y="884859"/>
                </a:lnTo>
                <a:lnTo>
                  <a:pt x="328206" y="889635"/>
                </a:lnTo>
                <a:lnTo>
                  <a:pt x="335864" y="889635"/>
                </a:lnTo>
                <a:lnTo>
                  <a:pt x="365798" y="859701"/>
                </a:lnTo>
                <a:lnTo>
                  <a:pt x="380593" y="844905"/>
                </a:lnTo>
                <a:lnTo>
                  <a:pt x="398780" y="854925"/>
                </a:lnTo>
                <a:lnTo>
                  <a:pt x="417106" y="863346"/>
                </a:lnTo>
                <a:lnTo>
                  <a:pt x="436257" y="870496"/>
                </a:lnTo>
                <a:lnTo>
                  <a:pt x="455942" y="876223"/>
                </a:lnTo>
                <a:lnTo>
                  <a:pt x="455942" y="939126"/>
                </a:lnTo>
                <a:lnTo>
                  <a:pt x="461441" y="944626"/>
                </a:lnTo>
                <a:lnTo>
                  <a:pt x="593686" y="944626"/>
                </a:lnTo>
                <a:lnTo>
                  <a:pt x="598944" y="939368"/>
                </a:lnTo>
                <a:lnTo>
                  <a:pt x="599186" y="932903"/>
                </a:lnTo>
                <a:lnTo>
                  <a:pt x="599186" y="920470"/>
                </a:lnTo>
                <a:lnTo>
                  <a:pt x="599186" y="876681"/>
                </a:lnTo>
                <a:lnTo>
                  <a:pt x="618832" y="870851"/>
                </a:lnTo>
                <a:lnTo>
                  <a:pt x="637946" y="863714"/>
                </a:lnTo>
                <a:lnTo>
                  <a:pt x="656513" y="855230"/>
                </a:lnTo>
                <a:lnTo>
                  <a:pt x="674535" y="845362"/>
                </a:lnTo>
                <a:lnTo>
                  <a:pt x="714463" y="885278"/>
                </a:lnTo>
                <a:lnTo>
                  <a:pt x="719023" y="890054"/>
                </a:lnTo>
                <a:lnTo>
                  <a:pt x="726681" y="890054"/>
                </a:lnTo>
                <a:lnTo>
                  <a:pt x="757491" y="859243"/>
                </a:lnTo>
                <a:lnTo>
                  <a:pt x="815403" y="801331"/>
                </a:lnTo>
                <a:lnTo>
                  <a:pt x="817803" y="798957"/>
                </a:lnTo>
                <a:lnTo>
                  <a:pt x="818883" y="796137"/>
                </a:lnTo>
                <a:lnTo>
                  <a:pt x="818997" y="789381"/>
                </a:lnTo>
                <a:lnTo>
                  <a:pt x="817562" y="786282"/>
                </a:lnTo>
                <a:lnTo>
                  <a:pt x="775449" y="744169"/>
                </a:lnTo>
                <a:lnTo>
                  <a:pt x="785342" y="726236"/>
                </a:lnTo>
                <a:lnTo>
                  <a:pt x="793889" y="707656"/>
                </a:lnTo>
                <a:lnTo>
                  <a:pt x="801039" y="688505"/>
                </a:lnTo>
                <a:lnTo>
                  <a:pt x="806780" y="668820"/>
                </a:lnTo>
                <a:lnTo>
                  <a:pt x="869924" y="668820"/>
                </a:lnTo>
                <a:lnTo>
                  <a:pt x="875423" y="663321"/>
                </a:lnTo>
                <a:lnTo>
                  <a:pt x="875423" y="607961"/>
                </a:lnTo>
                <a:lnTo>
                  <a:pt x="905294" y="605269"/>
                </a:lnTo>
                <a:lnTo>
                  <a:pt x="944435" y="594271"/>
                </a:lnTo>
                <a:lnTo>
                  <a:pt x="979411" y="576529"/>
                </a:lnTo>
                <a:lnTo>
                  <a:pt x="1029398" y="526770"/>
                </a:lnTo>
                <a:lnTo>
                  <a:pt x="1052639" y="464908"/>
                </a:lnTo>
                <a:lnTo>
                  <a:pt x="1055077" y="42959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910183" y="1761127"/>
            <a:ext cx="1191768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Primeros pasos: flujo básico en Spark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3" name="Google Shape;243;p12"/>
          <p:cNvSpPr txBox="1"/>
          <p:nvPr>
            <p:ph type="title"/>
          </p:nvPr>
        </p:nvSpPr>
        <p:spPr>
          <a:xfrm>
            <a:off x="9617075" y="5050306"/>
            <a:ext cx="6916420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Manipulación y análisis de datos con Spark</a:t>
            </a:r>
            <a:endParaRPr sz="6500"/>
          </a:p>
        </p:txBody>
      </p:sp>
      <p:sp>
        <p:nvSpPr>
          <p:cNvPr id="244" name="Google Shape;244;p1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905513" y="6778543"/>
            <a:ext cx="14554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12.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12871970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93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8779" y="3449269"/>
                </a:lnTo>
                <a:lnTo>
                  <a:pt x="4448962" y="3410394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918194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80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6239" y="3451072"/>
                </a:lnTo>
                <a:lnTo>
                  <a:pt x="4443082" y="3417671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60" name="Google Shape;260;p1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13.</a:t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905494" y="1761127"/>
            <a:ext cx="7992109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DataFrames y Spark SQL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13121506" y="4309716"/>
            <a:ext cx="398272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Facilidad para exploración y agregación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44323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filtrar, agrupar y resumir información rápidamente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1167857" y="4309716"/>
            <a:ext cx="372808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895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Análisis eficiente con grandes volúmenes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DataFrames permiten manipular datos masivos de forma distribuida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895083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93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8779" y="3449269"/>
                </a:lnTo>
                <a:lnTo>
                  <a:pt x="4448962" y="3410394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7156897" y="5878617"/>
            <a:ext cx="3713479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Spark SQL facilita consultas complejas y limpias sobre los datos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156897" y="4309716"/>
            <a:ext cx="2876550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Operaciones SQL y transformaciones declarativas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12871970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918194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3380" y="3473246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3082" y="3418192"/>
                </a:lnTo>
                <a:lnTo>
                  <a:pt x="4472609" y="3370707"/>
                </a:lnTo>
                <a:lnTo>
                  <a:pt x="4487087" y="3316706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76" name="Google Shape;276;p14"/>
          <p:cNvSpPr txBox="1"/>
          <p:nvPr>
            <p:ph type="title"/>
          </p:nvPr>
        </p:nvSpPr>
        <p:spPr>
          <a:xfrm>
            <a:off x="905494" y="295405"/>
            <a:ext cx="65024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14.</a:t>
            </a:r>
            <a:endParaRPr/>
          </a:p>
        </p:txBody>
      </p:sp>
      <p:sp>
        <p:nvSpPr>
          <p:cNvPr id="277" name="Google Shape;277;p14"/>
          <p:cNvSpPr txBox="1"/>
          <p:nvPr/>
        </p:nvSpPr>
        <p:spPr>
          <a:xfrm>
            <a:off x="905494" y="1761127"/>
            <a:ext cx="1145603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Ejemplo práctico: análisis de ventas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13133784" y="5878357"/>
            <a:ext cx="3574415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Resultados ordenados de mayor a menor y visualización con show.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13121506" y="4309455"/>
            <a:ext cx="2474595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Ordenamiento y visualización de resultados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1167857" y="4309455"/>
            <a:ext cx="393509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Lectura eficiente de datos con Spark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69850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Carga de archivos CSV usando SparkSession y opciones de encabezado.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6895083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7156897" y="4309455"/>
            <a:ext cx="379666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8956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Agrupación y suma por categoría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Uso de groupBy y sum para calcular ventas totales por categoría.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Exploración de datos en Spark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Validación de tipos de datos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0223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Utiliza printSchema() para revisar la estructura y tipos de columnas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Inspección rápida de registros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1874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Emplea show() para visualizar los primeros registros del DataFrame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Estadísticas descriptivas básicas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38544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Aplica describe() para obtener métricas como media, mínimo y máximo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92" name="Google Shape;292;p1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905494" y="1761127"/>
            <a:ext cx="7390765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64770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Detección de nulos y calidad de datos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Conteo de nulos por columna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7526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Detectar columnas con valores faltantes usando funciones de Spark.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Prevención de errores en análisis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Identificar datos incompletos antes de realizar agregaciones.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Evitar sesgos y fallos posteriores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Reducir el riesgo de resultados incorrectos por datos faltantes.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298" name="Google Shape;2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81"/>
            <a:ext cx="8715756" cy="651103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02" name="Google Shape;302;p1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07" name="Google Shape;307;p17"/>
          <p:cNvSpPr txBox="1"/>
          <p:nvPr>
            <p:ph type="title"/>
          </p:nvPr>
        </p:nvSpPr>
        <p:spPr>
          <a:xfrm>
            <a:off x="9617075" y="5956991"/>
            <a:ext cx="7620634" cy="192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Data Lakes y formatos de datos</a:t>
            </a:r>
            <a:endParaRPr sz="6500"/>
          </a:p>
        </p:txBody>
      </p:sp>
      <p:sp>
        <p:nvSpPr>
          <p:cNvPr id="308" name="Google Shape;308;p17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905540" y="6778550"/>
            <a:ext cx="31266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17.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12872046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918270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2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6159" y="3054667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24" name="Google Shape;324;p18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905494" y="1761127"/>
            <a:ext cx="7058659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¿Qué es un data lake?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13121506" y="4515025"/>
            <a:ext cx="342646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Integración nativa con Apache Spark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9563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Spark lee y procesa datos directamente del data lake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1167857" y="4515025"/>
            <a:ext cx="382587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03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Almacén centralizado de datos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Guarda datos en bruto y curados en un solo lugar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6895158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7156897" y="4515025"/>
            <a:ext cx="378079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54659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Facilita el análisis con múltiples motores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Permite acceso desde Spark, SQL, y otras herramientas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/>
          <p:nvPr/>
        </p:nvSpPr>
        <p:spPr>
          <a:xfrm>
            <a:off x="905494" y="1761127"/>
            <a:ext cx="7028180" cy="553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Formatos de datos en data lakes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CSV y JSON: formatos de entrada simples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Ideales para ingestión inicial y compatibilidad amplia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Parquet y ORC: eficiencia analítica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Formatos columnares comprimidos para consultas rápidas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Delta Lake: valor agregado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Ofrece transaccionalidad y versionado sobre archivos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52" y="1887169"/>
            <a:ext cx="8715747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39" name="Google Shape;339;p1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f0d05b3a0_0_24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f0d05b3a0_0_240"/>
          <p:cNvSpPr txBox="1"/>
          <p:nvPr/>
        </p:nvSpPr>
        <p:spPr>
          <a:xfrm>
            <a:off x="9617075" y="333678"/>
            <a:ext cx="4013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46" name="Google Shape;346;g3cf0d05b3a0_0_240"/>
          <p:cNvSpPr txBox="1"/>
          <p:nvPr/>
        </p:nvSpPr>
        <p:spPr>
          <a:xfrm>
            <a:off x="16049358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47" name="Google Shape;347;g3cf0d05b3a0_0_240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</a:t>
            </a:r>
            <a:endParaRPr/>
          </a:p>
        </p:txBody>
      </p:sp>
      <p:pic>
        <p:nvPicPr>
          <p:cNvPr id="348" name="Google Shape;348;g3cf0d05b3a0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17145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/>
          <p:nvPr/>
        </p:nvSpPr>
        <p:spPr>
          <a:xfrm>
            <a:off x="12872046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918270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2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6159" y="3054667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58" name="Google Shape;358;p2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20.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905494" y="1761127"/>
            <a:ext cx="974852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Lectura y escritura en Parquet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3121506" y="4515025"/>
            <a:ext cx="3456304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29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Escritura particionada para análisis rápido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Particionamiento por año y mes mejora la eficiencia de consultas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1167857" y="4515025"/>
            <a:ext cx="3821429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81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Lectura eficiente desde data lakes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Uso de formato Parquet para cargar datos de gran volumen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895158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7156897" y="4515025"/>
            <a:ext cx="361759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1440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Transformación y limpieza de datos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Conversión de fechas y filtrado de valores nulos para calidad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/>
          <p:nvPr/>
        </p:nvSpPr>
        <p:spPr>
          <a:xfrm>
            <a:off x="905494" y="1761127"/>
            <a:ext cx="7586345" cy="288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Particionamiento: clave para el rendimiento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Organización eficiente de datos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Particionar por columnas como </a:t>
            </a:r>
            <a:r>
              <a:rPr b="1" lang="en-US" sz="2000">
                <a:solidFill>
                  <a:srgbClr val="2B57D9"/>
                </a:solidFill>
                <a:latin typeface="Book Antiqua"/>
                <a:ea typeface="Book Antiqua"/>
                <a:cs typeface="Book Antiqua"/>
                <a:sym typeface="Book Antiqua"/>
              </a:rPr>
              <a:t>fecha </a:t>
            </a: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mejora la selectividad.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905494" y="5000057"/>
            <a:ext cx="6648450" cy="229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Pruning de particiones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Permite leer solo los datos relevantes para la consulta.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SzPts val="2000"/>
              <a:buFont typeface="Garamond"/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Optimización del rendimiento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Reduce el volumen de datos leídos y acelera el análisis.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370" name="Google Shape;3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74" name="Google Shape;374;p2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 txBox="1"/>
          <p:nvPr/>
        </p:nvSpPr>
        <p:spPr>
          <a:xfrm>
            <a:off x="9617075" y="4143621"/>
            <a:ext cx="7214234" cy="3735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Century Gothic"/>
                <a:ea typeface="Century Gothic"/>
                <a:cs typeface="Century Gothic"/>
                <a:sym typeface="Century Gothic"/>
              </a:rPr>
              <a:t>Buenas prácticas y errores comunes en Spark</a:t>
            </a:r>
            <a:endParaRPr sz="6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905513" y="6778543"/>
            <a:ext cx="17221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22.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/>
          <p:nvPr/>
        </p:nvSpPr>
        <p:spPr>
          <a:xfrm>
            <a:off x="12904043" y="4814177"/>
            <a:ext cx="4798060" cy="2720340"/>
          </a:xfrm>
          <a:custGeom>
            <a:rect b="b" l="l" r="r" t="t"/>
            <a:pathLst>
              <a:path extrusionOk="0" h="2720340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8448" y="2645702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7133208" y="4814177"/>
            <a:ext cx="4798060" cy="2720340"/>
          </a:xfrm>
          <a:custGeom>
            <a:rect b="b" l="l" r="r" t="t"/>
            <a:pathLst>
              <a:path extrusionOk="0" h="2720340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6531" y="2648165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1362372" y="4814177"/>
            <a:ext cx="4798060" cy="2720340"/>
          </a:xfrm>
          <a:custGeom>
            <a:rect b="b" l="l" r="r" t="t"/>
            <a:pathLst>
              <a:path extrusionOk="0" h="2720340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6531" y="2648165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9617075" y="333678"/>
            <a:ext cx="53879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97" name="Google Shape;397;p23"/>
          <p:cNvSpPr txBox="1"/>
          <p:nvPr>
            <p:ph type="title"/>
          </p:nvPr>
        </p:nvSpPr>
        <p:spPr>
          <a:xfrm>
            <a:off x="905494" y="295405"/>
            <a:ext cx="69850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23.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905494" y="1761127"/>
            <a:ext cx="1235138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Buenas prácticas al trabajar con Spark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9" name="Google Shape;3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389" y="4284362"/>
            <a:ext cx="1113789" cy="1040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p23"/>
          <p:cNvGrpSpPr/>
          <p:nvPr/>
        </p:nvGrpSpPr>
        <p:grpSpPr>
          <a:xfrm>
            <a:off x="6698555" y="4284362"/>
            <a:ext cx="1113790" cy="1040765"/>
            <a:chOff x="6698555" y="4284362"/>
            <a:chExt cx="1113790" cy="1040765"/>
          </a:xfrm>
        </p:grpSpPr>
        <p:sp>
          <p:nvSpPr>
            <p:cNvPr id="401" name="Google Shape;401;p23"/>
            <p:cNvSpPr/>
            <p:nvPr/>
          </p:nvSpPr>
          <p:spPr>
            <a:xfrm>
              <a:off x="6698555" y="4284362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6895165" y="5083421"/>
              <a:ext cx="721360" cy="84455"/>
            </a:xfrm>
            <a:custGeom>
              <a:rect b="b" l="l" r="r" t="t"/>
              <a:pathLst>
                <a:path extrusionOk="0" h="84454" w="721359">
                  <a:moveTo>
                    <a:pt x="720750" y="0"/>
                  </a:moveTo>
                  <a:lnTo>
                    <a:pt x="444461" y="0"/>
                  </a:lnTo>
                  <a:lnTo>
                    <a:pt x="432447" y="24028"/>
                  </a:lnTo>
                  <a:lnTo>
                    <a:pt x="288302" y="24028"/>
                  </a:lnTo>
                  <a:lnTo>
                    <a:pt x="276288" y="0"/>
                  </a:lnTo>
                  <a:lnTo>
                    <a:pt x="0" y="0"/>
                  </a:lnTo>
                  <a:lnTo>
                    <a:pt x="0" y="36042"/>
                  </a:lnTo>
                  <a:lnTo>
                    <a:pt x="3776" y="54741"/>
                  </a:lnTo>
                  <a:lnTo>
                    <a:pt x="14073" y="70013"/>
                  </a:lnTo>
                  <a:lnTo>
                    <a:pt x="29344" y="80310"/>
                  </a:lnTo>
                  <a:lnTo>
                    <a:pt x="48044" y="84086"/>
                  </a:lnTo>
                  <a:lnTo>
                    <a:pt x="672693" y="84086"/>
                  </a:lnTo>
                  <a:lnTo>
                    <a:pt x="691400" y="80310"/>
                  </a:lnTo>
                  <a:lnTo>
                    <a:pt x="706675" y="70013"/>
                  </a:lnTo>
                  <a:lnTo>
                    <a:pt x="716974" y="54741"/>
                  </a:lnTo>
                  <a:lnTo>
                    <a:pt x="720750" y="36042"/>
                  </a:lnTo>
                  <a:lnTo>
                    <a:pt x="720750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3" name="Google Shape;40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55535" y="4446765"/>
              <a:ext cx="156159" cy="120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9243" y="4441788"/>
              <a:ext cx="113080" cy="161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3"/>
            <p:cNvSpPr/>
            <p:nvPr/>
          </p:nvSpPr>
          <p:spPr>
            <a:xfrm>
              <a:off x="6931203" y="4602937"/>
              <a:ext cx="661035" cy="492759"/>
            </a:xfrm>
            <a:custGeom>
              <a:rect b="b" l="l" r="r" t="t"/>
              <a:pathLst>
                <a:path extrusionOk="0" h="492760" w="661034">
                  <a:moveTo>
                    <a:pt x="660679" y="48044"/>
                  </a:moveTo>
                  <a:lnTo>
                    <a:pt x="656894" y="29349"/>
                  </a:lnTo>
                  <a:lnTo>
                    <a:pt x="646595" y="14071"/>
                  </a:lnTo>
                  <a:lnTo>
                    <a:pt x="631329" y="3784"/>
                  </a:lnTo>
                  <a:lnTo>
                    <a:pt x="612635" y="0"/>
                  </a:lnTo>
                  <a:lnTo>
                    <a:pt x="541210" y="0"/>
                  </a:lnTo>
                  <a:lnTo>
                    <a:pt x="536130" y="9309"/>
                  </a:lnTo>
                  <a:lnTo>
                    <a:pt x="530758" y="18415"/>
                  </a:lnTo>
                  <a:lnTo>
                    <a:pt x="525094" y="27330"/>
                  </a:lnTo>
                  <a:lnTo>
                    <a:pt x="519137" y="36029"/>
                  </a:lnTo>
                  <a:lnTo>
                    <a:pt x="612635" y="36029"/>
                  </a:lnTo>
                  <a:lnTo>
                    <a:pt x="612635" y="432447"/>
                  </a:lnTo>
                  <a:lnTo>
                    <a:pt x="48044" y="432447"/>
                  </a:lnTo>
                  <a:lnTo>
                    <a:pt x="48044" y="36029"/>
                  </a:lnTo>
                  <a:lnTo>
                    <a:pt x="489064" y="36029"/>
                  </a:lnTo>
                  <a:lnTo>
                    <a:pt x="240245" y="60058"/>
                  </a:lnTo>
                  <a:lnTo>
                    <a:pt x="240245" y="96100"/>
                  </a:lnTo>
                  <a:lnTo>
                    <a:pt x="240245" y="216217"/>
                  </a:lnTo>
                  <a:lnTo>
                    <a:pt x="216217" y="216217"/>
                  </a:lnTo>
                  <a:lnTo>
                    <a:pt x="216217" y="192189"/>
                  </a:lnTo>
                  <a:lnTo>
                    <a:pt x="240245" y="192189"/>
                  </a:lnTo>
                  <a:lnTo>
                    <a:pt x="240245" y="168173"/>
                  </a:lnTo>
                  <a:lnTo>
                    <a:pt x="192201" y="168173"/>
                  </a:lnTo>
                  <a:lnTo>
                    <a:pt x="192201" y="192189"/>
                  </a:lnTo>
                  <a:lnTo>
                    <a:pt x="192201" y="216217"/>
                  </a:lnTo>
                  <a:lnTo>
                    <a:pt x="168173" y="216217"/>
                  </a:lnTo>
                  <a:lnTo>
                    <a:pt x="168173" y="192189"/>
                  </a:lnTo>
                  <a:lnTo>
                    <a:pt x="192201" y="192189"/>
                  </a:lnTo>
                  <a:lnTo>
                    <a:pt x="192201" y="168173"/>
                  </a:lnTo>
                  <a:lnTo>
                    <a:pt x="144145" y="168173"/>
                  </a:lnTo>
                  <a:lnTo>
                    <a:pt x="144145" y="192189"/>
                  </a:lnTo>
                  <a:lnTo>
                    <a:pt x="144145" y="216217"/>
                  </a:lnTo>
                  <a:lnTo>
                    <a:pt x="120116" y="216217"/>
                  </a:lnTo>
                  <a:lnTo>
                    <a:pt x="120116" y="192189"/>
                  </a:lnTo>
                  <a:lnTo>
                    <a:pt x="144145" y="192189"/>
                  </a:lnTo>
                  <a:lnTo>
                    <a:pt x="144145" y="168173"/>
                  </a:lnTo>
                  <a:lnTo>
                    <a:pt x="120116" y="168173"/>
                  </a:lnTo>
                  <a:lnTo>
                    <a:pt x="120116" y="144145"/>
                  </a:lnTo>
                  <a:lnTo>
                    <a:pt x="240245" y="144145"/>
                  </a:lnTo>
                  <a:lnTo>
                    <a:pt x="240245" y="120129"/>
                  </a:lnTo>
                  <a:lnTo>
                    <a:pt x="120116" y="120129"/>
                  </a:lnTo>
                  <a:lnTo>
                    <a:pt x="120116" y="96100"/>
                  </a:lnTo>
                  <a:lnTo>
                    <a:pt x="240245" y="96100"/>
                  </a:lnTo>
                  <a:lnTo>
                    <a:pt x="240245" y="60058"/>
                  </a:lnTo>
                  <a:lnTo>
                    <a:pt x="72072" y="60058"/>
                  </a:lnTo>
                  <a:lnTo>
                    <a:pt x="72072" y="408419"/>
                  </a:lnTo>
                  <a:lnTo>
                    <a:pt x="96100" y="408419"/>
                  </a:lnTo>
                  <a:lnTo>
                    <a:pt x="96100" y="348361"/>
                  </a:lnTo>
                  <a:lnTo>
                    <a:pt x="120116" y="348361"/>
                  </a:lnTo>
                  <a:lnTo>
                    <a:pt x="120116" y="408419"/>
                  </a:lnTo>
                  <a:lnTo>
                    <a:pt x="144145" y="408419"/>
                  </a:lnTo>
                  <a:lnTo>
                    <a:pt x="144145" y="348361"/>
                  </a:lnTo>
                  <a:lnTo>
                    <a:pt x="144145" y="264274"/>
                  </a:lnTo>
                  <a:lnTo>
                    <a:pt x="168173" y="264274"/>
                  </a:lnTo>
                  <a:lnTo>
                    <a:pt x="168173" y="408419"/>
                  </a:lnTo>
                  <a:lnTo>
                    <a:pt x="192201" y="408419"/>
                  </a:lnTo>
                  <a:lnTo>
                    <a:pt x="192201" y="264274"/>
                  </a:lnTo>
                  <a:lnTo>
                    <a:pt x="192201" y="240245"/>
                  </a:lnTo>
                  <a:lnTo>
                    <a:pt x="216217" y="240245"/>
                  </a:lnTo>
                  <a:lnTo>
                    <a:pt x="216217" y="408419"/>
                  </a:lnTo>
                  <a:lnTo>
                    <a:pt x="240245" y="408419"/>
                  </a:lnTo>
                  <a:lnTo>
                    <a:pt x="240245" y="300304"/>
                  </a:lnTo>
                  <a:lnTo>
                    <a:pt x="264274" y="300304"/>
                  </a:lnTo>
                  <a:lnTo>
                    <a:pt x="264274" y="408419"/>
                  </a:lnTo>
                  <a:lnTo>
                    <a:pt x="288302" y="408419"/>
                  </a:lnTo>
                  <a:lnTo>
                    <a:pt x="288302" y="348361"/>
                  </a:lnTo>
                  <a:lnTo>
                    <a:pt x="312318" y="348361"/>
                  </a:lnTo>
                  <a:lnTo>
                    <a:pt x="312318" y="408419"/>
                  </a:lnTo>
                  <a:lnTo>
                    <a:pt x="336346" y="408419"/>
                  </a:lnTo>
                  <a:lnTo>
                    <a:pt x="336346" y="348361"/>
                  </a:lnTo>
                  <a:lnTo>
                    <a:pt x="336346" y="300304"/>
                  </a:lnTo>
                  <a:lnTo>
                    <a:pt x="336346" y="240245"/>
                  </a:lnTo>
                  <a:lnTo>
                    <a:pt x="336346" y="228231"/>
                  </a:lnTo>
                  <a:lnTo>
                    <a:pt x="360375" y="228231"/>
                  </a:lnTo>
                  <a:lnTo>
                    <a:pt x="360375" y="408419"/>
                  </a:lnTo>
                  <a:lnTo>
                    <a:pt x="384390" y="408419"/>
                  </a:lnTo>
                  <a:lnTo>
                    <a:pt x="384390" y="276288"/>
                  </a:lnTo>
                  <a:lnTo>
                    <a:pt x="408419" y="276288"/>
                  </a:lnTo>
                  <a:lnTo>
                    <a:pt x="408419" y="408419"/>
                  </a:lnTo>
                  <a:lnTo>
                    <a:pt x="432447" y="408419"/>
                  </a:lnTo>
                  <a:lnTo>
                    <a:pt x="432447" y="276288"/>
                  </a:lnTo>
                  <a:lnTo>
                    <a:pt x="432447" y="228231"/>
                  </a:lnTo>
                  <a:lnTo>
                    <a:pt x="432447" y="216217"/>
                  </a:lnTo>
                  <a:lnTo>
                    <a:pt x="432447" y="192189"/>
                  </a:lnTo>
                  <a:lnTo>
                    <a:pt x="432447" y="168173"/>
                  </a:lnTo>
                  <a:lnTo>
                    <a:pt x="456476" y="168173"/>
                  </a:lnTo>
                  <a:lnTo>
                    <a:pt x="456476" y="408419"/>
                  </a:lnTo>
                  <a:lnTo>
                    <a:pt x="480491" y="408419"/>
                  </a:lnTo>
                  <a:lnTo>
                    <a:pt x="480491" y="228231"/>
                  </a:lnTo>
                  <a:lnTo>
                    <a:pt x="504520" y="228231"/>
                  </a:lnTo>
                  <a:lnTo>
                    <a:pt x="504520" y="408419"/>
                  </a:lnTo>
                  <a:lnTo>
                    <a:pt x="528548" y="408419"/>
                  </a:lnTo>
                  <a:lnTo>
                    <a:pt x="528548" y="228231"/>
                  </a:lnTo>
                  <a:lnTo>
                    <a:pt x="528548" y="108102"/>
                  </a:lnTo>
                  <a:lnTo>
                    <a:pt x="552564" y="108102"/>
                  </a:lnTo>
                  <a:lnTo>
                    <a:pt x="552564" y="408419"/>
                  </a:lnTo>
                  <a:lnTo>
                    <a:pt x="588606" y="408419"/>
                  </a:lnTo>
                  <a:lnTo>
                    <a:pt x="588606" y="108102"/>
                  </a:lnTo>
                  <a:lnTo>
                    <a:pt x="588606" y="60058"/>
                  </a:lnTo>
                  <a:lnTo>
                    <a:pt x="500278" y="60058"/>
                  </a:lnTo>
                  <a:lnTo>
                    <a:pt x="462762" y="96697"/>
                  </a:lnTo>
                  <a:lnTo>
                    <a:pt x="419569" y="126682"/>
                  </a:lnTo>
                  <a:lnTo>
                    <a:pt x="371525" y="149161"/>
                  </a:lnTo>
                  <a:lnTo>
                    <a:pt x="319481" y="163283"/>
                  </a:lnTo>
                  <a:lnTo>
                    <a:pt x="264274" y="168173"/>
                  </a:lnTo>
                  <a:lnTo>
                    <a:pt x="264274" y="144145"/>
                  </a:lnTo>
                  <a:lnTo>
                    <a:pt x="310832" y="140385"/>
                  </a:lnTo>
                  <a:lnTo>
                    <a:pt x="355041" y="129501"/>
                  </a:lnTo>
                  <a:lnTo>
                    <a:pt x="377240" y="120129"/>
                  </a:lnTo>
                  <a:lnTo>
                    <a:pt x="396290" y="112090"/>
                  </a:lnTo>
                  <a:lnTo>
                    <a:pt x="422109" y="96100"/>
                  </a:lnTo>
                  <a:lnTo>
                    <a:pt x="433997" y="88747"/>
                  </a:lnTo>
                  <a:lnTo>
                    <a:pt x="467563" y="60058"/>
                  </a:lnTo>
                  <a:lnTo>
                    <a:pt x="500278" y="60058"/>
                  </a:lnTo>
                  <a:lnTo>
                    <a:pt x="505206" y="54229"/>
                  </a:lnTo>
                  <a:lnTo>
                    <a:pt x="509981" y="48285"/>
                  </a:lnTo>
                  <a:lnTo>
                    <a:pt x="514629" y="42214"/>
                  </a:lnTo>
                  <a:lnTo>
                    <a:pt x="519125" y="36029"/>
                  </a:lnTo>
                  <a:lnTo>
                    <a:pt x="489089" y="36029"/>
                  </a:lnTo>
                  <a:lnTo>
                    <a:pt x="495757" y="27393"/>
                  </a:lnTo>
                  <a:lnTo>
                    <a:pt x="502094" y="18503"/>
                  </a:lnTo>
                  <a:lnTo>
                    <a:pt x="508101" y="9372"/>
                  </a:lnTo>
                  <a:lnTo>
                    <a:pt x="513778" y="0"/>
                  </a:lnTo>
                  <a:lnTo>
                    <a:pt x="48044" y="0"/>
                  </a:lnTo>
                  <a:lnTo>
                    <a:pt x="29337" y="3784"/>
                  </a:lnTo>
                  <a:lnTo>
                    <a:pt x="14071" y="14071"/>
                  </a:lnTo>
                  <a:lnTo>
                    <a:pt x="3771" y="29349"/>
                  </a:lnTo>
                  <a:lnTo>
                    <a:pt x="0" y="48044"/>
                  </a:lnTo>
                  <a:lnTo>
                    <a:pt x="0" y="468477"/>
                  </a:lnTo>
                  <a:lnTo>
                    <a:pt x="252260" y="468477"/>
                  </a:lnTo>
                  <a:lnTo>
                    <a:pt x="264274" y="492506"/>
                  </a:lnTo>
                  <a:lnTo>
                    <a:pt x="384403" y="492506"/>
                  </a:lnTo>
                  <a:lnTo>
                    <a:pt x="396405" y="468477"/>
                  </a:lnTo>
                  <a:lnTo>
                    <a:pt x="660679" y="468477"/>
                  </a:lnTo>
                  <a:lnTo>
                    <a:pt x="660679" y="48044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23"/>
          <p:cNvGrpSpPr/>
          <p:nvPr/>
        </p:nvGrpSpPr>
        <p:grpSpPr>
          <a:xfrm>
            <a:off x="927719" y="4284362"/>
            <a:ext cx="1113790" cy="1040765"/>
            <a:chOff x="927719" y="4284362"/>
            <a:chExt cx="1113790" cy="1040765"/>
          </a:xfrm>
        </p:grpSpPr>
        <p:sp>
          <p:nvSpPr>
            <p:cNvPr id="407" name="Google Shape;407;p23"/>
            <p:cNvSpPr/>
            <p:nvPr/>
          </p:nvSpPr>
          <p:spPr>
            <a:xfrm>
              <a:off x="927719" y="4284362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1647367" y="4466818"/>
              <a:ext cx="125730" cy="25400"/>
            </a:xfrm>
            <a:custGeom>
              <a:rect b="b" l="l" r="r" t="t"/>
              <a:pathLst>
                <a:path extrusionOk="0" h="25400" w="125730">
                  <a:moveTo>
                    <a:pt x="25019" y="0"/>
                  </a:moveTo>
                  <a:lnTo>
                    <a:pt x="0" y="0"/>
                  </a:lnTo>
                  <a:lnTo>
                    <a:pt x="0" y="25019"/>
                  </a:lnTo>
                  <a:lnTo>
                    <a:pt x="25019" y="25019"/>
                  </a:lnTo>
                  <a:lnTo>
                    <a:pt x="25019" y="0"/>
                  </a:lnTo>
                  <a:close/>
                </a:path>
                <a:path extrusionOk="0" h="25400" w="125730">
                  <a:moveTo>
                    <a:pt x="75069" y="0"/>
                  </a:moveTo>
                  <a:lnTo>
                    <a:pt x="50050" y="0"/>
                  </a:lnTo>
                  <a:lnTo>
                    <a:pt x="50050" y="25019"/>
                  </a:lnTo>
                  <a:lnTo>
                    <a:pt x="75069" y="25019"/>
                  </a:lnTo>
                  <a:lnTo>
                    <a:pt x="75069" y="0"/>
                  </a:lnTo>
                  <a:close/>
                </a:path>
                <a:path extrusionOk="0" h="25400" w="125730">
                  <a:moveTo>
                    <a:pt x="125107" y="0"/>
                  </a:moveTo>
                  <a:lnTo>
                    <a:pt x="100088" y="0"/>
                  </a:lnTo>
                  <a:lnTo>
                    <a:pt x="100088" y="25019"/>
                  </a:lnTo>
                  <a:lnTo>
                    <a:pt x="125107" y="25019"/>
                  </a:lnTo>
                  <a:lnTo>
                    <a:pt x="125107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34214" y="4767121"/>
              <a:ext cx="231622" cy="200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23"/>
            <p:cNvSpPr/>
            <p:nvPr/>
          </p:nvSpPr>
          <p:spPr>
            <a:xfrm>
              <a:off x="1121829" y="4441799"/>
              <a:ext cx="475615" cy="725805"/>
            </a:xfrm>
            <a:custGeom>
              <a:rect b="b" l="l" r="r" t="t"/>
              <a:pathLst>
                <a:path extrusionOk="0" h="725804" w="475615">
                  <a:moveTo>
                    <a:pt x="200202" y="175158"/>
                  </a:moveTo>
                  <a:lnTo>
                    <a:pt x="175183" y="175158"/>
                  </a:lnTo>
                  <a:lnTo>
                    <a:pt x="175183" y="275259"/>
                  </a:lnTo>
                  <a:lnTo>
                    <a:pt x="200202" y="275259"/>
                  </a:lnTo>
                  <a:lnTo>
                    <a:pt x="200202" y="175158"/>
                  </a:lnTo>
                  <a:close/>
                </a:path>
                <a:path extrusionOk="0" h="725804" w="475615">
                  <a:moveTo>
                    <a:pt x="225234" y="549071"/>
                  </a:moveTo>
                  <a:lnTo>
                    <a:pt x="217004" y="549960"/>
                  </a:lnTo>
                  <a:lnTo>
                    <a:pt x="208673" y="550545"/>
                  </a:lnTo>
                  <a:lnTo>
                    <a:pt x="191731" y="550545"/>
                  </a:lnTo>
                  <a:lnTo>
                    <a:pt x="183413" y="549986"/>
                  </a:lnTo>
                  <a:lnTo>
                    <a:pt x="175183" y="549071"/>
                  </a:lnTo>
                  <a:lnTo>
                    <a:pt x="175183" y="700697"/>
                  </a:lnTo>
                  <a:lnTo>
                    <a:pt x="177152" y="710425"/>
                  </a:lnTo>
                  <a:lnTo>
                    <a:pt x="182511" y="718375"/>
                  </a:lnTo>
                  <a:lnTo>
                    <a:pt x="190474" y="723747"/>
                  </a:lnTo>
                  <a:lnTo>
                    <a:pt x="200202" y="725716"/>
                  </a:lnTo>
                  <a:lnTo>
                    <a:pt x="209931" y="723747"/>
                  </a:lnTo>
                  <a:lnTo>
                    <a:pt x="217893" y="718375"/>
                  </a:lnTo>
                  <a:lnTo>
                    <a:pt x="223266" y="710425"/>
                  </a:lnTo>
                  <a:lnTo>
                    <a:pt x="225234" y="700697"/>
                  </a:lnTo>
                  <a:lnTo>
                    <a:pt x="225234" y="549071"/>
                  </a:lnTo>
                  <a:close/>
                </a:path>
                <a:path extrusionOk="0" h="725804" w="475615">
                  <a:moveTo>
                    <a:pt x="300304" y="75057"/>
                  </a:moveTo>
                  <a:lnTo>
                    <a:pt x="275285" y="75057"/>
                  </a:lnTo>
                  <a:lnTo>
                    <a:pt x="275285" y="275259"/>
                  </a:lnTo>
                  <a:lnTo>
                    <a:pt x="300304" y="275259"/>
                  </a:lnTo>
                  <a:lnTo>
                    <a:pt x="300304" y="75057"/>
                  </a:lnTo>
                  <a:close/>
                </a:path>
                <a:path extrusionOk="0" h="725804" w="475615">
                  <a:moveTo>
                    <a:pt x="394970" y="371119"/>
                  </a:moveTo>
                  <a:lnTo>
                    <a:pt x="383984" y="377126"/>
                  </a:lnTo>
                  <a:lnTo>
                    <a:pt x="372605" y="382485"/>
                  </a:lnTo>
                  <a:lnTo>
                    <a:pt x="360895" y="387197"/>
                  </a:lnTo>
                  <a:lnTo>
                    <a:pt x="348869" y="391236"/>
                  </a:lnTo>
                  <a:lnTo>
                    <a:pt x="324294" y="430390"/>
                  </a:lnTo>
                  <a:lnTo>
                    <a:pt x="289928" y="460971"/>
                  </a:lnTo>
                  <a:lnTo>
                    <a:pt x="247865" y="480872"/>
                  </a:lnTo>
                  <a:lnTo>
                    <a:pt x="200202" y="487984"/>
                  </a:lnTo>
                  <a:lnTo>
                    <a:pt x="156959" y="482168"/>
                  </a:lnTo>
                  <a:lnTo>
                    <a:pt x="118110" y="465772"/>
                  </a:lnTo>
                  <a:lnTo>
                    <a:pt x="85178" y="440347"/>
                  </a:lnTo>
                  <a:lnTo>
                    <a:pt x="59753" y="407416"/>
                  </a:lnTo>
                  <a:lnTo>
                    <a:pt x="43357" y="368566"/>
                  </a:lnTo>
                  <a:lnTo>
                    <a:pt x="37541" y="325323"/>
                  </a:lnTo>
                  <a:lnTo>
                    <a:pt x="40297" y="295389"/>
                  </a:lnTo>
                  <a:lnTo>
                    <a:pt x="48209" y="267271"/>
                  </a:lnTo>
                  <a:lnTo>
                    <a:pt x="60794" y="241477"/>
                  </a:lnTo>
                  <a:lnTo>
                    <a:pt x="77571" y="218478"/>
                  </a:lnTo>
                  <a:lnTo>
                    <a:pt x="75780" y="203225"/>
                  </a:lnTo>
                  <a:lnTo>
                    <a:pt x="75260" y="195503"/>
                  </a:lnTo>
                  <a:lnTo>
                    <a:pt x="75082" y="181152"/>
                  </a:lnTo>
                  <a:lnTo>
                    <a:pt x="76060" y="168338"/>
                  </a:lnTo>
                  <a:lnTo>
                    <a:pt x="44157" y="200126"/>
                  </a:lnTo>
                  <a:lnTo>
                    <a:pt x="20231" y="237934"/>
                  </a:lnTo>
                  <a:lnTo>
                    <a:pt x="5207" y="280187"/>
                  </a:lnTo>
                  <a:lnTo>
                    <a:pt x="0" y="325323"/>
                  </a:lnTo>
                  <a:lnTo>
                    <a:pt x="5295" y="371170"/>
                  </a:lnTo>
                  <a:lnTo>
                    <a:pt x="20383" y="413283"/>
                  </a:lnTo>
                  <a:lnTo>
                    <a:pt x="44043" y="450469"/>
                  </a:lnTo>
                  <a:lnTo>
                    <a:pt x="75057" y="481482"/>
                  </a:lnTo>
                  <a:lnTo>
                    <a:pt x="112242" y="505142"/>
                  </a:lnTo>
                  <a:lnTo>
                    <a:pt x="154355" y="520230"/>
                  </a:lnTo>
                  <a:lnTo>
                    <a:pt x="200202" y="525526"/>
                  </a:lnTo>
                  <a:lnTo>
                    <a:pt x="246113" y="520319"/>
                  </a:lnTo>
                  <a:lnTo>
                    <a:pt x="288239" y="505421"/>
                  </a:lnTo>
                  <a:lnTo>
                    <a:pt x="325386" y="481952"/>
                  </a:lnTo>
                  <a:lnTo>
                    <a:pt x="356349" y="451002"/>
                  </a:lnTo>
                  <a:lnTo>
                    <a:pt x="379945" y="413689"/>
                  </a:lnTo>
                  <a:lnTo>
                    <a:pt x="394970" y="371119"/>
                  </a:lnTo>
                  <a:close/>
                </a:path>
                <a:path extrusionOk="0" h="725804" w="475615">
                  <a:moveTo>
                    <a:pt x="400405" y="125120"/>
                  </a:moveTo>
                  <a:lnTo>
                    <a:pt x="375386" y="125120"/>
                  </a:lnTo>
                  <a:lnTo>
                    <a:pt x="375386" y="275259"/>
                  </a:lnTo>
                  <a:lnTo>
                    <a:pt x="400405" y="275259"/>
                  </a:lnTo>
                  <a:lnTo>
                    <a:pt x="400405" y="125120"/>
                  </a:lnTo>
                  <a:close/>
                </a:path>
                <a:path extrusionOk="0" h="725804" w="475615">
                  <a:moveTo>
                    <a:pt x="475475" y="187693"/>
                  </a:moveTo>
                  <a:lnTo>
                    <a:pt x="468757" y="137858"/>
                  </a:lnTo>
                  <a:lnTo>
                    <a:pt x="452793" y="100101"/>
                  </a:lnTo>
                  <a:lnTo>
                    <a:pt x="449808" y="93027"/>
                  </a:lnTo>
                  <a:lnTo>
                    <a:pt x="425437" y="61493"/>
                  </a:lnTo>
                  <a:lnTo>
                    <a:pt x="425437" y="100101"/>
                  </a:lnTo>
                  <a:lnTo>
                    <a:pt x="425437" y="300304"/>
                  </a:lnTo>
                  <a:lnTo>
                    <a:pt x="150152" y="300304"/>
                  </a:lnTo>
                  <a:lnTo>
                    <a:pt x="150152" y="150152"/>
                  </a:lnTo>
                  <a:lnTo>
                    <a:pt x="225234" y="150152"/>
                  </a:lnTo>
                  <a:lnTo>
                    <a:pt x="225234" y="275272"/>
                  </a:lnTo>
                  <a:lnTo>
                    <a:pt x="250253" y="275272"/>
                  </a:lnTo>
                  <a:lnTo>
                    <a:pt x="250253" y="150152"/>
                  </a:lnTo>
                  <a:lnTo>
                    <a:pt x="250253" y="50050"/>
                  </a:lnTo>
                  <a:lnTo>
                    <a:pt x="325335" y="50050"/>
                  </a:lnTo>
                  <a:lnTo>
                    <a:pt x="325335" y="275272"/>
                  </a:lnTo>
                  <a:lnTo>
                    <a:pt x="350354" y="275272"/>
                  </a:lnTo>
                  <a:lnTo>
                    <a:pt x="350354" y="100101"/>
                  </a:lnTo>
                  <a:lnTo>
                    <a:pt x="425437" y="100101"/>
                  </a:lnTo>
                  <a:lnTo>
                    <a:pt x="425437" y="61493"/>
                  </a:lnTo>
                  <a:lnTo>
                    <a:pt x="420446" y="55029"/>
                  </a:lnTo>
                  <a:lnTo>
                    <a:pt x="413994" y="50050"/>
                  </a:lnTo>
                  <a:lnTo>
                    <a:pt x="382447" y="25666"/>
                  </a:lnTo>
                  <a:lnTo>
                    <a:pt x="337629" y="6718"/>
                  </a:lnTo>
                  <a:lnTo>
                    <a:pt x="287794" y="0"/>
                  </a:lnTo>
                  <a:lnTo>
                    <a:pt x="237959" y="6718"/>
                  </a:lnTo>
                  <a:lnTo>
                    <a:pt x="193141" y="25666"/>
                  </a:lnTo>
                  <a:lnTo>
                    <a:pt x="155143" y="55029"/>
                  </a:lnTo>
                  <a:lnTo>
                    <a:pt x="125768" y="93027"/>
                  </a:lnTo>
                  <a:lnTo>
                    <a:pt x="106819" y="137858"/>
                  </a:lnTo>
                  <a:lnTo>
                    <a:pt x="100114" y="187693"/>
                  </a:lnTo>
                  <a:lnTo>
                    <a:pt x="106819" y="237528"/>
                  </a:lnTo>
                  <a:lnTo>
                    <a:pt x="125768" y="282333"/>
                  </a:lnTo>
                  <a:lnTo>
                    <a:pt x="155143" y="320332"/>
                  </a:lnTo>
                  <a:lnTo>
                    <a:pt x="193141" y="349707"/>
                  </a:lnTo>
                  <a:lnTo>
                    <a:pt x="237959" y="368655"/>
                  </a:lnTo>
                  <a:lnTo>
                    <a:pt x="287794" y="375373"/>
                  </a:lnTo>
                  <a:lnTo>
                    <a:pt x="337629" y="368655"/>
                  </a:lnTo>
                  <a:lnTo>
                    <a:pt x="382447" y="349707"/>
                  </a:lnTo>
                  <a:lnTo>
                    <a:pt x="420446" y="320332"/>
                  </a:lnTo>
                  <a:lnTo>
                    <a:pt x="449808" y="282333"/>
                  </a:lnTo>
                  <a:lnTo>
                    <a:pt x="468757" y="237528"/>
                  </a:lnTo>
                  <a:lnTo>
                    <a:pt x="475475" y="18769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1" name="Google Shape;41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72390" y="4566913"/>
              <a:ext cx="175171" cy="1751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2" name="Google Shape;412;p23"/>
          <p:cNvSpPr txBox="1"/>
          <p:nvPr/>
        </p:nvSpPr>
        <p:spPr>
          <a:xfrm>
            <a:off x="13106995" y="5573587"/>
            <a:ext cx="4370705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Optimizar el uso de recursos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24765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Evita acciones repetidas y usa cache solo si el DataFrame se reutiliza.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7336159" y="5541961"/>
            <a:ext cx="426847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82014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Validar resultados con muestras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Revisa datos parciales antes de procesar grandes volúmenes.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1565324" y="5541961"/>
            <a:ext cx="400748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Definir esquemas de datos claros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33147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Evita la inferencia automática para reducir errores de tipo.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 txBox="1"/>
          <p:nvPr/>
        </p:nvSpPr>
        <p:spPr>
          <a:xfrm>
            <a:off x="905494" y="1761127"/>
            <a:ext cx="7491730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48590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Errores comunes y cómo evitarlos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Ignorar nulos y tipos de datos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No validar nulos o esquemas puede causar errores en análisis.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Particionamiento inadecuado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69723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No organizar datos por columnas clave dificulta consultas eficientes.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Acciones costosas innecesarias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Repetir operaciones como count() o show() ralentiza el proceso.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420" name="Google Shape;4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64" y="1887169"/>
            <a:ext cx="8715735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9617075" y="333678"/>
            <a:ext cx="53879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24" name="Google Shape;424;p2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29" name="Google Shape;429;p25"/>
          <p:cNvSpPr txBox="1"/>
          <p:nvPr>
            <p:ph type="title"/>
          </p:nvPr>
        </p:nvSpPr>
        <p:spPr>
          <a:xfrm>
            <a:off x="9617075" y="5050306"/>
            <a:ext cx="769302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Implementación y aplicaciones de Spark</a:t>
            </a:r>
            <a:endParaRPr sz="6500"/>
          </a:p>
        </p:txBody>
      </p:sp>
      <p:sp>
        <p:nvSpPr>
          <p:cNvPr id="430" name="Google Shape;430;p25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905513" y="6778543"/>
            <a:ext cx="170307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25.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9617075" y="333678"/>
            <a:ext cx="47644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3" name="Google Shape;443;p26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44" name="Google Shape;444;p2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26.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12789246" y="5547192"/>
            <a:ext cx="457136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2575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Escalabilidad y adaptabilidad empresarial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Permite ajustar recursos según la demanda y el entorno.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6" name="Google Shape;446;p26"/>
          <p:cNvSpPr txBox="1"/>
          <p:nvPr/>
        </p:nvSpPr>
        <p:spPr>
          <a:xfrm>
            <a:off x="6849716" y="5547192"/>
            <a:ext cx="412369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Integración con gestores de recursos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26543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Compatible con YARN, Kubernetes y gestores Standalone.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7" name="Google Shape;447;p26"/>
          <p:cNvSpPr txBox="1"/>
          <p:nvPr/>
        </p:nvSpPr>
        <p:spPr>
          <a:xfrm>
            <a:off x="910183" y="5547192"/>
            <a:ext cx="428434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3507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Ejecución ﬂexible en diferentes entornos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Spark puede operar en clústeres locales, on-premise o en la nube.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12801930" y="4221467"/>
            <a:ext cx="944880" cy="944880"/>
          </a:xfrm>
          <a:custGeom>
            <a:rect b="b" l="l" r="r" t="t"/>
            <a:pathLst>
              <a:path extrusionOk="0" h="944879" w="944880">
                <a:moveTo>
                  <a:pt x="280492" y="147624"/>
                </a:moveTo>
                <a:lnTo>
                  <a:pt x="278168" y="136131"/>
                </a:lnTo>
                <a:lnTo>
                  <a:pt x="271843" y="126746"/>
                </a:lnTo>
                <a:lnTo>
                  <a:pt x="262458" y="120421"/>
                </a:lnTo>
                <a:lnTo>
                  <a:pt x="250964" y="118097"/>
                </a:lnTo>
                <a:lnTo>
                  <a:pt x="239471" y="120421"/>
                </a:lnTo>
                <a:lnTo>
                  <a:pt x="230085" y="126746"/>
                </a:lnTo>
                <a:lnTo>
                  <a:pt x="223761" y="136131"/>
                </a:lnTo>
                <a:lnTo>
                  <a:pt x="221437" y="147624"/>
                </a:lnTo>
                <a:lnTo>
                  <a:pt x="223761" y="159118"/>
                </a:lnTo>
                <a:lnTo>
                  <a:pt x="230085" y="168503"/>
                </a:lnTo>
                <a:lnTo>
                  <a:pt x="239471" y="174828"/>
                </a:lnTo>
                <a:lnTo>
                  <a:pt x="250964" y="177152"/>
                </a:lnTo>
                <a:lnTo>
                  <a:pt x="262458" y="174828"/>
                </a:lnTo>
                <a:lnTo>
                  <a:pt x="271843" y="168503"/>
                </a:lnTo>
                <a:lnTo>
                  <a:pt x="278168" y="159118"/>
                </a:lnTo>
                <a:lnTo>
                  <a:pt x="280492" y="147624"/>
                </a:lnTo>
                <a:close/>
              </a:path>
              <a:path extrusionOk="0" h="944879" w="944880">
                <a:moveTo>
                  <a:pt x="826706" y="147624"/>
                </a:moveTo>
                <a:lnTo>
                  <a:pt x="824382" y="136131"/>
                </a:lnTo>
                <a:lnTo>
                  <a:pt x="818057" y="126746"/>
                </a:lnTo>
                <a:lnTo>
                  <a:pt x="808672" y="120421"/>
                </a:lnTo>
                <a:lnTo>
                  <a:pt x="797179" y="118097"/>
                </a:lnTo>
                <a:lnTo>
                  <a:pt x="679081" y="118097"/>
                </a:lnTo>
                <a:lnTo>
                  <a:pt x="667588" y="120421"/>
                </a:lnTo>
                <a:lnTo>
                  <a:pt x="658202" y="126746"/>
                </a:lnTo>
                <a:lnTo>
                  <a:pt x="651865" y="136131"/>
                </a:lnTo>
                <a:lnTo>
                  <a:pt x="649554" y="147624"/>
                </a:lnTo>
                <a:lnTo>
                  <a:pt x="651865" y="159118"/>
                </a:lnTo>
                <a:lnTo>
                  <a:pt x="658202" y="168503"/>
                </a:lnTo>
                <a:lnTo>
                  <a:pt x="667588" y="174828"/>
                </a:lnTo>
                <a:lnTo>
                  <a:pt x="679081" y="177152"/>
                </a:lnTo>
                <a:lnTo>
                  <a:pt x="725906" y="177152"/>
                </a:lnTo>
                <a:lnTo>
                  <a:pt x="392480" y="510578"/>
                </a:lnTo>
                <a:lnTo>
                  <a:pt x="385991" y="520344"/>
                </a:lnTo>
                <a:lnTo>
                  <a:pt x="383832" y="531444"/>
                </a:lnTo>
                <a:lnTo>
                  <a:pt x="385991" y="542556"/>
                </a:lnTo>
                <a:lnTo>
                  <a:pt x="392480" y="552323"/>
                </a:lnTo>
                <a:lnTo>
                  <a:pt x="398246" y="558088"/>
                </a:lnTo>
                <a:lnTo>
                  <a:pt x="405803" y="560971"/>
                </a:lnTo>
                <a:lnTo>
                  <a:pt x="413359" y="560971"/>
                </a:lnTo>
                <a:lnTo>
                  <a:pt x="420916" y="560971"/>
                </a:lnTo>
                <a:lnTo>
                  <a:pt x="428472" y="558088"/>
                </a:lnTo>
                <a:lnTo>
                  <a:pt x="767651" y="218897"/>
                </a:lnTo>
                <a:lnTo>
                  <a:pt x="767651" y="265722"/>
                </a:lnTo>
                <a:lnTo>
                  <a:pt x="769962" y="277215"/>
                </a:lnTo>
                <a:lnTo>
                  <a:pt x="776300" y="286600"/>
                </a:lnTo>
                <a:lnTo>
                  <a:pt x="785685" y="292925"/>
                </a:lnTo>
                <a:lnTo>
                  <a:pt x="797179" y="295249"/>
                </a:lnTo>
                <a:lnTo>
                  <a:pt x="808672" y="292925"/>
                </a:lnTo>
                <a:lnTo>
                  <a:pt x="818057" y="286600"/>
                </a:lnTo>
                <a:lnTo>
                  <a:pt x="824382" y="277215"/>
                </a:lnTo>
                <a:lnTo>
                  <a:pt x="826706" y="265722"/>
                </a:lnTo>
                <a:lnTo>
                  <a:pt x="826706" y="147624"/>
                </a:lnTo>
                <a:close/>
              </a:path>
              <a:path extrusionOk="0" h="944879" w="944880">
                <a:moveTo>
                  <a:pt x="944791" y="59055"/>
                </a:moveTo>
                <a:lnTo>
                  <a:pt x="940142" y="36093"/>
                </a:lnTo>
                <a:lnTo>
                  <a:pt x="927481" y="17322"/>
                </a:lnTo>
                <a:lnTo>
                  <a:pt x="908710" y="4648"/>
                </a:lnTo>
                <a:lnTo>
                  <a:pt x="885748" y="0"/>
                </a:lnTo>
                <a:lnTo>
                  <a:pt x="885748" y="59055"/>
                </a:lnTo>
                <a:lnTo>
                  <a:pt x="885748" y="782408"/>
                </a:lnTo>
                <a:lnTo>
                  <a:pt x="322681" y="782408"/>
                </a:lnTo>
                <a:lnTo>
                  <a:pt x="323913" y="777659"/>
                </a:lnTo>
                <a:lnTo>
                  <a:pt x="324777" y="772769"/>
                </a:lnTo>
                <a:lnTo>
                  <a:pt x="324777" y="767638"/>
                </a:lnTo>
                <a:lnTo>
                  <a:pt x="324777" y="708596"/>
                </a:lnTo>
                <a:lnTo>
                  <a:pt x="324205" y="700646"/>
                </a:lnTo>
                <a:lnTo>
                  <a:pt x="322580" y="693051"/>
                </a:lnTo>
                <a:lnTo>
                  <a:pt x="319989" y="685850"/>
                </a:lnTo>
                <a:lnTo>
                  <a:pt x="316560" y="679069"/>
                </a:lnTo>
                <a:lnTo>
                  <a:pt x="319989" y="672299"/>
                </a:lnTo>
                <a:lnTo>
                  <a:pt x="322580" y="665086"/>
                </a:lnTo>
                <a:lnTo>
                  <a:pt x="324205" y="657491"/>
                </a:lnTo>
                <a:lnTo>
                  <a:pt x="324777" y="649541"/>
                </a:lnTo>
                <a:lnTo>
                  <a:pt x="324777" y="590499"/>
                </a:lnTo>
                <a:lnTo>
                  <a:pt x="320128" y="567537"/>
                </a:lnTo>
                <a:lnTo>
                  <a:pt x="307467" y="548767"/>
                </a:lnTo>
                <a:lnTo>
                  <a:pt x="288683" y="536092"/>
                </a:lnTo>
                <a:lnTo>
                  <a:pt x="265760" y="531456"/>
                </a:lnTo>
                <a:lnTo>
                  <a:pt x="265760" y="649541"/>
                </a:lnTo>
                <a:lnTo>
                  <a:pt x="265760" y="767638"/>
                </a:lnTo>
                <a:lnTo>
                  <a:pt x="265760" y="885748"/>
                </a:lnTo>
                <a:lnTo>
                  <a:pt x="59055" y="885748"/>
                </a:lnTo>
                <a:lnTo>
                  <a:pt x="59055" y="826693"/>
                </a:lnTo>
                <a:lnTo>
                  <a:pt x="265722" y="826693"/>
                </a:lnTo>
                <a:lnTo>
                  <a:pt x="265760" y="885748"/>
                </a:lnTo>
                <a:lnTo>
                  <a:pt x="265760" y="767638"/>
                </a:lnTo>
                <a:lnTo>
                  <a:pt x="59055" y="767638"/>
                </a:lnTo>
                <a:lnTo>
                  <a:pt x="59055" y="708596"/>
                </a:lnTo>
                <a:lnTo>
                  <a:pt x="265722" y="708596"/>
                </a:lnTo>
                <a:lnTo>
                  <a:pt x="265760" y="767638"/>
                </a:lnTo>
                <a:lnTo>
                  <a:pt x="265760" y="649541"/>
                </a:lnTo>
                <a:lnTo>
                  <a:pt x="59055" y="649541"/>
                </a:lnTo>
                <a:lnTo>
                  <a:pt x="59055" y="590499"/>
                </a:lnTo>
                <a:lnTo>
                  <a:pt x="265722" y="590499"/>
                </a:lnTo>
                <a:lnTo>
                  <a:pt x="265760" y="649541"/>
                </a:lnTo>
                <a:lnTo>
                  <a:pt x="265760" y="531456"/>
                </a:lnTo>
                <a:lnTo>
                  <a:pt x="162394" y="531444"/>
                </a:lnTo>
                <a:lnTo>
                  <a:pt x="162394" y="59055"/>
                </a:lnTo>
                <a:lnTo>
                  <a:pt x="885748" y="59055"/>
                </a:lnTo>
                <a:lnTo>
                  <a:pt x="885748" y="0"/>
                </a:lnTo>
                <a:lnTo>
                  <a:pt x="162394" y="0"/>
                </a:lnTo>
                <a:lnTo>
                  <a:pt x="139433" y="4648"/>
                </a:lnTo>
                <a:lnTo>
                  <a:pt x="120662" y="17322"/>
                </a:lnTo>
                <a:lnTo>
                  <a:pt x="107988" y="36093"/>
                </a:lnTo>
                <a:lnTo>
                  <a:pt x="103339" y="59055"/>
                </a:lnTo>
                <a:lnTo>
                  <a:pt x="103339" y="531444"/>
                </a:lnTo>
                <a:lnTo>
                  <a:pt x="59055" y="531444"/>
                </a:lnTo>
                <a:lnTo>
                  <a:pt x="36093" y="536092"/>
                </a:lnTo>
                <a:lnTo>
                  <a:pt x="17322" y="548767"/>
                </a:lnTo>
                <a:lnTo>
                  <a:pt x="4648" y="567537"/>
                </a:lnTo>
                <a:lnTo>
                  <a:pt x="0" y="590499"/>
                </a:lnTo>
                <a:lnTo>
                  <a:pt x="0" y="649541"/>
                </a:lnTo>
                <a:lnTo>
                  <a:pt x="571" y="657491"/>
                </a:lnTo>
                <a:lnTo>
                  <a:pt x="2209" y="665086"/>
                </a:lnTo>
                <a:lnTo>
                  <a:pt x="4787" y="672299"/>
                </a:lnTo>
                <a:lnTo>
                  <a:pt x="8216" y="679069"/>
                </a:lnTo>
                <a:lnTo>
                  <a:pt x="4787" y="685850"/>
                </a:lnTo>
                <a:lnTo>
                  <a:pt x="2209" y="693051"/>
                </a:lnTo>
                <a:lnTo>
                  <a:pt x="571" y="700646"/>
                </a:lnTo>
                <a:lnTo>
                  <a:pt x="0" y="708596"/>
                </a:lnTo>
                <a:lnTo>
                  <a:pt x="0" y="767638"/>
                </a:lnTo>
                <a:lnTo>
                  <a:pt x="571" y="775589"/>
                </a:lnTo>
                <a:lnTo>
                  <a:pt x="2209" y="783183"/>
                </a:lnTo>
                <a:lnTo>
                  <a:pt x="4787" y="790397"/>
                </a:lnTo>
                <a:lnTo>
                  <a:pt x="8216" y="797166"/>
                </a:lnTo>
                <a:lnTo>
                  <a:pt x="4787" y="803948"/>
                </a:lnTo>
                <a:lnTo>
                  <a:pt x="2209" y="811149"/>
                </a:lnTo>
                <a:lnTo>
                  <a:pt x="571" y="818756"/>
                </a:lnTo>
                <a:lnTo>
                  <a:pt x="0" y="826693"/>
                </a:lnTo>
                <a:lnTo>
                  <a:pt x="0" y="885748"/>
                </a:lnTo>
                <a:lnTo>
                  <a:pt x="4648" y="908710"/>
                </a:lnTo>
                <a:lnTo>
                  <a:pt x="17322" y="927481"/>
                </a:lnTo>
                <a:lnTo>
                  <a:pt x="36093" y="940142"/>
                </a:lnTo>
                <a:lnTo>
                  <a:pt x="59055" y="944791"/>
                </a:lnTo>
                <a:lnTo>
                  <a:pt x="265722" y="944791"/>
                </a:lnTo>
                <a:lnTo>
                  <a:pt x="288683" y="940142"/>
                </a:lnTo>
                <a:lnTo>
                  <a:pt x="307467" y="927481"/>
                </a:lnTo>
                <a:lnTo>
                  <a:pt x="320128" y="908710"/>
                </a:lnTo>
                <a:lnTo>
                  <a:pt x="324777" y="885748"/>
                </a:lnTo>
                <a:lnTo>
                  <a:pt x="324777" y="841451"/>
                </a:lnTo>
                <a:lnTo>
                  <a:pt x="885748" y="841451"/>
                </a:lnTo>
                <a:lnTo>
                  <a:pt x="908710" y="836803"/>
                </a:lnTo>
                <a:lnTo>
                  <a:pt x="923696" y="826693"/>
                </a:lnTo>
                <a:lnTo>
                  <a:pt x="927481" y="824141"/>
                </a:lnTo>
                <a:lnTo>
                  <a:pt x="940142" y="805370"/>
                </a:lnTo>
                <a:lnTo>
                  <a:pt x="944791" y="782408"/>
                </a:lnTo>
                <a:lnTo>
                  <a:pt x="944791" y="59055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9" name="Google Shape;449;p26"/>
          <p:cNvGrpSpPr/>
          <p:nvPr/>
        </p:nvGrpSpPr>
        <p:grpSpPr>
          <a:xfrm>
            <a:off x="6862381" y="4221467"/>
            <a:ext cx="684530" cy="945045"/>
            <a:chOff x="6862381" y="4221467"/>
            <a:chExt cx="684530" cy="945045"/>
          </a:xfrm>
        </p:grpSpPr>
        <p:sp>
          <p:nvSpPr>
            <p:cNvPr id="450" name="Google Shape;450;p26"/>
            <p:cNvSpPr/>
            <p:nvPr/>
          </p:nvSpPr>
          <p:spPr>
            <a:xfrm>
              <a:off x="6992703" y="4221467"/>
              <a:ext cx="423545" cy="423545"/>
            </a:xfrm>
            <a:custGeom>
              <a:rect b="b" l="l" r="r" t="t"/>
              <a:pathLst>
                <a:path extrusionOk="0" h="423545" w="423545">
                  <a:moveTo>
                    <a:pt x="190589" y="371459"/>
                  </a:moveTo>
                  <a:lnTo>
                    <a:pt x="123577" y="371459"/>
                  </a:lnTo>
                  <a:lnTo>
                    <a:pt x="132648" y="376146"/>
                  </a:lnTo>
                  <a:lnTo>
                    <a:pt x="141959" y="380314"/>
                  </a:lnTo>
                  <a:lnTo>
                    <a:pt x="151486" y="383953"/>
                  </a:lnTo>
                  <a:lnTo>
                    <a:pt x="161207" y="387054"/>
                  </a:lnTo>
                  <a:lnTo>
                    <a:pt x="169614" y="415858"/>
                  </a:lnTo>
                  <a:lnTo>
                    <a:pt x="174809" y="420366"/>
                  </a:lnTo>
                  <a:lnTo>
                    <a:pt x="181108" y="421293"/>
                  </a:lnTo>
                  <a:lnTo>
                    <a:pt x="196407" y="422958"/>
                  </a:lnTo>
                  <a:lnTo>
                    <a:pt x="211766" y="423513"/>
                  </a:lnTo>
                  <a:lnTo>
                    <a:pt x="227124" y="422958"/>
                  </a:lnTo>
                  <a:lnTo>
                    <a:pt x="242423" y="421293"/>
                  </a:lnTo>
                  <a:lnTo>
                    <a:pt x="248723" y="420366"/>
                  </a:lnTo>
                  <a:lnTo>
                    <a:pt x="253917" y="415858"/>
                  </a:lnTo>
                  <a:lnTo>
                    <a:pt x="261198" y="390950"/>
                  </a:lnTo>
                  <a:lnTo>
                    <a:pt x="211761" y="390950"/>
                  </a:lnTo>
                  <a:lnTo>
                    <a:pt x="203913" y="390776"/>
                  </a:lnTo>
                  <a:lnTo>
                    <a:pt x="196081" y="390255"/>
                  </a:lnTo>
                  <a:lnTo>
                    <a:pt x="190589" y="371459"/>
                  </a:lnTo>
                  <a:close/>
                </a:path>
                <a:path extrusionOk="0" h="423545" w="423545">
                  <a:moveTo>
                    <a:pt x="302355" y="335619"/>
                  </a:moveTo>
                  <a:lnTo>
                    <a:pt x="296056" y="335797"/>
                  </a:lnTo>
                  <a:lnTo>
                    <a:pt x="291064" y="338921"/>
                  </a:lnTo>
                  <a:lnTo>
                    <a:pt x="280321" y="345025"/>
                  </a:lnTo>
                  <a:lnTo>
                    <a:pt x="269057" y="350236"/>
                  </a:lnTo>
                  <a:lnTo>
                    <a:pt x="257533" y="354455"/>
                  </a:lnTo>
                  <a:lnTo>
                    <a:pt x="245611" y="357730"/>
                  </a:lnTo>
                  <a:lnTo>
                    <a:pt x="239883" y="359076"/>
                  </a:lnTo>
                  <a:lnTo>
                    <a:pt x="235311" y="363394"/>
                  </a:lnTo>
                  <a:lnTo>
                    <a:pt x="227450" y="390255"/>
                  </a:lnTo>
                  <a:lnTo>
                    <a:pt x="219611" y="390776"/>
                  </a:lnTo>
                  <a:lnTo>
                    <a:pt x="211761" y="390950"/>
                  </a:lnTo>
                  <a:lnTo>
                    <a:pt x="261198" y="390950"/>
                  </a:lnTo>
                  <a:lnTo>
                    <a:pt x="262337" y="387054"/>
                  </a:lnTo>
                  <a:lnTo>
                    <a:pt x="272058" y="383953"/>
                  </a:lnTo>
                  <a:lnTo>
                    <a:pt x="281585" y="380314"/>
                  </a:lnTo>
                  <a:lnTo>
                    <a:pt x="290896" y="376146"/>
                  </a:lnTo>
                  <a:lnTo>
                    <a:pt x="299967" y="371459"/>
                  </a:lnTo>
                  <a:lnTo>
                    <a:pt x="350797" y="371459"/>
                  </a:lnTo>
                  <a:lnTo>
                    <a:pt x="361510" y="361500"/>
                  </a:lnTo>
                  <a:lnTo>
                    <a:pt x="371981" y="350236"/>
                  </a:lnTo>
                  <a:lnTo>
                    <a:pt x="372917" y="349069"/>
                  </a:lnTo>
                  <a:lnTo>
                    <a:pt x="326891" y="349069"/>
                  </a:lnTo>
                  <a:lnTo>
                    <a:pt x="302355" y="335619"/>
                  </a:lnTo>
                  <a:close/>
                </a:path>
                <a:path extrusionOk="0" h="423545" w="423545">
                  <a:moveTo>
                    <a:pt x="97286" y="37639"/>
                  </a:moveTo>
                  <a:lnTo>
                    <a:pt x="97077" y="37639"/>
                  </a:lnTo>
                  <a:lnTo>
                    <a:pt x="90219" y="38109"/>
                  </a:lnTo>
                  <a:lnTo>
                    <a:pt x="90387" y="38109"/>
                  </a:lnTo>
                  <a:lnTo>
                    <a:pt x="85299" y="41906"/>
                  </a:lnTo>
                  <a:lnTo>
                    <a:pt x="51531" y="73294"/>
                  </a:lnTo>
                  <a:lnTo>
                    <a:pt x="37690" y="96631"/>
                  </a:lnTo>
                  <a:lnTo>
                    <a:pt x="37649" y="97240"/>
                  </a:lnTo>
                  <a:lnTo>
                    <a:pt x="52057" y="123555"/>
                  </a:lnTo>
                  <a:lnTo>
                    <a:pt x="47464" y="132445"/>
                  </a:lnTo>
                  <a:lnTo>
                    <a:pt x="43204" y="141938"/>
                  </a:lnTo>
                  <a:lnTo>
                    <a:pt x="39563" y="151469"/>
                  </a:lnTo>
                  <a:lnTo>
                    <a:pt x="36455" y="161197"/>
                  </a:lnTo>
                  <a:lnTo>
                    <a:pt x="7651" y="169605"/>
                  </a:lnTo>
                  <a:lnTo>
                    <a:pt x="0" y="211750"/>
                  </a:lnTo>
                  <a:lnTo>
                    <a:pt x="557" y="227108"/>
                  </a:lnTo>
                  <a:lnTo>
                    <a:pt x="2228" y="242401"/>
                  </a:lnTo>
                  <a:lnTo>
                    <a:pt x="3143" y="248713"/>
                  </a:lnTo>
                  <a:lnTo>
                    <a:pt x="7651" y="253907"/>
                  </a:lnTo>
                  <a:lnTo>
                    <a:pt x="36455" y="262315"/>
                  </a:lnTo>
                  <a:lnTo>
                    <a:pt x="39556" y="272045"/>
                  </a:lnTo>
                  <a:lnTo>
                    <a:pt x="43197" y="281579"/>
                  </a:lnTo>
                  <a:lnTo>
                    <a:pt x="47369" y="290892"/>
                  </a:lnTo>
                  <a:lnTo>
                    <a:pt x="52063" y="299958"/>
                  </a:lnTo>
                  <a:lnTo>
                    <a:pt x="37649" y="326259"/>
                  </a:lnTo>
                  <a:lnTo>
                    <a:pt x="38097" y="332788"/>
                  </a:lnTo>
                  <a:lnTo>
                    <a:pt x="38119" y="333105"/>
                  </a:lnTo>
                  <a:lnTo>
                    <a:pt x="41916" y="338223"/>
                  </a:lnTo>
                  <a:lnTo>
                    <a:pt x="73286" y="371972"/>
                  </a:lnTo>
                  <a:lnTo>
                    <a:pt x="97262" y="385873"/>
                  </a:lnTo>
                  <a:lnTo>
                    <a:pt x="123577" y="371459"/>
                  </a:lnTo>
                  <a:lnTo>
                    <a:pt x="190589" y="371459"/>
                  </a:lnTo>
                  <a:lnTo>
                    <a:pt x="188233" y="363394"/>
                  </a:lnTo>
                  <a:lnTo>
                    <a:pt x="183661" y="359076"/>
                  </a:lnTo>
                  <a:lnTo>
                    <a:pt x="177933" y="357730"/>
                  </a:lnTo>
                  <a:lnTo>
                    <a:pt x="166030" y="354455"/>
                  </a:lnTo>
                  <a:lnTo>
                    <a:pt x="154498" y="350236"/>
                  </a:lnTo>
                  <a:lnTo>
                    <a:pt x="151959" y="349069"/>
                  </a:lnTo>
                  <a:lnTo>
                    <a:pt x="96640" y="349069"/>
                  </a:lnTo>
                  <a:lnTo>
                    <a:pt x="90736" y="343891"/>
                  </a:lnTo>
                  <a:lnTo>
                    <a:pt x="85067" y="338461"/>
                  </a:lnTo>
                  <a:lnTo>
                    <a:pt x="79642" y="332788"/>
                  </a:lnTo>
                  <a:lnTo>
                    <a:pt x="74466" y="326882"/>
                  </a:lnTo>
                  <a:lnTo>
                    <a:pt x="87903" y="302333"/>
                  </a:lnTo>
                  <a:lnTo>
                    <a:pt x="87836" y="299958"/>
                  </a:lnTo>
                  <a:lnTo>
                    <a:pt x="87725" y="296046"/>
                  </a:lnTo>
                  <a:lnTo>
                    <a:pt x="84616" y="291055"/>
                  </a:lnTo>
                  <a:lnTo>
                    <a:pt x="78500" y="280306"/>
                  </a:lnTo>
                  <a:lnTo>
                    <a:pt x="73305" y="269109"/>
                  </a:lnTo>
                  <a:lnTo>
                    <a:pt x="69057" y="257522"/>
                  </a:lnTo>
                  <a:lnTo>
                    <a:pt x="65779" y="245602"/>
                  </a:lnTo>
                  <a:lnTo>
                    <a:pt x="64446" y="239861"/>
                  </a:lnTo>
                  <a:lnTo>
                    <a:pt x="60115" y="235289"/>
                  </a:lnTo>
                  <a:lnTo>
                    <a:pt x="33267" y="227428"/>
                  </a:lnTo>
                  <a:lnTo>
                    <a:pt x="32753" y="219596"/>
                  </a:lnTo>
                  <a:lnTo>
                    <a:pt x="32581" y="211750"/>
                  </a:lnTo>
                  <a:lnTo>
                    <a:pt x="32753" y="203898"/>
                  </a:lnTo>
                  <a:lnTo>
                    <a:pt x="33245" y="196392"/>
                  </a:lnTo>
                  <a:lnTo>
                    <a:pt x="33267" y="196059"/>
                  </a:lnTo>
                  <a:lnTo>
                    <a:pt x="60115" y="188223"/>
                  </a:lnTo>
                  <a:lnTo>
                    <a:pt x="64446" y="183651"/>
                  </a:lnTo>
                  <a:lnTo>
                    <a:pt x="65779" y="177911"/>
                  </a:lnTo>
                  <a:lnTo>
                    <a:pt x="69061" y="165990"/>
                  </a:lnTo>
                  <a:lnTo>
                    <a:pt x="73309" y="154401"/>
                  </a:lnTo>
                  <a:lnTo>
                    <a:pt x="78500" y="143201"/>
                  </a:lnTo>
                  <a:lnTo>
                    <a:pt x="84510" y="132626"/>
                  </a:lnTo>
                  <a:lnTo>
                    <a:pt x="87725" y="127454"/>
                  </a:lnTo>
                  <a:lnTo>
                    <a:pt x="87835" y="123555"/>
                  </a:lnTo>
                  <a:lnTo>
                    <a:pt x="87903" y="121167"/>
                  </a:lnTo>
                  <a:lnTo>
                    <a:pt x="74466" y="96631"/>
                  </a:lnTo>
                  <a:lnTo>
                    <a:pt x="79632" y="90724"/>
                  </a:lnTo>
                  <a:lnTo>
                    <a:pt x="85049" y="85061"/>
                  </a:lnTo>
                  <a:lnTo>
                    <a:pt x="90732" y="79621"/>
                  </a:lnTo>
                  <a:lnTo>
                    <a:pt x="96640" y="74444"/>
                  </a:lnTo>
                  <a:lnTo>
                    <a:pt x="151937" y="74444"/>
                  </a:lnTo>
                  <a:lnTo>
                    <a:pt x="154414" y="73294"/>
                  </a:lnTo>
                  <a:lnTo>
                    <a:pt x="166005" y="69041"/>
                  </a:lnTo>
                  <a:lnTo>
                    <a:pt x="177933" y="65757"/>
                  </a:lnTo>
                  <a:lnTo>
                    <a:pt x="183661" y="64423"/>
                  </a:lnTo>
                  <a:lnTo>
                    <a:pt x="188233" y="60105"/>
                  </a:lnTo>
                  <a:lnTo>
                    <a:pt x="190585" y="52054"/>
                  </a:lnTo>
                  <a:lnTo>
                    <a:pt x="123551" y="52054"/>
                  </a:lnTo>
                  <a:lnTo>
                    <a:pt x="97286" y="37639"/>
                  </a:lnTo>
                  <a:close/>
                </a:path>
                <a:path extrusionOk="0" h="423545" w="423545">
                  <a:moveTo>
                    <a:pt x="350797" y="371459"/>
                  </a:moveTo>
                  <a:lnTo>
                    <a:pt x="299967" y="371459"/>
                  </a:lnTo>
                  <a:lnTo>
                    <a:pt x="326316" y="385873"/>
                  </a:lnTo>
                  <a:lnTo>
                    <a:pt x="325899" y="385873"/>
                  </a:lnTo>
                  <a:lnTo>
                    <a:pt x="332929" y="385391"/>
                  </a:lnTo>
                  <a:lnTo>
                    <a:pt x="333097" y="385391"/>
                  </a:lnTo>
                  <a:lnTo>
                    <a:pt x="338232" y="381606"/>
                  </a:lnTo>
                  <a:lnTo>
                    <a:pt x="350245" y="371972"/>
                  </a:lnTo>
                  <a:lnTo>
                    <a:pt x="350797" y="371459"/>
                  </a:lnTo>
                  <a:close/>
                </a:path>
                <a:path extrusionOk="0" h="423545" w="423545">
                  <a:moveTo>
                    <a:pt x="121177" y="335619"/>
                  </a:moveTo>
                  <a:lnTo>
                    <a:pt x="96640" y="349069"/>
                  </a:lnTo>
                  <a:lnTo>
                    <a:pt x="151959" y="349069"/>
                  </a:lnTo>
                  <a:lnTo>
                    <a:pt x="143222" y="345025"/>
                  </a:lnTo>
                  <a:lnTo>
                    <a:pt x="132467" y="338921"/>
                  </a:lnTo>
                  <a:lnTo>
                    <a:pt x="127463" y="335797"/>
                  </a:lnTo>
                  <a:lnTo>
                    <a:pt x="121177" y="335619"/>
                  </a:lnTo>
                  <a:close/>
                </a:path>
                <a:path extrusionOk="0" h="423545" w="423545">
                  <a:moveTo>
                    <a:pt x="372921" y="74444"/>
                  </a:moveTo>
                  <a:lnTo>
                    <a:pt x="326891" y="74444"/>
                  </a:lnTo>
                  <a:lnTo>
                    <a:pt x="332797" y="79621"/>
                  </a:lnTo>
                  <a:lnTo>
                    <a:pt x="338479" y="85061"/>
                  </a:lnTo>
                  <a:lnTo>
                    <a:pt x="343900" y="90724"/>
                  </a:lnTo>
                  <a:lnTo>
                    <a:pt x="349078" y="96631"/>
                  </a:lnTo>
                  <a:lnTo>
                    <a:pt x="335641" y="121167"/>
                  </a:lnTo>
                  <a:lnTo>
                    <a:pt x="335709" y="123555"/>
                  </a:lnTo>
                  <a:lnTo>
                    <a:pt x="335819" y="127454"/>
                  </a:lnTo>
                  <a:lnTo>
                    <a:pt x="338931" y="132445"/>
                  </a:lnTo>
                  <a:lnTo>
                    <a:pt x="345034" y="143201"/>
                  </a:lnTo>
                  <a:lnTo>
                    <a:pt x="350223" y="154401"/>
                  </a:lnTo>
                  <a:lnTo>
                    <a:pt x="354470" y="165990"/>
                  </a:lnTo>
                  <a:lnTo>
                    <a:pt x="357752" y="177911"/>
                  </a:lnTo>
                  <a:lnTo>
                    <a:pt x="359086" y="183651"/>
                  </a:lnTo>
                  <a:lnTo>
                    <a:pt x="363404" y="188223"/>
                  </a:lnTo>
                  <a:lnTo>
                    <a:pt x="390264" y="196059"/>
                  </a:lnTo>
                  <a:lnTo>
                    <a:pt x="390779" y="203898"/>
                  </a:lnTo>
                  <a:lnTo>
                    <a:pt x="390950" y="211750"/>
                  </a:lnTo>
                  <a:lnTo>
                    <a:pt x="390779" y="219596"/>
                  </a:lnTo>
                  <a:lnTo>
                    <a:pt x="390285" y="227108"/>
                  </a:lnTo>
                  <a:lnTo>
                    <a:pt x="390264" y="227428"/>
                  </a:lnTo>
                  <a:lnTo>
                    <a:pt x="363404" y="235289"/>
                  </a:lnTo>
                  <a:lnTo>
                    <a:pt x="359086" y="239861"/>
                  </a:lnTo>
                  <a:lnTo>
                    <a:pt x="357752" y="245602"/>
                  </a:lnTo>
                  <a:lnTo>
                    <a:pt x="354472" y="257522"/>
                  </a:lnTo>
                  <a:lnTo>
                    <a:pt x="350227" y="269109"/>
                  </a:lnTo>
                  <a:lnTo>
                    <a:pt x="345040" y="280306"/>
                  </a:lnTo>
                  <a:lnTo>
                    <a:pt x="339024" y="290892"/>
                  </a:lnTo>
                  <a:lnTo>
                    <a:pt x="335819" y="296046"/>
                  </a:lnTo>
                  <a:lnTo>
                    <a:pt x="335709" y="299958"/>
                  </a:lnTo>
                  <a:lnTo>
                    <a:pt x="335641" y="302333"/>
                  </a:lnTo>
                  <a:lnTo>
                    <a:pt x="349078" y="326882"/>
                  </a:lnTo>
                  <a:lnTo>
                    <a:pt x="343899" y="332788"/>
                  </a:lnTo>
                  <a:lnTo>
                    <a:pt x="338465" y="338461"/>
                  </a:lnTo>
                  <a:lnTo>
                    <a:pt x="332791" y="343891"/>
                  </a:lnTo>
                  <a:lnTo>
                    <a:pt x="326891" y="349069"/>
                  </a:lnTo>
                  <a:lnTo>
                    <a:pt x="372917" y="349069"/>
                  </a:lnTo>
                  <a:lnTo>
                    <a:pt x="381615" y="338223"/>
                  </a:lnTo>
                  <a:lnTo>
                    <a:pt x="385400" y="333105"/>
                  </a:lnTo>
                  <a:lnTo>
                    <a:pt x="385827" y="326882"/>
                  </a:lnTo>
                  <a:lnTo>
                    <a:pt x="385870" y="326259"/>
                  </a:lnTo>
                  <a:lnTo>
                    <a:pt x="371481" y="299958"/>
                  </a:lnTo>
                  <a:lnTo>
                    <a:pt x="376074" y="291055"/>
                  </a:lnTo>
                  <a:lnTo>
                    <a:pt x="380324" y="281579"/>
                  </a:lnTo>
                  <a:lnTo>
                    <a:pt x="383967" y="272045"/>
                  </a:lnTo>
                  <a:lnTo>
                    <a:pt x="387076" y="262315"/>
                  </a:lnTo>
                  <a:lnTo>
                    <a:pt x="415867" y="253907"/>
                  </a:lnTo>
                  <a:lnTo>
                    <a:pt x="423532" y="211750"/>
                  </a:lnTo>
                  <a:lnTo>
                    <a:pt x="422975" y="196392"/>
                  </a:lnTo>
                  <a:lnTo>
                    <a:pt x="421303" y="181098"/>
                  </a:lnTo>
                  <a:lnTo>
                    <a:pt x="420389" y="174786"/>
                  </a:lnTo>
                  <a:lnTo>
                    <a:pt x="415867" y="169605"/>
                  </a:lnTo>
                  <a:lnTo>
                    <a:pt x="387076" y="161197"/>
                  </a:lnTo>
                  <a:lnTo>
                    <a:pt x="383968" y="151469"/>
                  </a:lnTo>
                  <a:lnTo>
                    <a:pt x="380326" y="141938"/>
                  </a:lnTo>
                  <a:lnTo>
                    <a:pt x="376161" y="132626"/>
                  </a:lnTo>
                  <a:lnTo>
                    <a:pt x="371481" y="123555"/>
                  </a:lnTo>
                  <a:lnTo>
                    <a:pt x="385870" y="97240"/>
                  </a:lnTo>
                  <a:lnTo>
                    <a:pt x="385423" y="90724"/>
                  </a:lnTo>
                  <a:lnTo>
                    <a:pt x="385400" y="90395"/>
                  </a:lnTo>
                  <a:lnTo>
                    <a:pt x="381615" y="85290"/>
                  </a:lnTo>
                  <a:lnTo>
                    <a:pt x="372921" y="74444"/>
                  </a:lnTo>
                  <a:close/>
                </a:path>
                <a:path extrusionOk="0" h="423545" w="423545">
                  <a:moveTo>
                    <a:pt x="151937" y="74444"/>
                  </a:moveTo>
                  <a:lnTo>
                    <a:pt x="96640" y="74444"/>
                  </a:lnTo>
                  <a:lnTo>
                    <a:pt x="121270" y="87918"/>
                  </a:lnTo>
                  <a:lnTo>
                    <a:pt x="127092" y="87918"/>
                  </a:lnTo>
                  <a:lnTo>
                    <a:pt x="132467" y="84604"/>
                  </a:lnTo>
                  <a:lnTo>
                    <a:pt x="143216" y="78491"/>
                  </a:lnTo>
                  <a:lnTo>
                    <a:pt x="151937" y="74444"/>
                  </a:lnTo>
                  <a:close/>
                </a:path>
                <a:path extrusionOk="0" h="423545" w="423545">
                  <a:moveTo>
                    <a:pt x="261201" y="32559"/>
                  </a:moveTo>
                  <a:lnTo>
                    <a:pt x="211761" y="32559"/>
                  </a:lnTo>
                  <a:lnTo>
                    <a:pt x="219611" y="32731"/>
                  </a:lnTo>
                  <a:lnTo>
                    <a:pt x="227450" y="33245"/>
                  </a:lnTo>
                  <a:lnTo>
                    <a:pt x="235311" y="60105"/>
                  </a:lnTo>
                  <a:lnTo>
                    <a:pt x="239883" y="64423"/>
                  </a:lnTo>
                  <a:lnTo>
                    <a:pt x="245611" y="65757"/>
                  </a:lnTo>
                  <a:lnTo>
                    <a:pt x="257537" y="69041"/>
                  </a:lnTo>
                  <a:lnTo>
                    <a:pt x="269134" y="73294"/>
                  </a:lnTo>
                  <a:lnTo>
                    <a:pt x="280338" y="78491"/>
                  </a:lnTo>
                  <a:lnTo>
                    <a:pt x="291092" y="84604"/>
                  </a:lnTo>
                  <a:lnTo>
                    <a:pt x="296323" y="87918"/>
                  </a:lnTo>
                  <a:lnTo>
                    <a:pt x="302355" y="87918"/>
                  </a:lnTo>
                  <a:lnTo>
                    <a:pt x="326891" y="74444"/>
                  </a:lnTo>
                  <a:lnTo>
                    <a:pt x="372921" y="74444"/>
                  </a:lnTo>
                  <a:lnTo>
                    <a:pt x="372000" y="73294"/>
                  </a:lnTo>
                  <a:lnTo>
                    <a:pt x="361510" y="62007"/>
                  </a:lnTo>
                  <a:lnTo>
                    <a:pt x="350799" y="52054"/>
                  </a:lnTo>
                  <a:lnTo>
                    <a:pt x="299967" y="52054"/>
                  </a:lnTo>
                  <a:lnTo>
                    <a:pt x="290903" y="47359"/>
                  </a:lnTo>
                  <a:lnTo>
                    <a:pt x="281595" y="43187"/>
                  </a:lnTo>
                  <a:lnTo>
                    <a:pt x="272065" y="39547"/>
                  </a:lnTo>
                  <a:lnTo>
                    <a:pt x="262337" y="36445"/>
                  </a:lnTo>
                  <a:lnTo>
                    <a:pt x="261251" y="32731"/>
                  </a:lnTo>
                  <a:lnTo>
                    <a:pt x="261201" y="32559"/>
                  </a:lnTo>
                  <a:close/>
                </a:path>
                <a:path extrusionOk="0" h="423545" w="423545">
                  <a:moveTo>
                    <a:pt x="211766" y="0"/>
                  </a:moveTo>
                  <a:lnTo>
                    <a:pt x="169614" y="7642"/>
                  </a:lnTo>
                  <a:lnTo>
                    <a:pt x="161207" y="36445"/>
                  </a:lnTo>
                  <a:lnTo>
                    <a:pt x="151476" y="39547"/>
                  </a:lnTo>
                  <a:lnTo>
                    <a:pt x="141941" y="43187"/>
                  </a:lnTo>
                  <a:lnTo>
                    <a:pt x="132625" y="47359"/>
                  </a:lnTo>
                  <a:lnTo>
                    <a:pt x="123551" y="52054"/>
                  </a:lnTo>
                  <a:lnTo>
                    <a:pt x="190585" y="52054"/>
                  </a:lnTo>
                  <a:lnTo>
                    <a:pt x="196081" y="33245"/>
                  </a:lnTo>
                  <a:lnTo>
                    <a:pt x="203913" y="32731"/>
                  </a:lnTo>
                  <a:lnTo>
                    <a:pt x="211761" y="32559"/>
                  </a:lnTo>
                  <a:lnTo>
                    <a:pt x="261201" y="32559"/>
                  </a:lnTo>
                  <a:lnTo>
                    <a:pt x="253917" y="7642"/>
                  </a:lnTo>
                  <a:lnTo>
                    <a:pt x="248723" y="3133"/>
                  </a:lnTo>
                  <a:lnTo>
                    <a:pt x="242423" y="2219"/>
                  </a:lnTo>
                  <a:lnTo>
                    <a:pt x="227124" y="554"/>
                  </a:lnTo>
                  <a:lnTo>
                    <a:pt x="211766" y="0"/>
                  </a:lnTo>
                  <a:close/>
                </a:path>
                <a:path extrusionOk="0" h="423545" w="423545">
                  <a:moveTo>
                    <a:pt x="326269" y="37639"/>
                  </a:moveTo>
                  <a:lnTo>
                    <a:pt x="299967" y="52054"/>
                  </a:lnTo>
                  <a:lnTo>
                    <a:pt x="350799" y="52054"/>
                  </a:lnTo>
                  <a:lnTo>
                    <a:pt x="350245" y="51539"/>
                  </a:lnTo>
                  <a:lnTo>
                    <a:pt x="338232" y="41906"/>
                  </a:lnTo>
                  <a:lnTo>
                    <a:pt x="333127" y="38109"/>
                  </a:lnTo>
                  <a:lnTo>
                    <a:pt x="326269" y="37639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1" name="Google Shape;45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3023" y="4351765"/>
              <a:ext cx="162890" cy="162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26"/>
            <p:cNvSpPr/>
            <p:nvPr/>
          </p:nvSpPr>
          <p:spPr>
            <a:xfrm>
              <a:off x="6862381" y="4677562"/>
              <a:ext cx="684530" cy="488950"/>
            </a:xfrm>
            <a:custGeom>
              <a:rect b="b" l="l" r="r" t="t"/>
              <a:pathLst>
                <a:path extrusionOk="0" h="488950" w="684529">
                  <a:moveTo>
                    <a:pt x="32575" y="333095"/>
                  </a:moveTo>
                  <a:lnTo>
                    <a:pt x="25273" y="325793"/>
                  </a:lnTo>
                  <a:lnTo>
                    <a:pt x="7289" y="325793"/>
                  </a:lnTo>
                  <a:lnTo>
                    <a:pt x="0" y="333095"/>
                  </a:lnTo>
                  <a:lnTo>
                    <a:pt x="0" y="351078"/>
                  </a:lnTo>
                  <a:lnTo>
                    <a:pt x="7289" y="358381"/>
                  </a:lnTo>
                  <a:lnTo>
                    <a:pt x="25273" y="358381"/>
                  </a:lnTo>
                  <a:lnTo>
                    <a:pt x="32575" y="351078"/>
                  </a:lnTo>
                  <a:lnTo>
                    <a:pt x="32575" y="342087"/>
                  </a:lnTo>
                  <a:lnTo>
                    <a:pt x="32575" y="333095"/>
                  </a:lnTo>
                  <a:close/>
                </a:path>
                <a:path extrusionOk="0" h="488950" w="684529">
                  <a:moveTo>
                    <a:pt x="228053" y="398259"/>
                  </a:moveTo>
                  <a:lnTo>
                    <a:pt x="220751" y="390969"/>
                  </a:lnTo>
                  <a:lnTo>
                    <a:pt x="72440" y="390969"/>
                  </a:lnTo>
                  <a:lnTo>
                    <a:pt x="65151" y="398259"/>
                  </a:lnTo>
                  <a:lnTo>
                    <a:pt x="65151" y="416255"/>
                  </a:lnTo>
                  <a:lnTo>
                    <a:pt x="72440" y="423545"/>
                  </a:lnTo>
                  <a:lnTo>
                    <a:pt x="211759" y="423545"/>
                  </a:lnTo>
                  <a:lnTo>
                    <a:pt x="220751" y="423545"/>
                  </a:lnTo>
                  <a:lnTo>
                    <a:pt x="228053" y="416255"/>
                  </a:lnTo>
                  <a:lnTo>
                    <a:pt x="228053" y="398259"/>
                  </a:lnTo>
                  <a:close/>
                </a:path>
                <a:path extrusionOk="0" h="488950" w="684529">
                  <a:moveTo>
                    <a:pt x="293217" y="456120"/>
                  </a:moveTo>
                  <a:lnTo>
                    <a:pt x="293204" y="240030"/>
                  </a:lnTo>
                  <a:lnTo>
                    <a:pt x="291477" y="235889"/>
                  </a:lnTo>
                  <a:lnTo>
                    <a:pt x="283654" y="228066"/>
                  </a:lnTo>
                  <a:lnTo>
                    <a:pt x="241528" y="185940"/>
                  </a:lnTo>
                  <a:lnTo>
                    <a:pt x="237604" y="182016"/>
                  </a:lnTo>
                  <a:lnTo>
                    <a:pt x="237604" y="228066"/>
                  </a:lnTo>
                  <a:lnTo>
                    <a:pt x="195478" y="228066"/>
                  </a:lnTo>
                  <a:lnTo>
                    <a:pt x="195478" y="185940"/>
                  </a:lnTo>
                  <a:lnTo>
                    <a:pt x="237604" y="228066"/>
                  </a:lnTo>
                  <a:lnTo>
                    <a:pt x="237604" y="182016"/>
                  </a:lnTo>
                  <a:lnTo>
                    <a:pt x="218503" y="162915"/>
                  </a:lnTo>
                  <a:lnTo>
                    <a:pt x="187655" y="132067"/>
                  </a:lnTo>
                  <a:lnTo>
                    <a:pt x="183515" y="130340"/>
                  </a:lnTo>
                  <a:lnTo>
                    <a:pt x="11925" y="130340"/>
                  </a:lnTo>
                  <a:lnTo>
                    <a:pt x="7797" y="132067"/>
                  </a:lnTo>
                  <a:lnTo>
                    <a:pt x="1714" y="138150"/>
                  </a:lnTo>
                  <a:lnTo>
                    <a:pt x="0" y="142303"/>
                  </a:lnTo>
                  <a:lnTo>
                    <a:pt x="0" y="285940"/>
                  </a:lnTo>
                  <a:lnTo>
                    <a:pt x="7289" y="293230"/>
                  </a:lnTo>
                  <a:lnTo>
                    <a:pt x="25285" y="293230"/>
                  </a:lnTo>
                  <a:lnTo>
                    <a:pt x="32575" y="285940"/>
                  </a:lnTo>
                  <a:lnTo>
                    <a:pt x="32575" y="162915"/>
                  </a:lnTo>
                  <a:lnTo>
                    <a:pt x="162902" y="162915"/>
                  </a:lnTo>
                  <a:lnTo>
                    <a:pt x="162890" y="248678"/>
                  </a:lnTo>
                  <a:lnTo>
                    <a:pt x="164604" y="252818"/>
                  </a:lnTo>
                  <a:lnTo>
                    <a:pt x="170726" y="258940"/>
                  </a:lnTo>
                  <a:lnTo>
                    <a:pt x="174866" y="260654"/>
                  </a:lnTo>
                  <a:lnTo>
                    <a:pt x="260629" y="260654"/>
                  </a:lnTo>
                  <a:lnTo>
                    <a:pt x="260629" y="456120"/>
                  </a:lnTo>
                  <a:lnTo>
                    <a:pt x="32575" y="456120"/>
                  </a:lnTo>
                  <a:lnTo>
                    <a:pt x="32575" y="398259"/>
                  </a:lnTo>
                  <a:lnTo>
                    <a:pt x="25285" y="390969"/>
                  </a:lnTo>
                  <a:lnTo>
                    <a:pt x="7289" y="390969"/>
                  </a:lnTo>
                  <a:lnTo>
                    <a:pt x="0" y="398259"/>
                  </a:lnTo>
                  <a:lnTo>
                    <a:pt x="0" y="476732"/>
                  </a:lnTo>
                  <a:lnTo>
                    <a:pt x="1714" y="480885"/>
                  </a:lnTo>
                  <a:lnTo>
                    <a:pt x="7823" y="486994"/>
                  </a:lnTo>
                  <a:lnTo>
                    <a:pt x="11963" y="488708"/>
                  </a:lnTo>
                  <a:lnTo>
                    <a:pt x="281241" y="488708"/>
                  </a:lnTo>
                  <a:lnTo>
                    <a:pt x="285394" y="486994"/>
                  </a:lnTo>
                  <a:lnTo>
                    <a:pt x="291503" y="480885"/>
                  </a:lnTo>
                  <a:lnTo>
                    <a:pt x="293217" y="476732"/>
                  </a:lnTo>
                  <a:lnTo>
                    <a:pt x="293217" y="456120"/>
                  </a:lnTo>
                  <a:close/>
                </a:path>
                <a:path extrusionOk="0" h="488950" w="684529">
                  <a:moveTo>
                    <a:pt x="553847" y="44551"/>
                  </a:moveTo>
                  <a:lnTo>
                    <a:pt x="552132" y="40411"/>
                  </a:lnTo>
                  <a:lnTo>
                    <a:pt x="546023" y="34302"/>
                  </a:lnTo>
                  <a:lnTo>
                    <a:pt x="541883" y="32588"/>
                  </a:lnTo>
                  <a:lnTo>
                    <a:pt x="358368" y="32588"/>
                  </a:lnTo>
                  <a:lnTo>
                    <a:pt x="358368" y="7302"/>
                  </a:lnTo>
                  <a:lnTo>
                    <a:pt x="351078" y="0"/>
                  </a:lnTo>
                  <a:lnTo>
                    <a:pt x="333082" y="0"/>
                  </a:lnTo>
                  <a:lnTo>
                    <a:pt x="325793" y="7302"/>
                  </a:lnTo>
                  <a:lnTo>
                    <a:pt x="325793" y="32588"/>
                  </a:lnTo>
                  <a:lnTo>
                    <a:pt x="142290" y="32588"/>
                  </a:lnTo>
                  <a:lnTo>
                    <a:pt x="138137" y="34302"/>
                  </a:lnTo>
                  <a:lnTo>
                    <a:pt x="132029" y="40411"/>
                  </a:lnTo>
                  <a:lnTo>
                    <a:pt x="130314" y="44551"/>
                  </a:lnTo>
                  <a:lnTo>
                    <a:pt x="130314" y="90449"/>
                  </a:lnTo>
                  <a:lnTo>
                    <a:pt x="137617" y="97739"/>
                  </a:lnTo>
                  <a:lnTo>
                    <a:pt x="155600" y="97739"/>
                  </a:lnTo>
                  <a:lnTo>
                    <a:pt x="162902" y="90449"/>
                  </a:lnTo>
                  <a:lnTo>
                    <a:pt x="162902" y="65163"/>
                  </a:lnTo>
                  <a:lnTo>
                    <a:pt x="521271" y="65163"/>
                  </a:lnTo>
                  <a:lnTo>
                    <a:pt x="521271" y="90449"/>
                  </a:lnTo>
                  <a:lnTo>
                    <a:pt x="528561" y="97739"/>
                  </a:lnTo>
                  <a:lnTo>
                    <a:pt x="546557" y="97739"/>
                  </a:lnTo>
                  <a:lnTo>
                    <a:pt x="553847" y="90449"/>
                  </a:lnTo>
                  <a:lnTo>
                    <a:pt x="553847" y="44551"/>
                  </a:lnTo>
                  <a:close/>
                </a:path>
                <a:path extrusionOk="0" h="488950" w="684529">
                  <a:moveTo>
                    <a:pt x="619010" y="398246"/>
                  </a:moveTo>
                  <a:lnTo>
                    <a:pt x="611708" y="390956"/>
                  </a:lnTo>
                  <a:lnTo>
                    <a:pt x="602716" y="390956"/>
                  </a:lnTo>
                  <a:lnTo>
                    <a:pt x="463397" y="390956"/>
                  </a:lnTo>
                  <a:lnTo>
                    <a:pt x="456107" y="398246"/>
                  </a:lnTo>
                  <a:lnTo>
                    <a:pt x="456107" y="416242"/>
                  </a:lnTo>
                  <a:lnTo>
                    <a:pt x="463397" y="423532"/>
                  </a:lnTo>
                  <a:lnTo>
                    <a:pt x="611708" y="423532"/>
                  </a:lnTo>
                  <a:lnTo>
                    <a:pt x="619010" y="416242"/>
                  </a:lnTo>
                  <a:lnTo>
                    <a:pt x="619010" y="398246"/>
                  </a:lnTo>
                  <a:close/>
                </a:path>
                <a:path extrusionOk="0" h="488950" w="684529">
                  <a:moveTo>
                    <a:pt x="684161" y="456120"/>
                  </a:moveTo>
                  <a:lnTo>
                    <a:pt x="684149" y="240017"/>
                  </a:lnTo>
                  <a:lnTo>
                    <a:pt x="682434" y="235877"/>
                  </a:lnTo>
                  <a:lnTo>
                    <a:pt x="674624" y="228066"/>
                  </a:lnTo>
                  <a:lnTo>
                    <a:pt x="651586" y="205028"/>
                  </a:lnTo>
                  <a:lnTo>
                    <a:pt x="651586" y="260642"/>
                  </a:lnTo>
                  <a:lnTo>
                    <a:pt x="651586" y="456120"/>
                  </a:lnTo>
                  <a:lnTo>
                    <a:pt x="423532" y="456120"/>
                  </a:lnTo>
                  <a:lnTo>
                    <a:pt x="423532" y="162902"/>
                  </a:lnTo>
                  <a:lnTo>
                    <a:pt x="553847" y="162902"/>
                  </a:lnTo>
                  <a:lnTo>
                    <a:pt x="553847" y="248666"/>
                  </a:lnTo>
                  <a:lnTo>
                    <a:pt x="555561" y="252818"/>
                  </a:lnTo>
                  <a:lnTo>
                    <a:pt x="561670" y="258927"/>
                  </a:lnTo>
                  <a:lnTo>
                    <a:pt x="565810" y="260642"/>
                  </a:lnTo>
                  <a:lnTo>
                    <a:pt x="651586" y="260642"/>
                  </a:lnTo>
                  <a:lnTo>
                    <a:pt x="651586" y="205028"/>
                  </a:lnTo>
                  <a:lnTo>
                    <a:pt x="632498" y="185940"/>
                  </a:lnTo>
                  <a:lnTo>
                    <a:pt x="628548" y="181991"/>
                  </a:lnTo>
                  <a:lnTo>
                    <a:pt x="628548" y="228066"/>
                  </a:lnTo>
                  <a:lnTo>
                    <a:pt x="586422" y="228066"/>
                  </a:lnTo>
                  <a:lnTo>
                    <a:pt x="586422" y="185940"/>
                  </a:lnTo>
                  <a:lnTo>
                    <a:pt x="628548" y="228066"/>
                  </a:lnTo>
                  <a:lnTo>
                    <a:pt x="628548" y="181991"/>
                  </a:lnTo>
                  <a:lnTo>
                    <a:pt x="609460" y="162902"/>
                  </a:lnTo>
                  <a:lnTo>
                    <a:pt x="578612" y="132054"/>
                  </a:lnTo>
                  <a:lnTo>
                    <a:pt x="574459" y="130340"/>
                  </a:lnTo>
                  <a:lnTo>
                    <a:pt x="402856" y="130340"/>
                  </a:lnTo>
                  <a:lnTo>
                    <a:pt x="398754" y="132054"/>
                  </a:lnTo>
                  <a:lnTo>
                    <a:pt x="392658" y="138150"/>
                  </a:lnTo>
                  <a:lnTo>
                    <a:pt x="390944" y="142290"/>
                  </a:lnTo>
                  <a:lnTo>
                    <a:pt x="390944" y="476732"/>
                  </a:lnTo>
                  <a:lnTo>
                    <a:pt x="392658" y="480872"/>
                  </a:lnTo>
                  <a:lnTo>
                    <a:pt x="398767" y="486981"/>
                  </a:lnTo>
                  <a:lnTo>
                    <a:pt x="402920" y="488696"/>
                  </a:lnTo>
                  <a:lnTo>
                    <a:pt x="672198" y="488696"/>
                  </a:lnTo>
                  <a:lnTo>
                    <a:pt x="676338" y="486981"/>
                  </a:lnTo>
                  <a:lnTo>
                    <a:pt x="682447" y="480872"/>
                  </a:lnTo>
                  <a:lnTo>
                    <a:pt x="684161" y="476732"/>
                  </a:lnTo>
                  <a:lnTo>
                    <a:pt x="684161" y="456120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26"/>
          <p:cNvSpPr/>
          <p:nvPr/>
        </p:nvSpPr>
        <p:spPr>
          <a:xfrm>
            <a:off x="922921" y="4221479"/>
            <a:ext cx="1099820" cy="944880"/>
          </a:xfrm>
          <a:custGeom>
            <a:rect b="b" l="l" r="r" t="t"/>
            <a:pathLst>
              <a:path extrusionOk="0" h="944879" w="1099820">
                <a:moveTo>
                  <a:pt x="807389" y="727938"/>
                </a:moveTo>
                <a:lnTo>
                  <a:pt x="777621" y="679767"/>
                </a:lnTo>
                <a:lnTo>
                  <a:pt x="744181" y="661174"/>
                </a:lnTo>
                <a:lnTo>
                  <a:pt x="701713" y="646455"/>
                </a:lnTo>
                <a:lnTo>
                  <a:pt x="652767" y="635762"/>
                </a:lnTo>
                <a:lnTo>
                  <a:pt x="599821" y="629221"/>
                </a:lnTo>
                <a:lnTo>
                  <a:pt x="571182" y="628065"/>
                </a:lnTo>
                <a:lnTo>
                  <a:pt x="571182" y="266268"/>
                </a:lnTo>
                <a:lnTo>
                  <a:pt x="717207" y="266268"/>
                </a:lnTo>
                <a:lnTo>
                  <a:pt x="723646" y="259829"/>
                </a:lnTo>
                <a:lnTo>
                  <a:pt x="723646" y="240499"/>
                </a:lnTo>
                <a:lnTo>
                  <a:pt x="723646" y="214731"/>
                </a:lnTo>
                <a:lnTo>
                  <a:pt x="723646" y="188963"/>
                </a:lnTo>
                <a:lnTo>
                  <a:pt x="723646" y="42938"/>
                </a:lnTo>
                <a:lnTo>
                  <a:pt x="723646" y="6438"/>
                </a:lnTo>
                <a:lnTo>
                  <a:pt x="717207" y="0"/>
                </a:lnTo>
                <a:lnTo>
                  <a:pt x="680707" y="0"/>
                </a:lnTo>
                <a:lnTo>
                  <a:pt x="680707" y="49390"/>
                </a:lnTo>
                <a:lnTo>
                  <a:pt x="680707" y="182524"/>
                </a:lnTo>
                <a:lnTo>
                  <a:pt x="674268" y="188963"/>
                </a:lnTo>
                <a:lnTo>
                  <a:pt x="573341" y="188963"/>
                </a:lnTo>
                <a:lnTo>
                  <a:pt x="573341" y="221170"/>
                </a:lnTo>
                <a:lnTo>
                  <a:pt x="573341" y="234061"/>
                </a:lnTo>
                <a:lnTo>
                  <a:pt x="566889" y="240499"/>
                </a:lnTo>
                <a:lnTo>
                  <a:pt x="523951" y="240499"/>
                </a:lnTo>
                <a:lnTo>
                  <a:pt x="517512" y="234061"/>
                </a:lnTo>
                <a:lnTo>
                  <a:pt x="517512" y="221170"/>
                </a:lnTo>
                <a:lnTo>
                  <a:pt x="523951" y="214731"/>
                </a:lnTo>
                <a:lnTo>
                  <a:pt x="566889" y="214731"/>
                </a:lnTo>
                <a:lnTo>
                  <a:pt x="573341" y="221170"/>
                </a:lnTo>
                <a:lnTo>
                  <a:pt x="573341" y="188963"/>
                </a:lnTo>
                <a:lnTo>
                  <a:pt x="416585" y="188963"/>
                </a:lnTo>
                <a:lnTo>
                  <a:pt x="410133" y="182524"/>
                </a:lnTo>
                <a:lnTo>
                  <a:pt x="410133" y="49390"/>
                </a:lnTo>
                <a:lnTo>
                  <a:pt x="416585" y="42938"/>
                </a:lnTo>
                <a:lnTo>
                  <a:pt x="674268" y="42938"/>
                </a:lnTo>
                <a:lnTo>
                  <a:pt x="680707" y="49390"/>
                </a:lnTo>
                <a:lnTo>
                  <a:pt x="680707" y="0"/>
                </a:lnTo>
                <a:lnTo>
                  <a:pt x="373634" y="0"/>
                </a:lnTo>
                <a:lnTo>
                  <a:pt x="367195" y="6438"/>
                </a:lnTo>
                <a:lnTo>
                  <a:pt x="367195" y="259829"/>
                </a:lnTo>
                <a:lnTo>
                  <a:pt x="373634" y="266268"/>
                </a:lnTo>
                <a:lnTo>
                  <a:pt x="519645" y="266268"/>
                </a:lnTo>
                <a:lnTo>
                  <a:pt x="519645" y="628065"/>
                </a:lnTo>
                <a:lnTo>
                  <a:pt x="438073" y="635762"/>
                </a:lnTo>
                <a:lnTo>
                  <a:pt x="389115" y="646455"/>
                </a:lnTo>
                <a:lnTo>
                  <a:pt x="346659" y="661174"/>
                </a:lnTo>
                <a:lnTo>
                  <a:pt x="313220" y="679767"/>
                </a:lnTo>
                <a:lnTo>
                  <a:pt x="283438" y="727938"/>
                </a:lnTo>
                <a:lnTo>
                  <a:pt x="291312" y="754608"/>
                </a:lnTo>
                <a:lnTo>
                  <a:pt x="346659" y="796455"/>
                </a:lnTo>
                <a:lnTo>
                  <a:pt x="389115" y="811403"/>
                </a:lnTo>
                <a:lnTo>
                  <a:pt x="438073" y="822223"/>
                </a:lnTo>
                <a:lnTo>
                  <a:pt x="491020" y="828802"/>
                </a:lnTo>
                <a:lnTo>
                  <a:pt x="545414" y="831011"/>
                </a:lnTo>
                <a:lnTo>
                  <a:pt x="599821" y="828802"/>
                </a:lnTo>
                <a:lnTo>
                  <a:pt x="652767" y="822223"/>
                </a:lnTo>
                <a:lnTo>
                  <a:pt x="701713" y="811403"/>
                </a:lnTo>
                <a:lnTo>
                  <a:pt x="744181" y="796455"/>
                </a:lnTo>
                <a:lnTo>
                  <a:pt x="777621" y="777494"/>
                </a:lnTo>
                <a:lnTo>
                  <a:pt x="799528" y="754608"/>
                </a:lnTo>
                <a:lnTo>
                  <a:pt x="807389" y="727938"/>
                </a:lnTo>
                <a:close/>
              </a:path>
              <a:path extrusionOk="0" h="944879" w="1099820">
                <a:moveTo>
                  <a:pt x="1099426" y="281292"/>
                </a:moveTo>
                <a:lnTo>
                  <a:pt x="1092987" y="274853"/>
                </a:lnTo>
                <a:lnTo>
                  <a:pt x="1056487" y="274853"/>
                </a:lnTo>
                <a:lnTo>
                  <a:pt x="1056487" y="324243"/>
                </a:lnTo>
                <a:lnTo>
                  <a:pt x="1056487" y="457377"/>
                </a:lnTo>
                <a:lnTo>
                  <a:pt x="1050048" y="463816"/>
                </a:lnTo>
                <a:lnTo>
                  <a:pt x="949121" y="463816"/>
                </a:lnTo>
                <a:lnTo>
                  <a:pt x="949121" y="496023"/>
                </a:lnTo>
                <a:lnTo>
                  <a:pt x="949121" y="508914"/>
                </a:lnTo>
                <a:lnTo>
                  <a:pt x="942670" y="515353"/>
                </a:lnTo>
                <a:lnTo>
                  <a:pt x="899731" y="515353"/>
                </a:lnTo>
                <a:lnTo>
                  <a:pt x="893292" y="508914"/>
                </a:lnTo>
                <a:lnTo>
                  <a:pt x="893292" y="496023"/>
                </a:lnTo>
                <a:lnTo>
                  <a:pt x="899731" y="489585"/>
                </a:lnTo>
                <a:lnTo>
                  <a:pt x="942670" y="489585"/>
                </a:lnTo>
                <a:lnTo>
                  <a:pt x="949121" y="496023"/>
                </a:lnTo>
                <a:lnTo>
                  <a:pt x="949121" y="463816"/>
                </a:lnTo>
                <a:lnTo>
                  <a:pt x="792365" y="463816"/>
                </a:lnTo>
                <a:lnTo>
                  <a:pt x="785914" y="457377"/>
                </a:lnTo>
                <a:lnTo>
                  <a:pt x="785914" y="324243"/>
                </a:lnTo>
                <a:lnTo>
                  <a:pt x="792365" y="317792"/>
                </a:lnTo>
                <a:lnTo>
                  <a:pt x="1050048" y="317792"/>
                </a:lnTo>
                <a:lnTo>
                  <a:pt x="1056487" y="324243"/>
                </a:lnTo>
                <a:lnTo>
                  <a:pt x="1056487" y="274853"/>
                </a:lnTo>
                <a:lnTo>
                  <a:pt x="749414" y="274853"/>
                </a:lnTo>
                <a:lnTo>
                  <a:pt x="742975" y="281292"/>
                </a:lnTo>
                <a:lnTo>
                  <a:pt x="742975" y="534682"/>
                </a:lnTo>
                <a:lnTo>
                  <a:pt x="749414" y="541121"/>
                </a:lnTo>
                <a:lnTo>
                  <a:pt x="895426" y="541121"/>
                </a:lnTo>
                <a:lnTo>
                  <a:pt x="895426" y="820280"/>
                </a:lnTo>
                <a:lnTo>
                  <a:pt x="807402" y="820280"/>
                </a:lnTo>
                <a:lnTo>
                  <a:pt x="807402" y="785926"/>
                </a:lnTo>
                <a:lnTo>
                  <a:pt x="767994" y="813473"/>
                </a:lnTo>
                <a:lnTo>
                  <a:pt x="718375" y="832675"/>
                </a:lnTo>
                <a:lnTo>
                  <a:pt x="664845" y="844981"/>
                </a:lnTo>
                <a:lnTo>
                  <a:pt x="613689" y="851814"/>
                </a:lnTo>
                <a:lnTo>
                  <a:pt x="571195" y="854646"/>
                </a:lnTo>
                <a:lnTo>
                  <a:pt x="564743" y="855878"/>
                </a:lnTo>
                <a:lnTo>
                  <a:pt x="558304" y="856526"/>
                </a:lnTo>
                <a:lnTo>
                  <a:pt x="551865" y="856754"/>
                </a:lnTo>
                <a:lnTo>
                  <a:pt x="532536" y="856526"/>
                </a:lnTo>
                <a:lnTo>
                  <a:pt x="526097" y="855878"/>
                </a:lnTo>
                <a:lnTo>
                  <a:pt x="519658" y="854646"/>
                </a:lnTo>
                <a:lnTo>
                  <a:pt x="477151" y="851814"/>
                </a:lnTo>
                <a:lnTo>
                  <a:pt x="425996" y="844981"/>
                </a:lnTo>
                <a:lnTo>
                  <a:pt x="372465" y="832675"/>
                </a:lnTo>
                <a:lnTo>
                  <a:pt x="322859" y="813473"/>
                </a:lnTo>
                <a:lnTo>
                  <a:pt x="283451" y="785926"/>
                </a:lnTo>
                <a:lnTo>
                  <a:pt x="283451" y="820280"/>
                </a:lnTo>
                <a:lnTo>
                  <a:pt x="203987" y="820280"/>
                </a:lnTo>
                <a:lnTo>
                  <a:pt x="203987" y="541121"/>
                </a:lnTo>
                <a:lnTo>
                  <a:pt x="350012" y="541121"/>
                </a:lnTo>
                <a:lnTo>
                  <a:pt x="356450" y="534682"/>
                </a:lnTo>
                <a:lnTo>
                  <a:pt x="356450" y="281292"/>
                </a:lnTo>
                <a:lnTo>
                  <a:pt x="350012" y="274853"/>
                </a:lnTo>
                <a:lnTo>
                  <a:pt x="313512" y="274853"/>
                </a:lnTo>
                <a:lnTo>
                  <a:pt x="313512" y="324243"/>
                </a:lnTo>
                <a:lnTo>
                  <a:pt x="313512" y="457377"/>
                </a:lnTo>
                <a:lnTo>
                  <a:pt x="307073" y="463816"/>
                </a:lnTo>
                <a:lnTo>
                  <a:pt x="206146" y="463816"/>
                </a:lnTo>
                <a:lnTo>
                  <a:pt x="206146" y="496023"/>
                </a:lnTo>
                <a:lnTo>
                  <a:pt x="206146" y="508914"/>
                </a:lnTo>
                <a:lnTo>
                  <a:pt x="199694" y="515353"/>
                </a:lnTo>
                <a:lnTo>
                  <a:pt x="156756" y="515353"/>
                </a:lnTo>
                <a:lnTo>
                  <a:pt x="150317" y="508914"/>
                </a:lnTo>
                <a:lnTo>
                  <a:pt x="150317" y="496023"/>
                </a:lnTo>
                <a:lnTo>
                  <a:pt x="156756" y="489585"/>
                </a:lnTo>
                <a:lnTo>
                  <a:pt x="199694" y="489585"/>
                </a:lnTo>
                <a:lnTo>
                  <a:pt x="206146" y="496023"/>
                </a:lnTo>
                <a:lnTo>
                  <a:pt x="206146" y="463816"/>
                </a:lnTo>
                <a:lnTo>
                  <a:pt x="49390" y="463816"/>
                </a:lnTo>
                <a:lnTo>
                  <a:pt x="42938" y="457377"/>
                </a:lnTo>
                <a:lnTo>
                  <a:pt x="42938" y="324243"/>
                </a:lnTo>
                <a:lnTo>
                  <a:pt x="49390" y="317792"/>
                </a:lnTo>
                <a:lnTo>
                  <a:pt x="307073" y="317792"/>
                </a:lnTo>
                <a:lnTo>
                  <a:pt x="313512" y="324243"/>
                </a:lnTo>
                <a:lnTo>
                  <a:pt x="313512" y="274853"/>
                </a:lnTo>
                <a:lnTo>
                  <a:pt x="6438" y="274853"/>
                </a:lnTo>
                <a:lnTo>
                  <a:pt x="0" y="281292"/>
                </a:lnTo>
                <a:lnTo>
                  <a:pt x="0" y="534682"/>
                </a:lnTo>
                <a:lnTo>
                  <a:pt x="6438" y="541121"/>
                </a:lnTo>
                <a:lnTo>
                  <a:pt x="152450" y="541121"/>
                </a:lnTo>
                <a:lnTo>
                  <a:pt x="152450" y="846048"/>
                </a:lnTo>
                <a:lnTo>
                  <a:pt x="154368" y="856411"/>
                </a:lnTo>
                <a:lnTo>
                  <a:pt x="159702" y="864565"/>
                </a:lnTo>
                <a:lnTo>
                  <a:pt x="167855" y="869899"/>
                </a:lnTo>
                <a:lnTo>
                  <a:pt x="178219" y="871816"/>
                </a:lnTo>
                <a:lnTo>
                  <a:pt x="283451" y="871816"/>
                </a:lnTo>
                <a:lnTo>
                  <a:pt x="283451" y="878255"/>
                </a:lnTo>
                <a:lnTo>
                  <a:pt x="342671" y="906614"/>
                </a:lnTo>
                <a:lnTo>
                  <a:pt x="395262" y="923493"/>
                </a:lnTo>
                <a:lnTo>
                  <a:pt x="447433" y="935405"/>
                </a:lnTo>
                <a:lnTo>
                  <a:pt x="498983" y="942492"/>
                </a:lnTo>
                <a:lnTo>
                  <a:pt x="549719" y="944829"/>
                </a:lnTo>
                <a:lnTo>
                  <a:pt x="600989" y="942492"/>
                </a:lnTo>
                <a:lnTo>
                  <a:pt x="651751" y="935405"/>
                </a:lnTo>
                <a:lnTo>
                  <a:pt x="702005" y="923493"/>
                </a:lnTo>
                <a:lnTo>
                  <a:pt x="751738" y="906614"/>
                </a:lnTo>
                <a:lnTo>
                  <a:pt x="800963" y="884707"/>
                </a:lnTo>
                <a:lnTo>
                  <a:pt x="807402" y="878255"/>
                </a:lnTo>
                <a:lnTo>
                  <a:pt x="807402" y="871816"/>
                </a:lnTo>
                <a:lnTo>
                  <a:pt x="921194" y="871816"/>
                </a:lnTo>
                <a:lnTo>
                  <a:pt x="931570" y="869899"/>
                </a:lnTo>
                <a:lnTo>
                  <a:pt x="939723" y="864565"/>
                </a:lnTo>
                <a:lnTo>
                  <a:pt x="945057" y="856411"/>
                </a:lnTo>
                <a:lnTo>
                  <a:pt x="946962" y="846048"/>
                </a:lnTo>
                <a:lnTo>
                  <a:pt x="946962" y="541121"/>
                </a:lnTo>
                <a:lnTo>
                  <a:pt x="1092987" y="541121"/>
                </a:lnTo>
                <a:lnTo>
                  <a:pt x="1099426" y="534682"/>
                </a:lnTo>
                <a:lnTo>
                  <a:pt x="1099426" y="515353"/>
                </a:lnTo>
                <a:lnTo>
                  <a:pt x="1099426" y="489585"/>
                </a:lnTo>
                <a:lnTo>
                  <a:pt x="1099426" y="463816"/>
                </a:lnTo>
                <a:lnTo>
                  <a:pt x="1099426" y="317792"/>
                </a:lnTo>
                <a:lnTo>
                  <a:pt x="1099426" y="281292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910183" y="1761127"/>
            <a:ext cx="983678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Spark en la nube y on-premise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/>
          <p:nvPr/>
        </p:nvSpPr>
        <p:spPr>
          <a:xfrm>
            <a:off x="12904043" y="4518610"/>
            <a:ext cx="4798060" cy="3311525"/>
          </a:xfrm>
          <a:custGeom>
            <a:rect b="b" l="l" r="r" t="t"/>
            <a:pathLst>
              <a:path extrusionOk="0" h="3311525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3380" y="3299167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87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"/>
          <p:cNvSpPr/>
          <p:nvPr/>
        </p:nvSpPr>
        <p:spPr>
          <a:xfrm>
            <a:off x="7133208" y="4518610"/>
            <a:ext cx="4798060" cy="3311525"/>
          </a:xfrm>
          <a:custGeom>
            <a:rect b="b" l="l" r="r" t="t"/>
            <a:pathLst>
              <a:path extrusionOk="0" h="3311525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0484" y="3298050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87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7"/>
          <p:cNvSpPr/>
          <p:nvPr/>
        </p:nvSpPr>
        <p:spPr>
          <a:xfrm>
            <a:off x="1362372" y="4518610"/>
            <a:ext cx="4798060" cy="3311525"/>
          </a:xfrm>
          <a:custGeom>
            <a:rect b="b" l="l" r="r" t="t"/>
            <a:pathLst>
              <a:path extrusionOk="0" h="3311525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3380" y="3299167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74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7"/>
          <p:cNvSpPr txBox="1"/>
          <p:nvPr/>
        </p:nvSpPr>
        <p:spPr>
          <a:xfrm>
            <a:off x="9617075" y="333678"/>
            <a:ext cx="47644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65" name="Google Shape;465;p27"/>
          <p:cNvSpPr txBox="1"/>
          <p:nvPr>
            <p:ph type="title"/>
          </p:nvPr>
        </p:nvSpPr>
        <p:spPr>
          <a:xfrm>
            <a:off x="905494" y="295405"/>
            <a:ext cx="66802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27.</a:t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905494" y="1761127"/>
            <a:ext cx="916876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Aplicaciones reales de Spark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67" name="Google Shape;467;p27"/>
          <p:cNvGrpSpPr/>
          <p:nvPr/>
        </p:nvGrpSpPr>
        <p:grpSpPr>
          <a:xfrm>
            <a:off x="12469389" y="3988795"/>
            <a:ext cx="1113790" cy="1040765"/>
            <a:chOff x="12469389" y="3988795"/>
            <a:chExt cx="1113790" cy="1040765"/>
          </a:xfrm>
        </p:grpSpPr>
        <p:sp>
          <p:nvSpPr>
            <p:cNvPr id="468" name="Google Shape;468;p27"/>
            <p:cNvSpPr/>
            <p:nvPr/>
          </p:nvSpPr>
          <p:spPr>
            <a:xfrm>
              <a:off x="12469389" y="3988795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12589192" y="4146232"/>
              <a:ext cx="874394" cy="725805"/>
            </a:xfrm>
            <a:custGeom>
              <a:rect b="b" l="l" r="r" t="t"/>
              <a:pathLst>
                <a:path extrusionOk="0" h="725804" w="874394">
                  <a:moveTo>
                    <a:pt x="874293" y="80403"/>
                  </a:moveTo>
                  <a:lnTo>
                    <a:pt x="868667" y="74269"/>
                  </a:lnTo>
                  <a:lnTo>
                    <a:pt x="849198" y="74269"/>
                  </a:lnTo>
                  <a:lnTo>
                    <a:pt x="849198" y="99872"/>
                  </a:lnTo>
                  <a:lnTo>
                    <a:pt x="849198" y="700659"/>
                  </a:lnTo>
                  <a:lnTo>
                    <a:pt x="25615" y="700659"/>
                  </a:lnTo>
                  <a:lnTo>
                    <a:pt x="25615" y="176187"/>
                  </a:lnTo>
                  <a:lnTo>
                    <a:pt x="266852" y="176187"/>
                  </a:lnTo>
                  <a:lnTo>
                    <a:pt x="269925" y="175158"/>
                  </a:lnTo>
                  <a:lnTo>
                    <a:pt x="271970" y="173113"/>
                  </a:lnTo>
                  <a:lnTo>
                    <a:pt x="301879" y="151091"/>
                  </a:lnTo>
                  <a:lnTo>
                    <a:pt x="371424" y="99872"/>
                  </a:lnTo>
                  <a:lnTo>
                    <a:pt x="849198" y="99872"/>
                  </a:lnTo>
                  <a:lnTo>
                    <a:pt x="849198" y="74269"/>
                  </a:lnTo>
                  <a:lnTo>
                    <a:pt x="370687" y="74269"/>
                  </a:lnTo>
                  <a:lnTo>
                    <a:pt x="347256" y="57213"/>
                  </a:lnTo>
                  <a:lnTo>
                    <a:pt x="347256" y="88087"/>
                  </a:lnTo>
                  <a:lnTo>
                    <a:pt x="260705" y="151091"/>
                  </a:lnTo>
                  <a:lnTo>
                    <a:pt x="25615" y="151091"/>
                  </a:lnTo>
                  <a:lnTo>
                    <a:pt x="25615" y="25603"/>
                  </a:lnTo>
                  <a:lnTo>
                    <a:pt x="260705" y="25603"/>
                  </a:lnTo>
                  <a:lnTo>
                    <a:pt x="347256" y="88087"/>
                  </a:lnTo>
                  <a:lnTo>
                    <a:pt x="347256" y="57213"/>
                  </a:lnTo>
                  <a:lnTo>
                    <a:pt x="303834" y="25603"/>
                  </a:lnTo>
                  <a:lnTo>
                    <a:pt x="271462" y="2044"/>
                  </a:lnTo>
                  <a:lnTo>
                    <a:pt x="268897" y="508"/>
                  </a:lnTo>
                  <a:lnTo>
                    <a:pt x="266852" y="0"/>
                  </a:lnTo>
                  <a:lnTo>
                    <a:pt x="5638" y="0"/>
                  </a:lnTo>
                  <a:lnTo>
                    <a:pt x="0" y="5626"/>
                  </a:lnTo>
                  <a:lnTo>
                    <a:pt x="0" y="170548"/>
                  </a:lnTo>
                  <a:lnTo>
                    <a:pt x="12" y="720115"/>
                  </a:lnTo>
                  <a:lnTo>
                    <a:pt x="5638" y="725754"/>
                  </a:lnTo>
                  <a:lnTo>
                    <a:pt x="861491" y="725754"/>
                  </a:lnTo>
                  <a:lnTo>
                    <a:pt x="868667" y="725754"/>
                  </a:lnTo>
                  <a:lnTo>
                    <a:pt x="874293" y="720636"/>
                  </a:lnTo>
                  <a:lnTo>
                    <a:pt x="874293" y="8040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0" name="Google Shape;47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29807" y="4393098"/>
              <a:ext cx="194627" cy="283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27"/>
            <p:cNvSpPr/>
            <p:nvPr/>
          </p:nvSpPr>
          <p:spPr>
            <a:xfrm>
              <a:off x="12840681" y="4651242"/>
              <a:ext cx="371475" cy="26034"/>
            </a:xfrm>
            <a:custGeom>
              <a:rect b="b" l="l" r="r" t="t"/>
              <a:pathLst>
                <a:path extrusionOk="0" h="26035" w="371475">
                  <a:moveTo>
                    <a:pt x="365696" y="0"/>
                  </a:moveTo>
                  <a:lnTo>
                    <a:pt x="5638" y="0"/>
                  </a:lnTo>
                  <a:lnTo>
                    <a:pt x="0" y="5626"/>
                  </a:lnTo>
                  <a:lnTo>
                    <a:pt x="0" y="19456"/>
                  </a:lnTo>
                  <a:lnTo>
                    <a:pt x="5638" y="25603"/>
                  </a:lnTo>
                  <a:lnTo>
                    <a:pt x="359041" y="25603"/>
                  </a:lnTo>
                  <a:lnTo>
                    <a:pt x="365696" y="25603"/>
                  </a:lnTo>
                  <a:lnTo>
                    <a:pt x="371335" y="19456"/>
                  </a:lnTo>
                  <a:lnTo>
                    <a:pt x="371335" y="5626"/>
                  </a:lnTo>
                  <a:lnTo>
                    <a:pt x="365696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2" name="Google Shape;47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186920" y="4587214"/>
              <a:ext cx="193090" cy="1541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673201" y="4587214"/>
              <a:ext cx="193090" cy="1541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" name="Google Shape;474;p27"/>
          <p:cNvGrpSpPr/>
          <p:nvPr/>
        </p:nvGrpSpPr>
        <p:grpSpPr>
          <a:xfrm>
            <a:off x="6698555" y="3988795"/>
            <a:ext cx="1113790" cy="1040765"/>
            <a:chOff x="6698555" y="3988795"/>
            <a:chExt cx="1113790" cy="1040765"/>
          </a:xfrm>
        </p:grpSpPr>
        <p:sp>
          <p:nvSpPr>
            <p:cNvPr id="475" name="Google Shape;475;p27"/>
            <p:cNvSpPr/>
            <p:nvPr/>
          </p:nvSpPr>
          <p:spPr>
            <a:xfrm>
              <a:off x="6698555" y="3988795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6865087" y="4146232"/>
              <a:ext cx="781050" cy="725805"/>
            </a:xfrm>
            <a:custGeom>
              <a:rect b="b" l="l" r="r" t="t"/>
              <a:pathLst>
                <a:path extrusionOk="0" h="725804" w="781050">
                  <a:moveTo>
                    <a:pt x="111429" y="211899"/>
                  </a:moveTo>
                  <a:lnTo>
                    <a:pt x="104000" y="204470"/>
                  </a:lnTo>
                  <a:lnTo>
                    <a:pt x="94716" y="204470"/>
                  </a:lnTo>
                  <a:lnTo>
                    <a:pt x="85432" y="204470"/>
                  </a:lnTo>
                  <a:lnTo>
                    <a:pt x="78003" y="211899"/>
                  </a:lnTo>
                  <a:lnTo>
                    <a:pt x="78003" y="230466"/>
                  </a:lnTo>
                  <a:lnTo>
                    <a:pt x="85432" y="237896"/>
                  </a:lnTo>
                  <a:lnTo>
                    <a:pt x="104000" y="237896"/>
                  </a:lnTo>
                  <a:lnTo>
                    <a:pt x="111429" y="230466"/>
                  </a:lnTo>
                  <a:lnTo>
                    <a:pt x="111429" y="211899"/>
                  </a:lnTo>
                  <a:close/>
                </a:path>
                <a:path extrusionOk="0" h="725804" w="781050">
                  <a:moveTo>
                    <a:pt x="111429" y="96939"/>
                  </a:moveTo>
                  <a:lnTo>
                    <a:pt x="104000" y="89509"/>
                  </a:lnTo>
                  <a:lnTo>
                    <a:pt x="85432" y="89509"/>
                  </a:lnTo>
                  <a:lnTo>
                    <a:pt x="78003" y="96939"/>
                  </a:lnTo>
                  <a:lnTo>
                    <a:pt x="78003" y="115506"/>
                  </a:lnTo>
                  <a:lnTo>
                    <a:pt x="85432" y="122936"/>
                  </a:lnTo>
                  <a:lnTo>
                    <a:pt x="104000" y="122936"/>
                  </a:lnTo>
                  <a:lnTo>
                    <a:pt x="111429" y="115328"/>
                  </a:lnTo>
                  <a:lnTo>
                    <a:pt x="111429" y="106222"/>
                  </a:lnTo>
                  <a:lnTo>
                    <a:pt x="111429" y="96939"/>
                  </a:lnTo>
                  <a:close/>
                </a:path>
                <a:path extrusionOk="0" h="725804" w="781050">
                  <a:moveTo>
                    <a:pt x="189611" y="328701"/>
                  </a:moveTo>
                  <a:lnTo>
                    <a:pt x="182181" y="321271"/>
                  </a:lnTo>
                  <a:lnTo>
                    <a:pt x="172897" y="321271"/>
                  </a:lnTo>
                  <a:lnTo>
                    <a:pt x="163614" y="321271"/>
                  </a:lnTo>
                  <a:lnTo>
                    <a:pt x="156184" y="328701"/>
                  </a:lnTo>
                  <a:lnTo>
                    <a:pt x="156184" y="347268"/>
                  </a:lnTo>
                  <a:lnTo>
                    <a:pt x="163614" y="354698"/>
                  </a:lnTo>
                  <a:lnTo>
                    <a:pt x="182181" y="354698"/>
                  </a:lnTo>
                  <a:lnTo>
                    <a:pt x="189611" y="347268"/>
                  </a:lnTo>
                  <a:lnTo>
                    <a:pt x="189611" y="328701"/>
                  </a:lnTo>
                  <a:close/>
                </a:path>
                <a:path extrusionOk="0" h="725804" w="781050">
                  <a:moveTo>
                    <a:pt x="271322" y="96939"/>
                  </a:moveTo>
                  <a:lnTo>
                    <a:pt x="263715" y="89509"/>
                  </a:lnTo>
                  <a:lnTo>
                    <a:pt x="254609" y="89509"/>
                  </a:lnTo>
                  <a:lnTo>
                    <a:pt x="245325" y="89509"/>
                  </a:lnTo>
                  <a:lnTo>
                    <a:pt x="237896" y="96939"/>
                  </a:lnTo>
                  <a:lnTo>
                    <a:pt x="237896" y="115506"/>
                  </a:lnTo>
                  <a:lnTo>
                    <a:pt x="245325" y="122936"/>
                  </a:lnTo>
                  <a:lnTo>
                    <a:pt x="263893" y="122936"/>
                  </a:lnTo>
                  <a:lnTo>
                    <a:pt x="271322" y="115506"/>
                  </a:lnTo>
                  <a:lnTo>
                    <a:pt x="271322" y="96939"/>
                  </a:lnTo>
                  <a:close/>
                </a:path>
                <a:path extrusionOk="0" h="725804" w="781050">
                  <a:moveTo>
                    <a:pt x="518490" y="274294"/>
                  </a:moveTo>
                  <a:lnTo>
                    <a:pt x="503275" y="247929"/>
                  </a:lnTo>
                  <a:lnTo>
                    <a:pt x="492772" y="229730"/>
                  </a:lnTo>
                  <a:lnTo>
                    <a:pt x="484187" y="214871"/>
                  </a:lnTo>
                  <a:lnTo>
                    <a:pt x="417398" y="99174"/>
                  </a:lnTo>
                  <a:lnTo>
                    <a:pt x="399453" y="68160"/>
                  </a:lnTo>
                  <a:lnTo>
                    <a:pt x="399453" y="103263"/>
                  </a:lnTo>
                  <a:lnTo>
                    <a:pt x="399453" y="210781"/>
                  </a:lnTo>
                  <a:lnTo>
                    <a:pt x="399313" y="210921"/>
                  </a:lnTo>
                  <a:lnTo>
                    <a:pt x="399313" y="238823"/>
                  </a:lnTo>
                  <a:lnTo>
                    <a:pt x="397116" y="245084"/>
                  </a:lnTo>
                  <a:lnTo>
                    <a:pt x="390537" y="247929"/>
                  </a:lnTo>
                  <a:lnTo>
                    <a:pt x="383857" y="245084"/>
                  </a:lnTo>
                  <a:lnTo>
                    <a:pt x="381622" y="238823"/>
                  </a:lnTo>
                  <a:lnTo>
                    <a:pt x="383857" y="232575"/>
                  </a:lnTo>
                  <a:lnTo>
                    <a:pt x="390537" y="229730"/>
                  </a:lnTo>
                  <a:lnTo>
                    <a:pt x="397116" y="232575"/>
                  </a:lnTo>
                  <a:lnTo>
                    <a:pt x="399313" y="238823"/>
                  </a:lnTo>
                  <a:lnTo>
                    <a:pt x="399313" y="210921"/>
                  </a:lnTo>
                  <a:lnTo>
                    <a:pt x="395363" y="214871"/>
                  </a:lnTo>
                  <a:lnTo>
                    <a:pt x="385711" y="214871"/>
                  </a:lnTo>
                  <a:lnTo>
                    <a:pt x="381622" y="210972"/>
                  </a:lnTo>
                  <a:lnTo>
                    <a:pt x="381622" y="103263"/>
                  </a:lnTo>
                  <a:lnTo>
                    <a:pt x="385521" y="99174"/>
                  </a:lnTo>
                  <a:lnTo>
                    <a:pt x="395363" y="99174"/>
                  </a:lnTo>
                  <a:lnTo>
                    <a:pt x="399453" y="103263"/>
                  </a:lnTo>
                  <a:lnTo>
                    <a:pt x="399453" y="68160"/>
                  </a:lnTo>
                  <a:lnTo>
                    <a:pt x="390537" y="52743"/>
                  </a:lnTo>
                  <a:lnTo>
                    <a:pt x="262585" y="274294"/>
                  </a:lnTo>
                  <a:lnTo>
                    <a:pt x="518490" y="274294"/>
                  </a:lnTo>
                  <a:close/>
                </a:path>
                <a:path extrusionOk="0" h="725804" w="781050">
                  <a:moveTo>
                    <a:pt x="528523" y="645693"/>
                  </a:moveTo>
                  <a:lnTo>
                    <a:pt x="515251" y="620572"/>
                  </a:lnTo>
                  <a:lnTo>
                    <a:pt x="503910" y="593140"/>
                  </a:lnTo>
                  <a:lnTo>
                    <a:pt x="494512" y="563486"/>
                  </a:lnTo>
                  <a:lnTo>
                    <a:pt x="487108" y="531672"/>
                  </a:lnTo>
                  <a:lnTo>
                    <a:pt x="293789" y="531672"/>
                  </a:lnTo>
                  <a:lnTo>
                    <a:pt x="286372" y="563486"/>
                  </a:lnTo>
                  <a:lnTo>
                    <a:pt x="276974" y="593140"/>
                  </a:lnTo>
                  <a:lnTo>
                    <a:pt x="265633" y="620572"/>
                  </a:lnTo>
                  <a:lnTo>
                    <a:pt x="252374" y="645693"/>
                  </a:lnTo>
                  <a:lnTo>
                    <a:pt x="528523" y="645693"/>
                  </a:lnTo>
                  <a:close/>
                </a:path>
                <a:path extrusionOk="0" h="725804" w="781050">
                  <a:moveTo>
                    <a:pt x="543191" y="96939"/>
                  </a:moveTo>
                  <a:lnTo>
                    <a:pt x="535762" y="89509"/>
                  </a:lnTo>
                  <a:lnTo>
                    <a:pt x="517194" y="89509"/>
                  </a:lnTo>
                  <a:lnTo>
                    <a:pt x="509765" y="96939"/>
                  </a:lnTo>
                  <a:lnTo>
                    <a:pt x="509765" y="115316"/>
                  </a:lnTo>
                  <a:lnTo>
                    <a:pt x="517194" y="122936"/>
                  </a:lnTo>
                  <a:lnTo>
                    <a:pt x="526478" y="122936"/>
                  </a:lnTo>
                  <a:lnTo>
                    <a:pt x="535762" y="122936"/>
                  </a:lnTo>
                  <a:lnTo>
                    <a:pt x="543191" y="115506"/>
                  </a:lnTo>
                  <a:lnTo>
                    <a:pt x="543191" y="96939"/>
                  </a:lnTo>
                  <a:close/>
                </a:path>
                <a:path extrusionOk="0" h="725804" w="781050">
                  <a:moveTo>
                    <a:pt x="593699" y="667791"/>
                  </a:moveTo>
                  <a:lnTo>
                    <a:pt x="589419" y="663524"/>
                  </a:lnTo>
                  <a:lnTo>
                    <a:pt x="584225" y="663524"/>
                  </a:lnTo>
                  <a:lnTo>
                    <a:pt x="191452" y="663524"/>
                  </a:lnTo>
                  <a:lnTo>
                    <a:pt x="187375" y="667791"/>
                  </a:lnTo>
                  <a:lnTo>
                    <a:pt x="187375" y="721652"/>
                  </a:lnTo>
                  <a:lnTo>
                    <a:pt x="191643" y="725741"/>
                  </a:lnTo>
                  <a:lnTo>
                    <a:pt x="589419" y="725741"/>
                  </a:lnTo>
                  <a:lnTo>
                    <a:pt x="593509" y="721461"/>
                  </a:lnTo>
                  <a:lnTo>
                    <a:pt x="593509" y="672807"/>
                  </a:lnTo>
                  <a:lnTo>
                    <a:pt x="593699" y="667791"/>
                  </a:lnTo>
                  <a:close/>
                </a:path>
                <a:path extrusionOk="0" h="725804" w="781050">
                  <a:moveTo>
                    <a:pt x="624713" y="328701"/>
                  </a:moveTo>
                  <a:lnTo>
                    <a:pt x="617283" y="321271"/>
                  </a:lnTo>
                  <a:lnTo>
                    <a:pt x="598716" y="321271"/>
                  </a:lnTo>
                  <a:lnTo>
                    <a:pt x="591286" y="328701"/>
                  </a:lnTo>
                  <a:lnTo>
                    <a:pt x="591286" y="347268"/>
                  </a:lnTo>
                  <a:lnTo>
                    <a:pt x="598893" y="354698"/>
                  </a:lnTo>
                  <a:lnTo>
                    <a:pt x="607999" y="354698"/>
                  </a:lnTo>
                  <a:lnTo>
                    <a:pt x="617283" y="354698"/>
                  </a:lnTo>
                  <a:lnTo>
                    <a:pt x="624713" y="347268"/>
                  </a:lnTo>
                  <a:lnTo>
                    <a:pt x="624713" y="328701"/>
                  </a:lnTo>
                  <a:close/>
                </a:path>
                <a:path extrusionOk="0" h="725804" w="781050">
                  <a:moveTo>
                    <a:pt x="702894" y="211899"/>
                  </a:moveTo>
                  <a:lnTo>
                    <a:pt x="695464" y="204470"/>
                  </a:lnTo>
                  <a:lnTo>
                    <a:pt x="676897" y="204470"/>
                  </a:lnTo>
                  <a:lnTo>
                    <a:pt x="669467" y="211899"/>
                  </a:lnTo>
                  <a:lnTo>
                    <a:pt x="669467" y="221183"/>
                  </a:lnTo>
                  <a:lnTo>
                    <a:pt x="669467" y="230466"/>
                  </a:lnTo>
                  <a:lnTo>
                    <a:pt x="676897" y="237896"/>
                  </a:lnTo>
                  <a:lnTo>
                    <a:pt x="695464" y="237896"/>
                  </a:lnTo>
                  <a:lnTo>
                    <a:pt x="702894" y="230466"/>
                  </a:lnTo>
                  <a:lnTo>
                    <a:pt x="702894" y="211899"/>
                  </a:lnTo>
                  <a:close/>
                </a:path>
                <a:path extrusionOk="0" h="725804" w="781050">
                  <a:moveTo>
                    <a:pt x="702894" y="96939"/>
                  </a:moveTo>
                  <a:lnTo>
                    <a:pt x="695464" y="89509"/>
                  </a:lnTo>
                  <a:lnTo>
                    <a:pt x="676897" y="89509"/>
                  </a:lnTo>
                  <a:lnTo>
                    <a:pt x="669467" y="96939"/>
                  </a:lnTo>
                  <a:lnTo>
                    <a:pt x="669467" y="115506"/>
                  </a:lnTo>
                  <a:lnTo>
                    <a:pt x="676897" y="122936"/>
                  </a:lnTo>
                  <a:lnTo>
                    <a:pt x="695464" y="122936"/>
                  </a:lnTo>
                  <a:lnTo>
                    <a:pt x="702894" y="115328"/>
                  </a:lnTo>
                  <a:lnTo>
                    <a:pt x="702894" y="106222"/>
                  </a:lnTo>
                  <a:lnTo>
                    <a:pt x="702894" y="96939"/>
                  </a:lnTo>
                  <a:close/>
                </a:path>
                <a:path extrusionOk="0" h="725804" w="781050">
                  <a:moveTo>
                    <a:pt x="780707" y="416166"/>
                  </a:moveTo>
                  <a:lnTo>
                    <a:pt x="404837" y="416166"/>
                  </a:lnTo>
                  <a:lnTo>
                    <a:pt x="404837" y="460184"/>
                  </a:lnTo>
                  <a:lnTo>
                    <a:pt x="404837" y="470027"/>
                  </a:lnTo>
                  <a:lnTo>
                    <a:pt x="400748" y="473925"/>
                  </a:lnTo>
                  <a:lnTo>
                    <a:pt x="380885" y="473925"/>
                  </a:lnTo>
                  <a:lnTo>
                    <a:pt x="376796" y="469836"/>
                  </a:lnTo>
                  <a:lnTo>
                    <a:pt x="376796" y="459994"/>
                  </a:lnTo>
                  <a:lnTo>
                    <a:pt x="380885" y="456095"/>
                  </a:lnTo>
                  <a:lnTo>
                    <a:pt x="400748" y="456095"/>
                  </a:lnTo>
                  <a:lnTo>
                    <a:pt x="404837" y="460184"/>
                  </a:lnTo>
                  <a:lnTo>
                    <a:pt x="404837" y="416166"/>
                  </a:lnTo>
                  <a:lnTo>
                    <a:pt x="0" y="416166"/>
                  </a:lnTo>
                  <a:lnTo>
                    <a:pt x="0" y="495096"/>
                  </a:lnTo>
                  <a:lnTo>
                    <a:pt x="1460" y="502297"/>
                  </a:lnTo>
                  <a:lnTo>
                    <a:pt x="5461" y="508203"/>
                  </a:lnTo>
                  <a:lnTo>
                    <a:pt x="11353" y="512191"/>
                  </a:lnTo>
                  <a:lnTo>
                    <a:pt x="18567" y="513664"/>
                  </a:lnTo>
                  <a:lnTo>
                    <a:pt x="762139" y="513664"/>
                  </a:lnTo>
                  <a:lnTo>
                    <a:pt x="769353" y="512191"/>
                  </a:lnTo>
                  <a:lnTo>
                    <a:pt x="775258" y="508203"/>
                  </a:lnTo>
                  <a:lnTo>
                    <a:pt x="779246" y="502297"/>
                  </a:lnTo>
                  <a:lnTo>
                    <a:pt x="780707" y="495096"/>
                  </a:lnTo>
                  <a:lnTo>
                    <a:pt x="780707" y="473925"/>
                  </a:lnTo>
                  <a:lnTo>
                    <a:pt x="780707" y="456095"/>
                  </a:lnTo>
                  <a:lnTo>
                    <a:pt x="780707" y="416166"/>
                  </a:lnTo>
                  <a:close/>
                </a:path>
                <a:path extrusionOk="0" h="725804" w="781050">
                  <a:moveTo>
                    <a:pt x="780884" y="18567"/>
                  </a:moveTo>
                  <a:lnTo>
                    <a:pt x="779424" y="11366"/>
                  </a:lnTo>
                  <a:lnTo>
                    <a:pt x="775436" y="5461"/>
                  </a:lnTo>
                  <a:lnTo>
                    <a:pt x="769531" y="1473"/>
                  </a:lnTo>
                  <a:lnTo>
                    <a:pt x="762317" y="0"/>
                  </a:lnTo>
                  <a:lnTo>
                    <a:pt x="720725" y="0"/>
                  </a:lnTo>
                  <a:lnTo>
                    <a:pt x="720725" y="106032"/>
                  </a:lnTo>
                  <a:lnTo>
                    <a:pt x="718794" y="117449"/>
                  </a:lnTo>
                  <a:lnTo>
                    <a:pt x="713422" y="127279"/>
                  </a:lnTo>
                  <a:lnTo>
                    <a:pt x="705294" y="134848"/>
                  </a:lnTo>
                  <a:lnTo>
                    <a:pt x="695096" y="139471"/>
                  </a:lnTo>
                  <a:lnTo>
                    <a:pt x="695096" y="187744"/>
                  </a:lnTo>
                  <a:lnTo>
                    <a:pt x="720725" y="221170"/>
                  </a:lnTo>
                  <a:lnTo>
                    <a:pt x="718019" y="234645"/>
                  </a:lnTo>
                  <a:lnTo>
                    <a:pt x="710628" y="245618"/>
                  </a:lnTo>
                  <a:lnTo>
                    <a:pt x="699655" y="253009"/>
                  </a:lnTo>
                  <a:lnTo>
                    <a:pt x="686181" y="255714"/>
                  </a:lnTo>
                  <a:lnTo>
                    <a:pt x="674776" y="253771"/>
                  </a:lnTo>
                  <a:lnTo>
                    <a:pt x="664946" y="248399"/>
                  </a:lnTo>
                  <a:lnTo>
                    <a:pt x="657377" y="240284"/>
                  </a:lnTo>
                  <a:lnTo>
                    <a:pt x="652754" y="230085"/>
                  </a:lnTo>
                  <a:lnTo>
                    <a:pt x="513473" y="230085"/>
                  </a:lnTo>
                  <a:lnTo>
                    <a:pt x="541515" y="278739"/>
                  </a:lnTo>
                  <a:lnTo>
                    <a:pt x="543179" y="281533"/>
                  </a:lnTo>
                  <a:lnTo>
                    <a:pt x="543001" y="284873"/>
                  </a:lnTo>
                  <a:lnTo>
                    <a:pt x="541515" y="287655"/>
                  </a:lnTo>
                  <a:lnTo>
                    <a:pt x="539838" y="290449"/>
                  </a:lnTo>
                  <a:lnTo>
                    <a:pt x="537057" y="292112"/>
                  </a:lnTo>
                  <a:lnTo>
                    <a:pt x="479488" y="292112"/>
                  </a:lnTo>
                  <a:lnTo>
                    <a:pt x="479488" y="329069"/>
                  </a:lnTo>
                  <a:lnTo>
                    <a:pt x="574573" y="329069"/>
                  </a:lnTo>
                  <a:lnTo>
                    <a:pt x="579196" y="318884"/>
                  </a:lnTo>
                  <a:lnTo>
                    <a:pt x="586765" y="310756"/>
                  </a:lnTo>
                  <a:lnTo>
                    <a:pt x="596595" y="305384"/>
                  </a:lnTo>
                  <a:lnTo>
                    <a:pt x="607999" y="303441"/>
                  </a:lnTo>
                  <a:lnTo>
                    <a:pt x="621474" y="306146"/>
                  </a:lnTo>
                  <a:lnTo>
                    <a:pt x="632447" y="313537"/>
                  </a:lnTo>
                  <a:lnTo>
                    <a:pt x="639838" y="324523"/>
                  </a:lnTo>
                  <a:lnTo>
                    <a:pt x="642543" y="337985"/>
                  </a:lnTo>
                  <a:lnTo>
                    <a:pt x="640740" y="346900"/>
                  </a:lnTo>
                  <a:lnTo>
                    <a:pt x="607999" y="372529"/>
                  </a:lnTo>
                  <a:lnTo>
                    <a:pt x="596595" y="370586"/>
                  </a:lnTo>
                  <a:lnTo>
                    <a:pt x="586765" y="365213"/>
                  </a:lnTo>
                  <a:lnTo>
                    <a:pt x="579196" y="357098"/>
                  </a:lnTo>
                  <a:lnTo>
                    <a:pt x="574573" y="346900"/>
                  </a:lnTo>
                  <a:lnTo>
                    <a:pt x="465747" y="346900"/>
                  </a:lnTo>
                  <a:lnTo>
                    <a:pt x="461657" y="343001"/>
                  </a:lnTo>
                  <a:lnTo>
                    <a:pt x="461657" y="292112"/>
                  </a:lnTo>
                  <a:lnTo>
                    <a:pt x="319036" y="292112"/>
                  </a:lnTo>
                  <a:lnTo>
                    <a:pt x="319036" y="343001"/>
                  </a:lnTo>
                  <a:lnTo>
                    <a:pt x="314947" y="346900"/>
                  </a:lnTo>
                  <a:lnTo>
                    <a:pt x="206133" y="346900"/>
                  </a:lnTo>
                  <a:lnTo>
                    <a:pt x="201510" y="357098"/>
                  </a:lnTo>
                  <a:lnTo>
                    <a:pt x="193954" y="365213"/>
                  </a:lnTo>
                  <a:lnTo>
                    <a:pt x="184124" y="370586"/>
                  </a:lnTo>
                  <a:lnTo>
                    <a:pt x="172707" y="372529"/>
                  </a:lnTo>
                  <a:lnTo>
                    <a:pt x="159321" y="369824"/>
                  </a:lnTo>
                  <a:lnTo>
                    <a:pt x="148336" y="362432"/>
                  </a:lnTo>
                  <a:lnTo>
                    <a:pt x="140906" y="351459"/>
                  </a:lnTo>
                  <a:lnTo>
                    <a:pt x="138163" y="337985"/>
                  </a:lnTo>
                  <a:lnTo>
                    <a:pt x="140881" y="324523"/>
                  </a:lnTo>
                  <a:lnTo>
                    <a:pt x="148272" y="313537"/>
                  </a:lnTo>
                  <a:lnTo>
                    <a:pt x="159245" y="306146"/>
                  </a:lnTo>
                  <a:lnTo>
                    <a:pt x="172707" y="303441"/>
                  </a:lnTo>
                  <a:lnTo>
                    <a:pt x="184124" y="305384"/>
                  </a:lnTo>
                  <a:lnTo>
                    <a:pt x="193954" y="310756"/>
                  </a:lnTo>
                  <a:lnTo>
                    <a:pt x="201510" y="318884"/>
                  </a:lnTo>
                  <a:lnTo>
                    <a:pt x="206133" y="329069"/>
                  </a:lnTo>
                  <a:lnTo>
                    <a:pt x="301205" y="329069"/>
                  </a:lnTo>
                  <a:lnTo>
                    <a:pt x="301205" y="303441"/>
                  </a:lnTo>
                  <a:lnTo>
                    <a:pt x="301205" y="292112"/>
                  </a:lnTo>
                  <a:lnTo>
                    <a:pt x="243827" y="292112"/>
                  </a:lnTo>
                  <a:lnTo>
                    <a:pt x="240855" y="290449"/>
                  </a:lnTo>
                  <a:lnTo>
                    <a:pt x="239179" y="287655"/>
                  </a:lnTo>
                  <a:lnTo>
                    <a:pt x="237693" y="284873"/>
                  </a:lnTo>
                  <a:lnTo>
                    <a:pt x="237515" y="281533"/>
                  </a:lnTo>
                  <a:lnTo>
                    <a:pt x="239179" y="278739"/>
                  </a:lnTo>
                  <a:lnTo>
                    <a:pt x="252450" y="255714"/>
                  </a:lnTo>
                  <a:lnTo>
                    <a:pt x="267220" y="230085"/>
                  </a:lnTo>
                  <a:lnTo>
                    <a:pt x="127952" y="230085"/>
                  </a:lnTo>
                  <a:lnTo>
                    <a:pt x="123329" y="240284"/>
                  </a:lnTo>
                  <a:lnTo>
                    <a:pt x="115760" y="248399"/>
                  </a:lnTo>
                  <a:lnTo>
                    <a:pt x="105943" y="253771"/>
                  </a:lnTo>
                  <a:lnTo>
                    <a:pt x="94526" y="255714"/>
                  </a:lnTo>
                  <a:lnTo>
                    <a:pt x="81064" y="253009"/>
                  </a:lnTo>
                  <a:lnTo>
                    <a:pt x="70078" y="245618"/>
                  </a:lnTo>
                  <a:lnTo>
                    <a:pt x="62687" y="234645"/>
                  </a:lnTo>
                  <a:lnTo>
                    <a:pt x="59982" y="221170"/>
                  </a:lnTo>
                  <a:lnTo>
                    <a:pt x="61925" y="209791"/>
                  </a:lnTo>
                  <a:lnTo>
                    <a:pt x="67297" y="200012"/>
                  </a:lnTo>
                  <a:lnTo>
                    <a:pt x="75412" y="192455"/>
                  </a:lnTo>
                  <a:lnTo>
                    <a:pt x="85610" y="187744"/>
                  </a:lnTo>
                  <a:lnTo>
                    <a:pt x="85610" y="139471"/>
                  </a:lnTo>
                  <a:lnTo>
                    <a:pt x="75412" y="134848"/>
                  </a:lnTo>
                  <a:lnTo>
                    <a:pt x="67297" y="127279"/>
                  </a:lnTo>
                  <a:lnTo>
                    <a:pt x="61925" y="117449"/>
                  </a:lnTo>
                  <a:lnTo>
                    <a:pt x="60020" y="106222"/>
                  </a:lnTo>
                  <a:lnTo>
                    <a:pt x="59982" y="106032"/>
                  </a:lnTo>
                  <a:lnTo>
                    <a:pt x="62687" y="92760"/>
                  </a:lnTo>
                  <a:lnTo>
                    <a:pt x="62725" y="92570"/>
                  </a:lnTo>
                  <a:lnTo>
                    <a:pt x="70027" y="81775"/>
                  </a:lnTo>
                  <a:lnTo>
                    <a:pt x="70154" y="81597"/>
                  </a:lnTo>
                  <a:lnTo>
                    <a:pt x="81140" y="74206"/>
                  </a:lnTo>
                  <a:lnTo>
                    <a:pt x="94526" y="71501"/>
                  </a:lnTo>
                  <a:lnTo>
                    <a:pt x="108000" y="74206"/>
                  </a:lnTo>
                  <a:lnTo>
                    <a:pt x="118973" y="81597"/>
                  </a:lnTo>
                  <a:lnTo>
                    <a:pt x="126352" y="92570"/>
                  </a:lnTo>
                  <a:lnTo>
                    <a:pt x="129057" y="106032"/>
                  </a:lnTo>
                  <a:lnTo>
                    <a:pt x="127127" y="117449"/>
                  </a:lnTo>
                  <a:lnTo>
                    <a:pt x="121754" y="127279"/>
                  </a:lnTo>
                  <a:lnTo>
                    <a:pt x="113626" y="134848"/>
                  </a:lnTo>
                  <a:lnTo>
                    <a:pt x="103428" y="139471"/>
                  </a:lnTo>
                  <a:lnTo>
                    <a:pt x="103428" y="187744"/>
                  </a:lnTo>
                  <a:lnTo>
                    <a:pt x="111836" y="191236"/>
                  </a:lnTo>
                  <a:lnTo>
                    <a:pt x="118973" y="196735"/>
                  </a:lnTo>
                  <a:lnTo>
                    <a:pt x="124460" y="203873"/>
                  </a:lnTo>
                  <a:lnTo>
                    <a:pt x="127952" y="212267"/>
                  </a:lnTo>
                  <a:lnTo>
                    <a:pt x="277622" y="212267"/>
                  </a:lnTo>
                  <a:lnTo>
                    <a:pt x="318909" y="140766"/>
                  </a:lnTo>
                  <a:lnTo>
                    <a:pt x="333705" y="115138"/>
                  </a:lnTo>
                  <a:lnTo>
                    <a:pt x="287845" y="115138"/>
                  </a:lnTo>
                  <a:lnTo>
                    <a:pt x="283222" y="125336"/>
                  </a:lnTo>
                  <a:lnTo>
                    <a:pt x="275653" y="133451"/>
                  </a:lnTo>
                  <a:lnTo>
                    <a:pt x="265836" y="138823"/>
                  </a:lnTo>
                  <a:lnTo>
                    <a:pt x="254419" y="140766"/>
                  </a:lnTo>
                  <a:lnTo>
                    <a:pt x="240957" y="138061"/>
                  </a:lnTo>
                  <a:lnTo>
                    <a:pt x="229971" y="130670"/>
                  </a:lnTo>
                  <a:lnTo>
                    <a:pt x="222580" y="119697"/>
                  </a:lnTo>
                  <a:lnTo>
                    <a:pt x="219875" y="106222"/>
                  </a:lnTo>
                  <a:lnTo>
                    <a:pt x="222580" y="92760"/>
                  </a:lnTo>
                  <a:lnTo>
                    <a:pt x="229971" y="81775"/>
                  </a:lnTo>
                  <a:lnTo>
                    <a:pt x="240957" y="74383"/>
                  </a:lnTo>
                  <a:lnTo>
                    <a:pt x="254419" y="71678"/>
                  </a:lnTo>
                  <a:lnTo>
                    <a:pt x="265811" y="73621"/>
                  </a:lnTo>
                  <a:lnTo>
                    <a:pt x="275590" y="78994"/>
                  </a:lnTo>
                  <a:lnTo>
                    <a:pt x="283146" y="87122"/>
                  </a:lnTo>
                  <a:lnTo>
                    <a:pt x="287845" y="97307"/>
                  </a:lnTo>
                  <a:lnTo>
                    <a:pt x="344106" y="97307"/>
                  </a:lnTo>
                  <a:lnTo>
                    <a:pt x="358927" y="71678"/>
                  </a:lnTo>
                  <a:lnTo>
                    <a:pt x="359029" y="71501"/>
                  </a:lnTo>
                  <a:lnTo>
                    <a:pt x="382739" y="30454"/>
                  </a:lnTo>
                  <a:lnTo>
                    <a:pt x="384403" y="27673"/>
                  </a:lnTo>
                  <a:lnTo>
                    <a:pt x="387375" y="25996"/>
                  </a:lnTo>
                  <a:lnTo>
                    <a:pt x="393687" y="25996"/>
                  </a:lnTo>
                  <a:lnTo>
                    <a:pt x="396659" y="27673"/>
                  </a:lnTo>
                  <a:lnTo>
                    <a:pt x="398335" y="30454"/>
                  </a:lnTo>
                  <a:lnTo>
                    <a:pt x="436956" y="97307"/>
                  </a:lnTo>
                  <a:lnTo>
                    <a:pt x="493229" y="97307"/>
                  </a:lnTo>
                  <a:lnTo>
                    <a:pt x="497852" y="87122"/>
                  </a:lnTo>
                  <a:lnTo>
                    <a:pt x="505421" y="78994"/>
                  </a:lnTo>
                  <a:lnTo>
                    <a:pt x="515251" y="73621"/>
                  </a:lnTo>
                  <a:lnTo>
                    <a:pt x="526656" y="71678"/>
                  </a:lnTo>
                  <a:lnTo>
                    <a:pt x="540131" y="74383"/>
                  </a:lnTo>
                  <a:lnTo>
                    <a:pt x="561200" y="106222"/>
                  </a:lnTo>
                  <a:lnTo>
                    <a:pt x="558469" y="119697"/>
                  </a:lnTo>
                  <a:lnTo>
                    <a:pt x="551040" y="130670"/>
                  </a:lnTo>
                  <a:lnTo>
                    <a:pt x="540054" y="138061"/>
                  </a:lnTo>
                  <a:lnTo>
                    <a:pt x="526656" y="140766"/>
                  </a:lnTo>
                  <a:lnTo>
                    <a:pt x="515251" y="138823"/>
                  </a:lnTo>
                  <a:lnTo>
                    <a:pt x="505421" y="133451"/>
                  </a:lnTo>
                  <a:lnTo>
                    <a:pt x="497852" y="125336"/>
                  </a:lnTo>
                  <a:lnTo>
                    <a:pt x="493229" y="115138"/>
                  </a:lnTo>
                  <a:lnTo>
                    <a:pt x="447357" y="115138"/>
                  </a:lnTo>
                  <a:lnTo>
                    <a:pt x="503440" y="212267"/>
                  </a:lnTo>
                  <a:lnTo>
                    <a:pt x="652754" y="212267"/>
                  </a:lnTo>
                  <a:lnTo>
                    <a:pt x="656247" y="203873"/>
                  </a:lnTo>
                  <a:lnTo>
                    <a:pt x="661733" y="196735"/>
                  </a:lnTo>
                  <a:lnTo>
                    <a:pt x="668870" y="191236"/>
                  </a:lnTo>
                  <a:lnTo>
                    <a:pt x="677265" y="187744"/>
                  </a:lnTo>
                  <a:lnTo>
                    <a:pt x="677265" y="140766"/>
                  </a:lnTo>
                  <a:lnTo>
                    <a:pt x="677265" y="139471"/>
                  </a:lnTo>
                  <a:lnTo>
                    <a:pt x="667080" y="134848"/>
                  </a:lnTo>
                  <a:lnTo>
                    <a:pt x="658952" y="127279"/>
                  </a:lnTo>
                  <a:lnTo>
                    <a:pt x="653580" y="117449"/>
                  </a:lnTo>
                  <a:lnTo>
                    <a:pt x="651675" y="106222"/>
                  </a:lnTo>
                  <a:lnTo>
                    <a:pt x="651637" y="106032"/>
                  </a:lnTo>
                  <a:lnTo>
                    <a:pt x="654316" y="92760"/>
                  </a:lnTo>
                  <a:lnTo>
                    <a:pt x="654354" y="92570"/>
                  </a:lnTo>
                  <a:lnTo>
                    <a:pt x="661619" y="81775"/>
                  </a:lnTo>
                  <a:lnTo>
                    <a:pt x="661746" y="81597"/>
                  </a:lnTo>
                  <a:lnTo>
                    <a:pt x="672719" y="74206"/>
                  </a:lnTo>
                  <a:lnTo>
                    <a:pt x="685304" y="71678"/>
                  </a:lnTo>
                  <a:lnTo>
                    <a:pt x="686181" y="71501"/>
                  </a:lnTo>
                  <a:lnTo>
                    <a:pt x="699655" y="74206"/>
                  </a:lnTo>
                  <a:lnTo>
                    <a:pt x="710628" y="81597"/>
                  </a:lnTo>
                  <a:lnTo>
                    <a:pt x="718019" y="92570"/>
                  </a:lnTo>
                  <a:lnTo>
                    <a:pt x="720725" y="106032"/>
                  </a:lnTo>
                  <a:lnTo>
                    <a:pt x="720725" y="0"/>
                  </a:lnTo>
                  <a:lnTo>
                    <a:pt x="18757" y="0"/>
                  </a:lnTo>
                  <a:lnTo>
                    <a:pt x="11544" y="1473"/>
                  </a:lnTo>
                  <a:lnTo>
                    <a:pt x="5638" y="5461"/>
                  </a:lnTo>
                  <a:lnTo>
                    <a:pt x="1651" y="11366"/>
                  </a:lnTo>
                  <a:lnTo>
                    <a:pt x="177" y="18567"/>
                  </a:lnTo>
                  <a:lnTo>
                    <a:pt x="177" y="398335"/>
                  </a:lnTo>
                  <a:lnTo>
                    <a:pt x="780884" y="398335"/>
                  </a:lnTo>
                  <a:lnTo>
                    <a:pt x="780884" y="372529"/>
                  </a:lnTo>
                  <a:lnTo>
                    <a:pt x="780884" y="303441"/>
                  </a:lnTo>
                  <a:lnTo>
                    <a:pt x="780884" y="255714"/>
                  </a:lnTo>
                  <a:lnTo>
                    <a:pt x="780884" y="71501"/>
                  </a:lnTo>
                  <a:lnTo>
                    <a:pt x="780884" y="25996"/>
                  </a:lnTo>
                  <a:lnTo>
                    <a:pt x="780884" y="18567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7"/>
          <p:cNvGrpSpPr/>
          <p:nvPr/>
        </p:nvGrpSpPr>
        <p:grpSpPr>
          <a:xfrm>
            <a:off x="927719" y="3988795"/>
            <a:ext cx="1113790" cy="1040765"/>
            <a:chOff x="927719" y="3988795"/>
            <a:chExt cx="1113790" cy="1040765"/>
          </a:xfrm>
        </p:grpSpPr>
        <p:sp>
          <p:nvSpPr>
            <p:cNvPr id="478" name="Google Shape;478;p27"/>
            <p:cNvSpPr/>
            <p:nvPr/>
          </p:nvSpPr>
          <p:spPr>
            <a:xfrm>
              <a:off x="927719" y="3988795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9" name="Google Shape;479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7333" y="4516427"/>
              <a:ext cx="131917" cy="131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27"/>
            <p:cNvSpPr/>
            <p:nvPr/>
          </p:nvSpPr>
          <p:spPr>
            <a:xfrm>
              <a:off x="1488655" y="4456467"/>
              <a:ext cx="251460" cy="353060"/>
            </a:xfrm>
            <a:custGeom>
              <a:rect b="b" l="l" r="r" t="t"/>
              <a:pathLst>
                <a:path extrusionOk="0" h="353060" w="251460">
                  <a:moveTo>
                    <a:pt x="200342" y="334441"/>
                  </a:moveTo>
                  <a:lnTo>
                    <a:pt x="198920" y="327418"/>
                  </a:lnTo>
                  <a:lnTo>
                    <a:pt x="195046" y="321678"/>
                  </a:lnTo>
                  <a:lnTo>
                    <a:pt x="189293" y="317804"/>
                  </a:lnTo>
                  <a:lnTo>
                    <a:pt x="182283" y="316382"/>
                  </a:lnTo>
                  <a:lnTo>
                    <a:pt x="63360" y="316382"/>
                  </a:lnTo>
                  <a:lnTo>
                    <a:pt x="58712" y="318312"/>
                  </a:lnTo>
                  <a:lnTo>
                    <a:pt x="51930" y="324993"/>
                  </a:lnTo>
                  <a:lnTo>
                    <a:pt x="50050" y="329603"/>
                  </a:lnTo>
                  <a:lnTo>
                    <a:pt x="50050" y="344284"/>
                  </a:lnTo>
                  <a:lnTo>
                    <a:pt x="57975" y="352285"/>
                  </a:lnTo>
                  <a:lnTo>
                    <a:pt x="67767" y="352475"/>
                  </a:lnTo>
                  <a:lnTo>
                    <a:pt x="188582" y="352374"/>
                  </a:lnTo>
                  <a:lnTo>
                    <a:pt x="192684" y="349592"/>
                  </a:lnTo>
                  <a:lnTo>
                    <a:pt x="198462" y="343801"/>
                  </a:lnTo>
                  <a:lnTo>
                    <a:pt x="200342" y="339267"/>
                  </a:lnTo>
                  <a:lnTo>
                    <a:pt x="200342" y="334441"/>
                  </a:lnTo>
                  <a:close/>
                </a:path>
                <a:path extrusionOk="0" h="353060" w="251460">
                  <a:moveTo>
                    <a:pt x="251028" y="125285"/>
                  </a:moveTo>
                  <a:lnTo>
                    <a:pt x="248234" y="98793"/>
                  </a:lnTo>
                  <a:lnTo>
                    <a:pt x="240080" y="73837"/>
                  </a:lnTo>
                  <a:lnTo>
                    <a:pt x="226949" y="51104"/>
                  </a:lnTo>
                  <a:lnTo>
                    <a:pt x="215976" y="38976"/>
                  </a:lnTo>
                  <a:lnTo>
                    <a:pt x="215976" y="125285"/>
                  </a:lnTo>
                  <a:lnTo>
                    <a:pt x="208800" y="160578"/>
                  </a:lnTo>
                  <a:lnTo>
                    <a:pt x="198450" y="175907"/>
                  </a:lnTo>
                  <a:lnTo>
                    <a:pt x="189191" y="189496"/>
                  </a:lnTo>
                  <a:lnTo>
                    <a:pt x="160375" y="208876"/>
                  </a:lnTo>
                  <a:lnTo>
                    <a:pt x="125209" y="215988"/>
                  </a:lnTo>
                  <a:lnTo>
                    <a:pt x="106972" y="214147"/>
                  </a:lnTo>
                  <a:lnTo>
                    <a:pt x="61188" y="189496"/>
                  </a:lnTo>
                  <a:lnTo>
                    <a:pt x="36283" y="143471"/>
                  </a:lnTo>
                  <a:lnTo>
                    <a:pt x="34442" y="125285"/>
                  </a:lnTo>
                  <a:lnTo>
                    <a:pt x="41579" y="89966"/>
                  </a:lnTo>
                  <a:lnTo>
                    <a:pt x="61048" y="61150"/>
                  </a:lnTo>
                  <a:lnTo>
                    <a:pt x="89903" y="41706"/>
                  </a:lnTo>
                  <a:lnTo>
                    <a:pt x="125209" y="34582"/>
                  </a:lnTo>
                  <a:lnTo>
                    <a:pt x="160502" y="41706"/>
                  </a:lnTo>
                  <a:lnTo>
                    <a:pt x="189357" y="61150"/>
                  </a:lnTo>
                  <a:lnTo>
                    <a:pt x="208826" y="89966"/>
                  </a:lnTo>
                  <a:lnTo>
                    <a:pt x="215976" y="125285"/>
                  </a:lnTo>
                  <a:lnTo>
                    <a:pt x="215976" y="38976"/>
                  </a:lnTo>
                  <a:lnTo>
                    <a:pt x="163563" y="5257"/>
                  </a:lnTo>
                  <a:lnTo>
                    <a:pt x="137795" y="0"/>
                  </a:lnTo>
                  <a:lnTo>
                    <a:pt x="110820" y="228"/>
                  </a:lnTo>
                  <a:lnTo>
                    <a:pt x="70929" y="11734"/>
                  </a:lnTo>
                  <a:lnTo>
                    <a:pt x="37465" y="35191"/>
                  </a:lnTo>
                  <a:lnTo>
                    <a:pt x="13119" y="67957"/>
                  </a:lnTo>
                  <a:lnTo>
                    <a:pt x="596" y="107403"/>
                  </a:lnTo>
                  <a:lnTo>
                    <a:pt x="0" y="137998"/>
                  </a:lnTo>
                  <a:lnTo>
                    <a:pt x="6438" y="167093"/>
                  </a:lnTo>
                  <a:lnTo>
                    <a:pt x="19596" y="193738"/>
                  </a:lnTo>
                  <a:lnTo>
                    <a:pt x="39116" y="216954"/>
                  </a:lnTo>
                  <a:lnTo>
                    <a:pt x="55079" y="232854"/>
                  </a:lnTo>
                  <a:lnTo>
                    <a:pt x="68237" y="249631"/>
                  </a:lnTo>
                  <a:lnTo>
                    <a:pt x="77609" y="268859"/>
                  </a:lnTo>
                  <a:lnTo>
                    <a:pt x="82245" y="292138"/>
                  </a:lnTo>
                  <a:lnTo>
                    <a:pt x="168186" y="292138"/>
                  </a:lnTo>
                  <a:lnTo>
                    <a:pt x="181965" y="250342"/>
                  </a:lnTo>
                  <a:lnTo>
                    <a:pt x="212305" y="215988"/>
                  </a:lnTo>
                  <a:lnTo>
                    <a:pt x="212521" y="215773"/>
                  </a:lnTo>
                  <a:lnTo>
                    <a:pt x="229019" y="196367"/>
                  </a:lnTo>
                  <a:lnTo>
                    <a:pt x="241096" y="174434"/>
                  </a:lnTo>
                  <a:lnTo>
                    <a:pt x="248513" y="150520"/>
                  </a:lnTo>
                  <a:lnTo>
                    <a:pt x="251028" y="125285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1" name="Google Shape;481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69841" y="4533948"/>
              <a:ext cx="227761" cy="152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31494" y="4402631"/>
              <a:ext cx="104202" cy="10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27"/>
            <p:cNvSpPr/>
            <p:nvPr/>
          </p:nvSpPr>
          <p:spPr>
            <a:xfrm>
              <a:off x="1121181" y="4146232"/>
              <a:ext cx="727075" cy="725805"/>
            </a:xfrm>
            <a:custGeom>
              <a:rect b="b" l="l" r="r" t="t"/>
              <a:pathLst>
                <a:path extrusionOk="0" h="725804" w="727075">
                  <a:moveTo>
                    <a:pt x="549706" y="686981"/>
                  </a:moveTo>
                  <a:lnTo>
                    <a:pt x="435660" y="686981"/>
                  </a:lnTo>
                  <a:lnTo>
                    <a:pt x="444779" y="702779"/>
                  </a:lnTo>
                  <a:lnTo>
                    <a:pt x="457923" y="715010"/>
                  </a:lnTo>
                  <a:lnTo>
                    <a:pt x="474179" y="722909"/>
                  </a:lnTo>
                  <a:lnTo>
                    <a:pt x="492683" y="725716"/>
                  </a:lnTo>
                  <a:lnTo>
                    <a:pt x="511187" y="722909"/>
                  </a:lnTo>
                  <a:lnTo>
                    <a:pt x="527456" y="715010"/>
                  </a:lnTo>
                  <a:lnTo>
                    <a:pt x="540588" y="702779"/>
                  </a:lnTo>
                  <a:lnTo>
                    <a:pt x="549706" y="686981"/>
                  </a:lnTo>
                  <a:close/>
                </a:path>
                <a:path extrusionOk="0" h="725804" w="727075">
                  <a:moveTo>
                    <a:pt x="726986" y="132080"/>
                  </a:moveTo>
                  <a:lnTo>
                    <a:pt x="687298" y="132080"/>
                  </a:lnTo>
                  <a:lnTo>
                    <a:pt x="687298" y="330885"/>
                  </a:lnTo>
                  <a:lnTo>
                    <a:pt x="685292" y="338302"/>
                  </a:lnTo>
                  <a:lnTo>
                    <a:pt x="662851" y="351269"/>
                  </a:lnTo>
                  <a:lnTo>
                    <a:pt x="660768" y="351790"/>
                  </a:lnTo>
                  <a:lnTo>
                    <a:pt x="654519" y="351790"/>
                  </a:lnTo>
                  <a:lnTo>
                    <a:pt x="650455" y="349618"/>
                  </a:lnTo>
                  <a:lnTo>
                    <a:pt x="644855" y="339928"/>
                  </a:lnTo>
                  <a:lnTo>
                    <a:pt x="646849" y="332524"/>
                  </a:lnTo>
                  <a:lnTo>
                    <a:pt x="673214" y="317296"/>
                  </a:lnTo>
                  <a:lnTo>
                    <a:pt x="680618" y="319290"/>
                  </a:lnTo>
                  <a:lnTo>
                    <a:pt x="687298" y="330885"/>
                  </a:lnTo>
                  <a:lnTo>
                    <a:pt x="687298" y="132080"/>
                  </a:lnTo>
                  <a:lnTo>
                    <a:pt x="679538" y="132080"/>
                  </a:lnTo>
                  <a:lnTo>
                    <a:pt x="679538" y="168998"/>
                  </a:lnTo>
                  <a:lnTo>
                    <a:pt x="679538" y="182384"/>
                  </a:lnTo>
                  <a:lnTo>
                    <a:pt x="674116" y="187807"/>
                  </a:lnTo>
                  <a:lnTo>
                    <a:pt x="610895" y="187807"/>
                  </a:lnTo>
                  <a:lnTo>
                    <a:pt x="610895" y="255003"/>
                  </a:lnTo>
                  <a:lnTo>
                    <a:pt x="596773" y="279450"/>
                  </a:lnTo>
                  <a:lnTo>
                    <a:pt x="592709" y="281622"/>
                  </a:lnTo>
                  <a:lnTo>
                    <a:pt x="586460" y="281622"/>
                  </a:lnTo>
                  <a:lnTo>
                    <a:pt x="584390" y="281101"/>
                  </a:lnTo>
                  <a:lnTo>
                    <a:pt x="576681" y="276656"/>
                  </a:lnTo>
                  <a:lnTo>
                    <a:pt x="574700" y="269240"/>
                  </a:lnTo>
                  <a:lnTo>
                    <a:pt x="582295" y="256070"/>
                  </a:lnTo>
                  <a:lnTo>
                    <a:pt x="582383" y="255930"/>
                  </a:lnTo>
                  <a:lnTo>
                    <a:pt x="589915" y="242887"/>
                  </a:lnTo>
                  <a:lnTo>
                    <a:pt x="597293" y="240880"/>
                  </a:lnTo>
                  <a:lnTo>
                    <a:pt x="608914" y="247586"/>
                  </a:lnTo>
                  <a:lnTo>
                    <a:pt x="610895" y="255003"/>
                  </a:lnTo>
                  <a:lnTo>
                    <a:pt x="610895" y="187807"/>
                  </a:lnTo>
                  <a:lnTo>
                    <a:pt x="504799" y="187807"/>
                  </a:lnTo>
                  <a:lnTo>
                    <a:pt x="504799" y="220078"/>
                  </a:lnTo>
                  <a:lnTo>
                    <a:pt x="504799" y="250507"/>
                  </a:lnTo>
                  <a:lnTo>
                    <a:pt x="499376" y="255930"/>
                  </a:lnTo>
                  <a:lnTo>
                    <a:pt x="485990" y="255930"/>
                  </a:lnTo>
                  <a:lnTo>
                    <a:pt x="480568" y="250507"/>
                  </a:lnTo>
                  <a:lnTo>
                    <a:pt x="480568" y="240880"/>
                  </a:lnTo>
                  <a:lnTo>
                    <a:pt x="480568" y="232333"/>
                  </a:lnTo>
                  <a:lnTo>
                    <a:pt x="480568" y="220078"/>
                  </a:lnTo>
                  <a:lnTo>
                    <a:pt x="485990" y="214655"/>
                  </a:lnTo>
                  <a:lnTo>
                    <a:pt x="499376" y="214655"/>
                  </a:lnTo>
                  <a:lnTo>
                    <a:pt x="504799" y="220078"/>
                  </a:lnTo>
                  <a:lnTo>
                    <a:pt x="504799" y="187807"/>
                  </a:lnTo>
                  <a:lnTo>
                    <a:pt x="410667" y="187807"/>
                  </a:lnTo>
                  <a:lnTo>
                    <a:pt x="410667" y="269240"/>
                  </a:lnTo>
                  <a:lnTo>
                    <a:pt x="409105" y="275069"/>
                  </a:lnTo>
                  <a:lnTo>
                    <a:pt x="408660" y="276656"/>
                  </a:lnTo>
                  <a:lnTo>
                    <a:pt x="400939" y="281101"/>
                  </a:lnTo>
                  <a:lnTo>
                    <a:pt x="398843" y="281622"/>
                  </a:lnTo>
                  <a:lnTo>
                    <a:pt x="392684" y="281622"/>
                  </a:lnTo>
                  <a:lnTo>
                    <a:pt x="388581" y="279450"/>
                  </a:lnTo>
                  <a:lnTo>
                    <a:pt x="386346" y="275551"/>
                  </a:lnTo>
                  <a:lnTo>
                    <a:pt x="374472" y="255003"/>
                  </a:lnTo>
                  <a:lnTo>
                    <a:pt x="376453" y="247586"/>
                  </a:lnTo>
                  <a:lnTo>
                    <a:pt x="388023" y="240880"/>
                  </a:lnTo>
                  <a:lnTo>
                    <a:pt x="395452" y="242887"/>
                  </a:lnTo>
                  <a:lnTo>
                    <a:pt x="410667" y="269240"/>
                  </a:lnTo>
                  <a:lnTo>
                    <a:pt x="410667" y="187807"/>
                  </a:lnTo>
                  <a:lnTo>
                    <a:pt x="340499" y="187807"/>
                  </a:lnTo>
                  <a:lnTo>
                    <a:pt x="340499" y="339928"/>
                  </a:lnTo>
                  <a:lnTo>
                    <a:pt x="334899" y="349618"/>
                  </a:lnTo>
                  <a:lnTo>
                    <a:pt x="330822" y="351790"/>
                  </a:lnTo>
                  <a:lnTo>
                    <a:pt x="324650" y="351790"/>
                  </a:lnTo>
                  <a:lnTo>
                    <a:pt x="322567" y="351269"/>
                  </a:lnTo>
                  <a:lnTo>
                    <a:pt x="300050" y="338302"/>
                  </a:lnTo>
                  <a:lnTo>
                    <a:pt x="298056" y="330885"/>
                  </a:lnTo>
                  <a:lnTo>
                    <a:pt x="301409" y="325094"/>
                  </a:lnTo>
                  <a:lnTo>
                    <a:pt x="304736" y="319290"/>
                  </a:lnTo>
                  <a:lnTo>
                    <a:pt x="312153" y="317296"/>
                  </a:lnTo>
                  <a:lnTo>
                    <a:pt x="338518" y="332524"/>
                  </a:lnTo>
                  <a:lnTo>
                    <a:pt x="340499" y="339928"/>
                  </a:lnTo>
                  <a:lnTo>
                    <a:pt x="340499" y="187807"/>
                  </a:lnTo>
                  <a:lnTo>
                    <a:pt x="42786" y="187807"/>
                  </a:lnTo>
                  <a:lnTo>
                    <a:pt x="37363" y="182384"/>
                  </a:lnTo>
                  <a:lnTo>
                    <a:pt x="37363" y="168998"/>
                  </a:lnTo>
                  <a:lnTo>
                    <a:pt x="42786" y="163576"/>
                  </a:lnTo>
                  <a:lnTo>
                    <a:pt x="674116" y="163576"/>
                  </a:lnTo>
                  <a:lnTo>
                    <a:pt x="679538" y="168998"/>
                  </a:lnTo>
                  <a:lnTo>
                    <a:pt x="679538" y="132080"/>
                  </a:lnTo>
                  <a:lnTo>
                    <a:pt x="0" y="132080"/>
                  </a:lnTo>
                  <a:lnTo>
                    <a:pt x="0" y="505167"/>
                  </a:lnTo>
                  <a:lnTo>
                    <a:pt x="1816" y="516572"/>
                  </a:lnTo>
                  <a:lnTo>
                    <a:pt x="6883" y="526491"/>
                  </a:lnTo>
                  <a:lnTo>
                    <a:pt x="14617" y="534403"/>
                  </a:lnTo>
                  <a:lnTo>
                    <a:pt x="24422" y="539724"/>
                  </a:lnTo>
                  <a:lnTo>
                    <a:pt x="24422" y="455650"/>
                  </a:lnTo>
                  <a:lnTo>
                    <a:pt x="30962" y="421563"/>
                  </a:lnTo>
                  <a:lnTo>
                    <a:pt x="48869" y="393230"/>
                  </a:lnTo>
                  <a:lnTo>
                    <a:pt x="75615" y="373164"/>
                  </a:lnTo>
                  <a:lnTo>
                    <a:pt x="108661" y="363893"/>
                  </a:lnTo>
                  <a:lnTo>
                    <a:pt x="102768" y="357416"/>
                  </a:lnTo>
                  <a:lnTo>
                    <a:pt x="97663" y="350278"/>
                  </a:lnTo>
                  <a:lnTo>
                    <a:pt x="93421" y="342531"/>
                  </a:lnTo>
                  <a:lnTo>
                    <a:pt x="90119" y="334251"/>
                  </a:lnTo>
                  <a:lnTo>
                    <a:pt x="86156" y="313931"/>
                  </a:lnTo>
                  <a:lnTo>
                    <a:pt x="87414" y="293916"/>
                  </a:lnTo>
                  <a:lnTo>
                    <a:pt x="93573" y="275551"/>
                  </a:lnTo>
                  <a:lnTo>
                    <a:pt x="93637" y="275361"/>
                  </a:lnTo>
                  <a:lnTo>
                    <a:pt x="120065" y="244970"/>
                  </a:lnTo>
                  <a:lnTo>
                    <a:pt x="157124" y="232333"/>
                  </a:lnTo>
                  <a:lnTo>
                    <a:pt x="177393" y="233565"/>
                  </a:lnTo>
                  <a:lnTo>
                    <a:pt x="218122" y="256070"/>
                  </a:lnTo>
                  <a:lnTo>
                    <a:pt x="238391" y="298119"/>
                  </a:lnTo>
                  <a:lnTo>
                    <a:pt x="238696" y="316407"/>
                  </a:lnTo>
                  <a:lnTo>
                    <a:pt x="234797" y="333883"/>
                  </a:lnTo>
                  <a:lnTo>
                    <a:pt x="226987" y="349897"/>
                  </a:lnTo>
                  <a:lnTo>
                    <a:pt x="215468" y="363893"/>
                  </a:lnTo>
                  <a:lnTo>
                    <a:pt x="215696" y="363893"/>
                  </a:lnTo>
                  <a:lnTo>
                    <a:pt x="248869" y="372897"/>
                  </a:lnTo>
                  <a:lnTo>
                    <a:pt x="275907" y="392938"/>
                  </a:lnTo>
                  <a:lnTo>
                    <a:pt x="294030" y="421373"/>
                  </a:lnTo>
                  <a:lnTo>
                    <a:pt x="300647" y="455650"/>
                  </a:lnTo>
                  <a:lnTo>
                    <a:pt x="300647" y="542048"/>
                  </a:lnTo>
                  <a:lnTo>
                    <a:pt x="387337" y="542048"/>
                  </a:lnTo>
                  <a:lnTo>
                    <a:pt x="365328" y="514705"/>
                  </a:lnTo>
                  <a:lnTo>
                    <a:pt x="350507" y="483616"/>
                  </a:lnTo>
                  <a:lnTo>
                    <a:pt x="343281" y="449821"/>
                  </a:lnTo>
                  <a:lnTo>
                    <a:pt x="344055" y="414350"/>
                  </a:lnTo>
                  <a:lnTo>
                    <a:pt x="359016" y="367245"/>
                  </a:lnTo>
                  <a:lnTo>
                    <a:pt x="370497" y="351790"/>
                  </a:lnTo>
                  <a:lnTo>
                    <a:pt x="388086" y="328117"/>
                  </a:lnTo>
                  <a:lnTo>
                    <a:pt x="403529" y="317296"/>
                  </a:lnTo>
                  <a:lnTo>
                    <a:pt x="428028" y="300113"/>
                  </a:lnTo>
                  <a:lnTo>
                    <a:pt x="475627" y="286372"/>
                  </a:lnTo>
                  <a:lnTo>
                    <a:pt x="508190" y="286359"/>
                  </a:lnTo>
                  <a:lnTo>
                    <a:pt x="538340" y="292582"/>
                  </a:lnTo>
                  <a:lnTo>
                    <a:pt x="592810" y="323621"/>
                  </a:lnTo>
                  <a:lnTo>
                    <a:pt x="629678" y="374180"/>
                  </a:lnTo>
                  <a:lnTo>
                    <a:pt x="642747" y="435419"/>
                  </a:lnTo>
                  <a:lnTo>
                    <a:pt x="639813" y="465162"/>
                  </a:lnTo>
                  <a:lnTo>
                    <a:pt x="631215" y="493268"/>
                  </a:lnTo>
                  <a:lnTo>
                    <a:pt x="617232" y="519099"/>
                  </a:lnTo>
                  <a:lnTo>
                    <a:pt x="598131" y="542048"/>
                  </a:lnTo>
                  <a:lnTo>
                    <a:pt x="690118" y="542048"/>
                  </a:lnTo>
                  <a:lnTo>
                    <a:pt x="704456" y="539140"/>
                  </a:lnTo>
                  <a:lnTo>
                    <a:pt x="716178" y="531228"/>
                  </a:lnTo>
                  <a:lnTo>
                    <a:pt x="724090" y="519506"/>
                  </a:lnTo>
                  <a:lnTo>
                    <a:pt x="726986" y="505167"/>
                  </a:lnTo>
                  <a:lnTo>
                    <a:pt x="726986" y="351790"/>
                  </a:lnTo>
                  <a:lnTo>
                    <a:pt x="726986" y="317296"/>
                  </a:lnTo>
                  <a:lnTo>
                    <a:pt x="726986" y="163576"/>
                  </a:lnTo>
                  <a:lnTo>
                    <a:pt x="726986" y="132080"/>
                  </a:lnTo>
                  <a:close/>
                </a:path>
                <a:path extrusionOk="0" h="725804" w="727075">
                  <a:moveTo>
                    <a:pt x="726998" y="36880"/>
                  </a:moveTo>
                  <a:lnTo>
                    <a:pt x="724090" y="22529"/>
                  </a:lnTo>
                  <a:lnTo>
                    <a:pt x="716178" y="10807"/>
                  </a:lnTo>
                  <a:lnTo>
                    <a:pt x="704456" y="2895"/>
                  </a:lnTo>
                  <a:lnTo>
                    <a:pt x="690118" y="0"/>
                  </a:lnTo>
                  <a:lnTo>
                    <a:pt x="658736" y="0"/>
                  </a:lnTo>
                  <a:lnTo>
                    <a:pt x="658736" y="49466"/>
                  </a:lnTo>
                  <a:lnTo>
                    <a:pt x="658736" y="62852"/>
                  </a:lnTo>
                  <a:lnTo>
                    <a:pt x="653313" y="68275"/>
                  </a:lnTo>
                  <a:lnTo>
                    <a:pt x="452348" y="68275"/>
                  </a:lnTo>
                  <a:lnTo>
                    <a:pt x="446913" y="62852"/>
                  </a:lnTo>
                  <a:lnTo>
                    <a:pt x="446913" y="49466"/>
                  </a:lnTo>
                  <a:lnTo>
                    <a:pt x="452348" y="44043"/>
                  </a:lnTo>
                  <a:lnTo>
                    <a:pt x="653313" y="44043"/>
                  </a:lnTo>
                  <a:lnTo>
                    <a:pt x="658736" y="49466"/>
                  </a:lnTo>
                  <a:lnTo>
                    <a:pt x="658736" y="0"/>
                  </a:lnTo>
                  <a:lnTo>
                    <a:pt x="287997" y="0"/>
                  </a:lnTo>
                  <a:lnTo>
                    <a:pt x="287997" y="49466"/>
                  </a:lnTo>
                  <a:lnTo>
                    <a:pt x="287997" y="62852"/>
                  </a:lnTo>
                  <a:lnTo>
                    <a:pt x="282575" y="68275"/>
                  </a:lnTo>
                  <a:lnTo>
                    <a:pt x="262724" y="68275"/>
                  </a:lnTo>
                  <a:lnTo>
                    <a:pt x="257302" y="62852"/>
                  </a:lnTo>
                  <a:lnTo>
                    <a:pt x="257302" y="49466"/>
                  </a:lnTo>
                  <a:lnTo>
                    <a:pt x="262724" y="44043"/>
                  </a:lnTo>
                  <a:lnTo>
                    <a:pt x="282575" y="44043"/>
                  </a:lnTo>
                  <a:lnTo>
                    <a:pt x="287997" y="49466"/>
                  </a:lnTo>
                  <a:lnTo>
                    <a:pt x="287997" y="0"/>
                  </a:lnTo>
                  <a:lnTo>
                    <a:pt x="224980" y="0"/>
                  </a:lnTo>
                  <a:lnTo>
                    <a:pt x="224980" y="49466"/>
                  </a:lnTo>
                  <a:lnTo>
                    <a:pt x="224980" y="62852"/>
                  </a:lnTo>
                  <a:lnTo>
                    <a:pt x="219557" y="68275"/>
                  </a:lnTo>
                  <a:lnTo>
                    <a:pt x="199707" y="68275"/>
                  </a:lnTo>
                  <a:lnTo>
                    <a:pt x="194284" y="62852"/>
                  </a:lnTo>
                  <a:lnTo>
                    <a:pt x="194284" y="49466"/>
                  </a:lnTo>
                  <a:lnTo>
                    <a:pt x="199707" y="44043"/>
                  </a:lnTo>
                  <a:lnTo>
                    <a:pt x="219557" y="44043"/>
                  </a:lnTo>
                  <a:lnTo>
                    <a:pt x="224980" y="49466"/>
                  </a:lnTo>
                  <a:lnTo>
                    <a:pt x="224980" y="0"/>
                  </a:lnTo>
                  <a:lnTo>
                    <a:pt x="161963" y="0"/>
                  </a:lnTo>
                  <a:lnTo>
                    <a:pt x="161963" y="49466"/>
                  </a:lnTo>
                  <a:lnTo>
                    <a:pt x="161963" y="62852"/>
                  </a:lnTo>
                  <a:lnTo>
                    <a:pt x="156540" y="68275"/>
                  </a:lnTo>
                  <a:lnTo>
                    <a:pt x="136702" y="68275"/>
                  </a:lnTo>
                  <a:lnTo>
                    <a:pt x="131279" y="62852"/>
                  </a:lnTo>
                  <a:lnTo>
                    <a:pt x="131279" y="49466"/>
                  </a:lnTo>
                  <a:lnTo>
                    <a:pt x="136702" y="44043"/>
                  </a:lnTo>
                  <a:lnTo>
                    <a:pt x="156540" y="44043"/>
                  </a:lnTo>
                  <a:lnTo>
                    <a:pt x="161963" y="49466"/>
                  </a:lnTo>
                  <a:lnTo>
                    <a:pt x="161963" y="0"/>
                  </a:lnTo>
                  <a:lnTo>
                    <a:pt x="98958" y="0"/>
                  </a:lnTo>
                  <a:lnTo>
                    <a:pt x="98958" y="49466"/>
                  </a:lnTo>
                  <a:lnTo>
                    <a:pt x="98958" y="62852"/>
                  </a:lnTo>
                  <a:lnTo>
                    <a:pt x="93522" y="68275"/>
                  </a:lnTo>
                  <a:lnTo>
                    <a:pt x="73685" y="68275"/>
                  </a:lnTo>
                  <a:lnTo>
                    <a:pt x="68262" y="62852"/>
                  </a:lnTo>
                  <a:lnTo>
                    <a:pt x="68262" y="49466"/>
                  </a:lnTo>
                  <a:lnTo>
                    <a:pt x="73685" y="44043"/>
                  </a:lnTo>
                  <a:lnTo>
                    <a:pt x="93522" y="44043"/>
                  </a:lnTo>
                  <a:lnTo>
                    <a:pt x="98958" y="49466"/>
                  </a:lnTo>
                  <a:lnTo>
                    <a:pt x="98958" y="0"/>
                  </a:lnTo>
                  <a:lnTo>
                    <a:pt x="36880" y="0"/>
                  </a:lnTo>
                  <a:lnTo>
                    <a:pt x="22542" y="2895"/>
                  </a:lnTo>
                  <a:lnTo>
                    <a:pt x="10807" y="10807"/>
                  </a:lnTo>
                  <a:lnTo>
                    <a:pt x="2895" y="22529"/>
                  </a:lnTo>
                  <a:lnTo>
                    <a:pt x="0" y="36880"/>
                  </a:lnTo>
                  <a:lnTo>
                    <a:pt x="0" y="107835"/>
                  </a:lnTo>
                  <a:lnTo>
                    <a:pt x="726998" y="107835"/>
                  </a:lnTo>
                  <a:lnTo>
                    <a:pt x="726998" y="68275"/>
                  </a:lnTo>
                  <a:lnTo>
                    <a:pt x="726998" y="44043"/>
                  </a:lnTo>
                  <a:lnTo>
                    <a:pt x="726998" y="3688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27"/>
          <p:cNvSpPr txBox="1"/>
          <p:nvPr/>
        </p:nvSpPr>
        <p:spPr>
          <a:xfrm>
            <a:off x="13106995" y="5246395"/>
            <a:ext cx="4340225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156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Exploración de datos científicos a gran escala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Spark es utilizado en investigaciones que requieren analizar terabytes de datos, como genómica, astrofísica o simulaciones climáticas.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7336159" y="5246395"/>
            <a:ext cx="4330700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051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Procesamiento de datos de sensores y logs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Ideal para procesar ﬂujos masivos de datos generados por dispositivos IoT y sistemas web, facilitando la detección de anomalías y monitoreo en tiempo real.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86" name="Google Shape;486;p27"/>
          <p:cNvSpPr txBox="1"/>
          <p:nvPr/>
        </p:nvSpPr>
        <p:spPr>
          <a:xfrm>
            <a:off x="1565324" y="5246395"/>
            <a:ext cx="3843654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Optimización en ventas y marketing</a:t>
            </a: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16002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Century"/>
                <a:ea typeface="Century"/>
                <a:cs typeface="Century"/>
                <a:sym typeface="Century"/>
              </a:rPr>
              <a:t>Spark permite analizar grandes volúmenes de transacciones para identificar tendencias y segmentar clientes de forma eficiente.</a:t>
            </a:r>
            <a:endParaRPr sz="1800"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91" name="Google Shape;491;p28"/>
          <p:cNvSpPr txBox="1"/>
          <p:nvPr>
            <p:ph type="title"/>
          </p:nvPr>
        </p:nvSpPr>
        <p:spPr>
          <a:xfrm>
            <a:off x="9617075" y="5956991"/>
            <a:ext cx="5477510" cy="192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1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Recursos y</a:t>
            </a:r>
            <a:endParaRPr sz="6500"/>
          </a:p>
          <a:p>
            <a:pPr indent="0" lvl="0" marL="12700" rtl="0" algn="l">
              <a:lnSpc>
                <a:spcPct val="11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conclusiones</a:t>
            </a:r>
            <a:endParaRPr sz="6500"/>
          </a:p>
        </p:txBody>
      </p:sp>
      <p:sp>
        <p:nvSpPr>
          <p:cNvPr id="492" name="Google Shape;492;p2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905508" y="6778543"/>
            <a:ext cx="180975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Century Gothic"/>
                <a:ea typeface="Century Gothic"/>
                <a:cs typeface="Century Gothic"/>
                <a:sym typeface="Century Gothic"/>
              </a:rPr>
              <a:t>28.</a:t>
            </a:r>
            <a:endParaRPr sz="10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9"/>
          <p:cNvSpPr txBox="1"/>
          <p:nvPr/>
        </p:nvSpPr>
        <p:spPr>
          <a:xfrm>
            <a:off x="905494" y="1761127"/>
            <a:ext cx="6942455" cy="553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955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Recursos para seguir aprendiendo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Documentación oficial de Spark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Consulta la guía en </a:t>
            </a:r>
            <a:r>
              <a:rPr lang="en-US" sz="2000" u="sng">
                <a:solidFill>
                  <a:schemeClr val="hlink"/>
                </a:solidFill>
                <a:latin typeface="Century"/>
                <a:ea typeface="Century"/>
                <a:cs typeface="Century"/>
                <a:sym typeface="Century"/>
                <a:hlinkClick r:id="rId3"/>
              </a:rPr>
              <a:t>https://spark.apache.org/docs/latest/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Tutoriales y guías en línea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Explora recursos interactivos y ejemplos prácticos.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Referencias recomendadas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Revisa la bibliografía incluida en el documento de apoyo.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504" name="Google Shape;5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2271" y="1887169"/>
            <a:ext cx="8715728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9617075" y="333678"/>
            <a:ext cx="29076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Recursos y conclusiones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08" name="Google Shape;508;p29"/>
          <p:cNvSpPr txBox="1"/>
          <p:nvPr>
            <p:ph type="title"/>
          </p:nvPr>
        </p:nvSpPr>
        <p:spPr>
          <a:xfrm>
            <a:off x="905494" y="295405"/>
            <a:ext cx="70929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"/>
          <p:cNvSpPr txBox="1"/>
          <p:nvPr/>
        </p:nvSpPr>
        <p:spPr>
          <a:xfrm>
            <a:off x="9617075" y="1761127"/>
            <a:ext cx="6887845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856739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Century Gothic"/>
                <a:ea typeface="Century Gothic"/>
                <a:cs typeface="Century Gothic"/>
                <a:sym typeface="Century Gothic"/>
              </a:rPr>
              <a:t>Conclusiones y próximos pasos</a:t>
            </a:r>
            <a:endParaRPr sz="5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Big Data: un nuevo paradigma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40132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El crecimiento de datos exige soluciones innovadoras y escalables.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Spark: motor de análisis eficiente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Permite procesamiento distribuido y rápido sobre grandes volúmenes.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Fundamentos para el éxito analítico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64769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Dominar Spark y buenas prácticas es clave para proyectos robustos.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 txBox="1"/>
          <p:nvPr/>
        </p:nvSpPr>
        <p:spPr>
          <a:xfrm>
            <a:off x="9617075" y="333678"/>
            <a:ext cx="29076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Recursos y conclusiones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16" name="Google Shape;516;p30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17" name="Google Shape;517;p3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30.</a:t>
            </a:r>
            <a:endParaRPr/>
          </a:p>
        </p:txBody>
      </p:sp>
      <p:pic>
        <p:nvPicPr>
          <p:cNvPr id="518" name="Google Shape;5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182" y="1868896"/>
            <a:ext cx="6511230" cy="6511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f0d05b3a0_0_19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f0d05b3a0_0_196"/>
          <p:cNvSpPr txBox="1"/>
          <p:nvPr/>
        </p:nvSpPr>
        <p:spPr>
          <a:xfrm>
            <a:off x="16049395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25" name="Google Shape;525;g3cf0d05b3a0_0_196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30.</a:t>
            </a:r>
            <a:endParaRPr/>
          </a:p>
        </p:txBody>
      </p:sp>
      <p:pic>
        <p:nvPicPr>
          <p:cNvPr id="526" name="Google Shape;526;g3cf0d05b3a0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14050"/>
            <a:ext cx="18288000" cy="107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g3cf0d05b3a0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725" y="3109900"/>
            <a:ext cx="4000500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cf0d05b3a0_0_206"/>
          <p:cNvSpPr/>
          <p:nvPr/>
        </p:nvSpPr>
        <p:spPr>
          <a:xfrm>
            <a:off x="5367825" y="4571988"/>
            <a:ext cx="3238200" cy="114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3" name="Google Shape;533;g3cf0d05b3a0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5650" y="3275000"/>
            <a:ext cx="8541651" cy="37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g3cf0d05b3a0_0_72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539" name="Google Shape;539;g3cf0d05b3a0_0_72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0" name="Google Shape;540;g3cf0d05b3a0_0_72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g3cf0d05b3a0_0_72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2" name="Google Shape;542;g3cf0d05b3a0_0_72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543" name="Google Shape;543;g3cf0d05b3a0_0_72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4" name="Google Shape;544;g3cf0d05b3a0_0_72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5" name="Google Shape;545;g3cf0d05b3a0_0_72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546" name="Google Shape;546;g3cf0d05b3a0_0_72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7" name="Google Shape;547;g3cf0d05b3a0_0_72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48" name="Google Shape;548;g3cf0d05b3a0_0_72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9" name="Google Shape;549;g3cf0d05b3a0_0_72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550" name="Google Shape;550;g3cf0d05b3a0_0_72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1" name="Google Shape;551;g3cf0d05b3a0_0_72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2" name="Google Shape;552;g3cf0d05b3a0_0_72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3" name="Google Shape;553;g3cf0d05b3a0_0_72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554" name="Google Shape;554;g3cf0d05b3a0_0_72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5" name="Google Shape;555;g3cf0d05b3a0_0_72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6" name="Google Shape;556;g3cf0d05b3a0_0_72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557" name="Google Shape;557;g3cf0d05b3a0_0_72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8" name="Google Shape;558;g3cf0d05b3a0_0_72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9" name="Google Shape;559;g3cf0d05b3a0_0_72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0" name="Google Shape;560;g3cf0d05b3a0_0_72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561" name="Google Shape;561;g3cf0d05b3a0_0_72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62" name="Google Shape;562;g3cf0d05b3a0_0_72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3" name="Google Shape;563;g3cf0d05b3a0_0_72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g3cf0d05b3a0_0_72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g3cf0d05b3a0_0_72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cf0d05b3a0_0_72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cf0d05b3a0_0_72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cf0d05b3a0_0_72"/>
          <p:cNvSpPr txBox="1"/>
          <p:nvPr/>
        </p:nvSpPr>
        <p:spPr>
          <a:xfrm>
            <a:off x="13482182" y="30713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cf0d05b3a0_0_72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cf0d05b3a0_0_72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cf0d05b3a0_0_72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cf0d05b3a0_0_72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cf0d05b3a0_0_72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Hoja de trabajo 3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4" name="Google Shape;574;g3cf0d05b3a0_0_72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cf0d05b3a0_0_72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g3cf0d05b3a0_0_72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cf0d05b3a0_0_72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cf0d05b3a0_0_72"/>
          <p:cNvSpPr txBox="1"/>
          <p:nvPr/>
        </p:nvSpPr>
        <p:spPr>
          <a:xfrm>
            <a:off x="588375" y="5776522"/>
            <a:ext cx="56064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Saul Castellanos - 201801178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Emilio Rivera - 202004712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JUAN MALDONADO  - 201222687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Johatan Fuentes - 201801356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Angela María Esther Escobar Alvarez - 202100019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Daniel Chan- 201906099</a:t>
            </a:r>
            <a:endParaRPr sz="1500"/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Juan Gerardi - 201900532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/>
              <a:t>Victor Abdiel Lux Juracán - 201403946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/>
              <a:t>Dominic juan Pablo Ruano Perez - 202200075</a:t>
            </a:r>
            <a:endParaRPr sz="1500"/>
          </a:p>
        </p:txBody>
      </p:sp>
      <p:grpSp>
        <p:nvGrpSpPr>
          <p:cNvPr id="579" name="Google Shape;579;g3cf0d05b3a0_0_72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580" name="Google Shape;580;g3cf0d05b3a0_0_72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1" name="Google Shape;581;g3cf0d05b3a0_0_72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g3cf0d05b3a0_0_72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583" name="Google Shape;583;g3cf0d05b3a0_0_72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4" name="Google Shape;584;g3cf0d05b3a0_0_72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g3cf0d05b3a0_0_72"/>
          <p:cNvSpPr txBox="1"/>
          <p:nvPr/>
        </p:nvSpPr>
        <p:spPr>
          <a:xfrm>
            <a:off x="6446197" y="5735926"/>
            <a:ext cx="56064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Kevin Josue Santos Salazar - 202101007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Alben Adrian Ramirez Gomez - 201404297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Anderson Zuleta - 201800500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Ana Lucia Fletes Ordóñez - 202010003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Ricardo Arroyo -200915134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Jonathan Sanchez - 201903022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Diego Noj Armira - 201220159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Byron Josue Par Rancho - 201701078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586" name="Google Shape;586;g3cf0d05b3a0_0_72"/>
          <p:cNvSpPr txBox="1"/>
          <p:nvPr/>
        </p:nvSpPr>
        <p:spPr>
          <a:xfrm>
            <a:off x="12301094" y="5778551"/>
            <a:ext cx="56064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Angel Arreaga - 202004762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Daniel Guzmán  - 202111612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Kevin Estuardo Sotoj García - 201710130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Edgar Cán - 202112012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Naomi Rashel Yos - 202001814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Henry Gabriel Peralta Martinez - 201712289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Pablo Daniel Fernández Chacón - 201807411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Ramiro Agustín Télles Carcuz - 202010044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Eddy Alejandro Murga Barillas - 201503741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2026-03-11T15:28:57Z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2026-03-11T00:00:00Z</vt:filetime>
  </property>
  <property fmtid="{D5CDD505-2E9C-101B-9397-08002B2CF9AE}" pid="6" name="Producer">
    <vt:lpwstr>Adobe Express</vt:lpwstr>
  </property>
</Properties>
</file>