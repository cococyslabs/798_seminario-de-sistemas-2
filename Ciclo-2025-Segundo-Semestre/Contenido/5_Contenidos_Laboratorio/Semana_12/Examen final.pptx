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10287000" cx="18288000"/>
  <p:notesSz cx="18288000" cy="10287000"/>
  <p:embeddedFontLst>
    <p:embeddedFont>
      <p:font typeface="Geo"/>
      <p:regular r:id="rId9"/>
      <p:italic r:id="rId10"/>
    </p:embeddedFont>
    <p:embeddedFont>
      <p:font typeface="Montserrat Medium"/>
      <p:regular r:id="rId11"/>
      <p:bold r:id="rId12"/>
      <p:italic r:id="rId13"/>
      <p:boldItalic r:id="rId14"/>
    </p:embeddedFont>
    <p:embeddedFont>
      <p:font typeface="Montserrat Light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AYZ7zC7BPu0Iirhc0BhCm54Pn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font" Target="fonts/MontserratMedium-regular.fntdata"/><Relationship Id="rId22" Type="http://schemas.openxmlformats.org/officeDocument/2006/relationships/font" Target="fonts/DMSans-boldItalic.fntdata"/><Relationship Id="rId10" Type="http://schemas.openxmlformats.org/officeDocument/2006/relationships/font" Target="fonts/Geo-italic.fntdata"/><Relationship Id="rId21" Type="http://schemas.openxmlformats.org/officeDocument/2006/relationships/font" Target="fonts/DMSans-italic.fntdata"/><Relationship Id="rId13" Type="http://schemas.openxmlformats.org/officeDocument/2006/relationships/font" Target="fonts/MontserratMedium-italic.fntdata"/><Relationship Id="rId12" Type="http://schemas.openxmlformats.org/officeDocument/2006/relationships/font" Target="fonts/MontserratMedium-bold.fntdata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eo-regular.fntdata"/><Relationship Id="rId15" Type="http://schemas.openxmlformats.org/officeDocument/2006/relationships/font" Target="fonts/MontserratLight-regular.fntdata"/><Relationship Id="rId14" Type="http://schemas.openxmlformats.org/officeDocument/2006/relationships/font" Target="fonts/MontserratMedium-boldItalic.fntdata"/><Relationship Id="rId17" Type="http://schemas.openxmlformats.org/officeDocument/2006/relationships/font" Target="fonts/MontserratLight-italic.fntdata"/><Relationship Id="rId16" Type="http://schemas.openxmlformats.org/officeDocument/2006/relationships/font" Target="fonts/MontserratLigh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a64ab221e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61" name="Google Shape;61;g39a64ab221e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a64ab221e_0_7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9" name="Google Shape;79;g39a64ab221e_0_72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aa02f0d93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6825" lIns="196825" spcFirstLastPara="1" rIns="196825" wrap="square" tIns="19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5" name="Google Shape;85;g39aa02f0d93_0_0:notes"/>
          <p:cNvSpPr/>
          <p:nvPr>
            <p:ph idx="2" type="sldImg"/>
          </p:nvPr>
        </p:nvSpPr>
        <p:spPr>
          <a:xfrm>
            <a:off x="3048600" y="771525"/>
            <a:ext cx="121929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5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64ab221e_0_68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" name="Google Shape;18;g39a64ab221e_0_68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" name="Google Shape;19;g39a64ab221e_0_68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9a64ab221e_0_129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2" name="Google Shape;22;g39a64ab221e_0_129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3" name="Google Shape;23;g39a64ab221e_0_129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0"/>
          <p:cNvSpPr txBox="1"/>
          <p:nvPr>
            <p:ph type="ctrTitle"/>
          </p:nvPr>
        </p:nvSpPr>
        <p:spPr>
          <a:xfrm>
            <a:off x="9617075" y="333678"/>
            <a:ext cx="216725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2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905513" y="1771163"/>
            <a:ext cx="7645400" cy="707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aa02f0d93_0_99"/>
          <p:cNvSpPr txBox="1"/>
          <p:nvPr>
            <p:ph idx="10" type="dt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7" name="Google Shape;57;g39aa02f0d93_0_99"/>
          <p:cNvSpPr txBox="1"/>
          <p:nvPr>
            <p:ph idx="11" type="ftr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8" name="Google Shape;58;g39aa02f0d93_0_99"/>
          <p:cNvSpPr txBox="1"/>
          <p:nvPr>
            <p:ph idx="12" type="sldNum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9"/>
          <p:cNvSpPr/>
          <p:nvPr/>
        </p:nvSpPr>
        <p:spPr>
          <a:xfrm>
            <a:off x="0" y="9353550"/>
            <a:ext cx="8684895" cy="269240"/>
          </a:xfrm>
          <a:custGeom>
            <a:rect b="b" l="l" r="r" t="t"/>
            <a:pathLst>
              <a:path extrusionOk="0" h="269240" w="8684895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9"/>
          <p:cNvSpPr/>
          <p:nvPr/>
        </p:nvSpPr>
        <p:spPr>
          <a:xfrm>
            <a:off x="14597495" y="9344025"/>
            <a:ext cx="2291080" cy="278765"/>
          </a:xfrm>
          <a:custGeom>
            <a:rect b="b" l="l" r="r" t="t"/>
            <a:pathLst>
              <a:path extrusionOk="0" h="278765" w="2291080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9"/>
          <p:cNvSpPr/>
          <p:nvPr/>
        </p:nvSpPr>
        <p:spPr>
          <a:xfrm>
            <a:off x="9572243" y="9353550"/>
            <a:ext cx="4581525" cy="269240"/>
          </a:xfrm>
          <a:custGeom>
            <a:rect b="b" l="l" r="r" t="t"/>
            <a:pathLst>
              <a:path extrusionOk="0" h="269240" w="4581525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9"/>
          <p:cNvSpPr/>
          <p:nvPr/>
        </p:nvSpPr>
        <p:spPr>
          <a:xfrm>
            <a:off x="17110099" y="9344025"/>
            <a:ext cx="1177925" cy="278765"/>
          </a:xfrm>
          <a:custGeom>
            <a:rect b="b" l="l" r="r" t="t"/>
            <a:pathLst>
              <a:path extrusionOk="0" h="278765" w="117792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9"/>
          <p:cNvSpPr txBox="1"/>
          <p:nvPr>
            <p:ph type="title"/>
          </p:nvPr>
        </p:nvSpPr>
        <p:spPr>
          <a:xfrm>
            <a:off x="905494" y="295405"/>
            <a:ext cx="805814" cy="6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" type="body"/>
          </p:nvPr>
        </p:nvSpPr>
        <p:spPr>
          <a:xfrm>
            <a:off x="905513" y="1771163"/>
            <a:ext cx="7645400" cy="707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5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a64ab221e_0_0"/>
          <p:cNvSpPr/>
          <p:nvPr/>
        </p:nvSpPr>
        <p:spPr>
          <a:xfrm>
            <a:off x="0" y="0"/>
            <a:ext cx="187452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4" name="Google Shape;64;g39a64ab221e_0_0"/>
          <p:cNvGrpSpPr/>
          <p:nvPr/>
        </p:nvGrpSpPr>
        <p:grpSpPr>
          <a:xfrm>
            <a:off x="10813168" y="2130150"/>
            <a:ext cx="7106845" cy="1052528"/>
            <a:chOff x="0" y="-47625"/>
            <a:chExt cx="1871700" cy="277200"/>
          </a:xfrm>
        </p:grpSpPr>
        <p:sp>
          <p:nvSpPr>
            <p:cNvPr id="65" name="Google Shape;65;g39a64ab221e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6" name="Google Shape;66;g39a64ab221e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" name="Google Shape;67;g39a64ab221e_0_0"/>
          <p:cNvSpPr txBox="1"/>
          <p:nvPr/>
        </p:nvSpPr>
        <p:spPr>
          <a:xfrm>
            <a:off x="1355851" y="4405750"/>
            <a:ext cx="15576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0"/>
              <a:buFont typeface="Arial"/>
              <a:buNone/>
            </a:pPr>
            <a:r>
              <a:rPr b="1" i="0" lang="es-MX" sz="7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SEMINARIO DE SISTEMAS 2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9a64ab221e_0_0"/>
          <p:cNvSpPr txBox="1"/>
          <p:nvPr/>
        </p:nvSpPr>
        <p:spPr>
          <a:xfrm>
            <a:off x="1616001" y="5740550"/>
            <a:ext cx="1420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s-MX" sz="5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JAVIER ANDRÉS VALDEZ GONZÁLEZ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9a64ab221e_0_0"/>
          <p:cNvSpPr txBox="1"/>
          <p:nvPr/>
        </p:nvSpPr>
        <p:spPr>
          <a:xfrm>
            <a:off x="10955017" y="2452078"/>
            <a:ext cx="195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g39a64ab221e_0_0"/>
          <p:cNvGrpSpPr/>
          <p:nvPr/>
        </p:nvGrpSpPr>
        <p:grpSpPr>
          <a:xfrm>
            <a:off x="10813168" y="2966571"/>
            <a:ext cx="7106845" cy="976209"/>
            <a:chOff x="0" y="-47625"/>
            <a:chExt cx="1871700" cy="257100"/>
          </a:xfrm>
        </p:grpSpPr>
        <p:sp>
          <p:nvSpPr>
            <p:cNvPr id="71" name="Google Shape;71;g39a64ab221e_0_0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72" name="Google Shape;72;g39a64ab221e_0_0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73;g39a64ab221e_0_0"/>
          <p:cNvSpPr txBox="1"/>
          <p:nvPr/>
        </p:nvSpPr>
        <p:spPr>
          <a:xfrm>
            <a:off x="10955017" y="3249736"/>
            <a:ext cx="25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g39a64ab221e_0_0"/>
          <p:cNvCxnSpPr/>
          <p:nvPr/>
        </p:nvCxnSpPr>
        <p:spPr>
          <a:xfrm>
            <a:off x="13705893" y="2326478"/>
            <a:ext cx="0" cy="155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g39a64ab221e_0_0"/>
          <p:cNvSpPr txBox="1"/>
          <p:nvPr/>
        </p:nvSpPr>
        <p:spPr>
          <a:xfrm>
            <a:off x="13705893" y="2451289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s-MX" sz="3000">
                <a:latin typeface="DM Sans"/>
                <a:ea typeface="DM Sans"/>
                <a:cs typeface="DM Sans"/>
                <a:sym typeface="DM Sans"/>
              </a:rPr>
              <a:t>06</a:t>
            </a: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s-MX" sz="3000">
                <a:latin typeface="DM Sans"/>
                <a:ea typeface="DM Sans"/>
                <a:cs typeface="DM Sans"/>
                <a:sym typeface="DM Sans"/>
              </a:rPr>
              <a:t>5</a:t>
            </a: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9a64ab221e_0_0"/>
          <p:cNvSpPr txBox="1"/>
          <p:nvPr/>
        </p:nvSpPr>
        <p:spPr>
          <a:xfrm>
            <a:off x="13705893" y="3249736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17:20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a64ab221e_0_72"/>
          <p:cNvSpPr txBox="1"/>
          <p:nvPr/>
        </p:nvSpPr>
        <p:spPr>
          <a:xfrm>
            <a:off x="7359254" y="450000"/>
            <a:ext cx="94554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MX" sz="1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Anuncios</a:t>
            </a:r>
            <a:endParaRPr b="0" i="0" sz="15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pic>
        <p:nvPicPr>
          <p:cNvPr id="82" name="Google Shape;82;g39a64ab221e_0_72"/>
          <p:cNvPicPr preferRelativeResize="0"/>
          <p:nvPr/>
        </p:nvPicPr>
        <p:blipFill rotWithShape="1">
          <a:blip r:embed="rId3">
            <a:alphaModFix/>
          </a:blip>
          <a:srcRect b="0" l="40533" r="24681" t="0"/>
          <a:stretch/>
        </p:blipFill>
        <p:spPr>
          <a:xfrm>
            <a:off x="0" y="0"/>
            <a:ext cx="663057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g39aa02f0d93_0_0"/>
          <p:cNvGrpSpPr/>
          <p:nvPr/>
        </p:nvGrpSpPr>
        <p:grpSpPr>
          <a:xfrm>
            <a:off x="518005" y="5493487"/>
            <a:ext cx="5727683" cy="4441351"/>
            <a:chOff x="0" y="-47625"/>
            <a:chExt cx="1508476" cy="1169700"/>
          </a:xfrm>
        </p:grpSpPr>
        <p:sp>
          <p:nvSpPr>
            <p:cNvPr id="88" name="Google Shape;88;g39aa02f0d93_0_0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89" name="Google Shape;89;g39aa02f0d93_0_0"/>
            <p:cNvSpPr txBox="1"/>
            <p:nvPr/>
          </p:nvSpPr>
          <p:spPr>
            <a:xfrm>
              <a:off x="0" y="-47625"/>
              <a:ext cx="1508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g39aa02f0d93_0_0"/>
          <p:cNvSpPr/>
          <p:nvPr/>
        </p:nvSpPr>
        <p:spPr>
          <a:xfrm>
            <a:off x="0" y="0"/>
            <a:ext cx="18288000" cy="1030986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1" name="Google Shape;91;g39aa02f0d93_0_0"/>
          <p:cNvGrpSpPr/>
          <p:nvPr/>
        </p:nvGrpSpPr>
        <p:grpSpPr>
          <a:xfrm>
            <a:off x="10589457" y="1951804"/>
            <a:ext cx="7106845" cy="1052528"/>
            <a:chOff x="0" y="-47625"/>
            <a:chExt cx="1871700" cy="277200"/>
          </a:xfrm>
        </p:grpSpPr>
        <p:sp>
          <p:nvSpPr>
            <p:cNvPr id="92" name="Google Shape;92;g39aa02f0d93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3" name="Google Shape;93;g39aa02f0d93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g39aa02f0d93_0_0"/>
          <p:cNvGrpSpPr/>
          <p:nvPr/>
        </p:nvGrpSpPr>
        <p:grpSpPr>
          <a:xfrm>
            <a:off x="10589457" y="2788226"/>
            <a:ext cx="7106845" cy="976209"/>
            <a:chOff x="0" y="-47625"/>
            <a:chExt cx="1871700" cy="257100"/>
          </a:xfrm>
        </p:grpSpPr>
        <p:sp>
          <p:nvSpPr>
            <p:cNvPr id="95" name="Google Shape;95;g39aa02f0d93_0_0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6" name="Google Shape;96;g39aa02f0d93_0_0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7" name="Google Shape;97;g39aa02f0d93_0_0"/>
          <p:cNvCxnSpPr/>
          <p:nvPr/>
        </p:nvCxnSpPr>
        <p:spPr>
          <a:xfrm>
            <a:off x="13482182" y="2148133"/>
            <a:ext cx="0" cy="161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8" name="Google Shape;98;g39aa02f0d93_0_0"/>
          <p:cNvGrpSpPr/>
          <p:nvPr/>
        </p:nvGrpSpPr>
        <p:grpSpPr>
          <a:xfrm>
            <a:off x="10589457" y="3547783"/>
            <a:ext cx="7106845" cy="1052528"/>
            <a:chOff x="0" y="-47625"/>
            <a:chExt cx="1871700" cy="277200"/>
          </a:xfrm>
        </p:grpSpPr>
        <p:sp>
          <p:nvSpPr>
            <p:cNvPr id="99" name="Google Shape;99;g39aa02f0d93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0" name="Google Shape;100;g39aa02f0d93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1" name="Google Shape;101;g39aa02f0d93_0_0"/>
          <p:cNvCxnSpPr/>
          <p:nvPr/>
        </p:nvCxnSpPr>
        <p:spPr>
          <a:xfrm>
            <a:off x="13482182" y="3744112"/>
            <a:ext cx="0" cy="855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" name="Google Shape;102;g39aa02f0d93_0_0"/>
          <p:cNvGrpSpPr/>
          <p:nvPr/>
        </p:nvGrpSpPr>
        <p:grpSpPr>
          <a:xfrm>
            <a:off x="518005" y="1616524"/>
            <a:ext cx="9297334" cy="1052528"/>
            <a:chOff x="0" y="-47625"/>
            <a:chExt cx="2448600" cy="277200"/>
          </a:xfrm>
        </p:grpSpPr>
        <p:sp>
          <p:nvSpPr>
            <p:cNvPr id="103" name="Google Shape;103;g39aa02f0d93_0_0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4" name="Google Shape;104;g39aa02f0d93_0_0"/>
            <p:cNvSpPr txBox="1"/>
            <p:nvPr/>
          </p:nvSpPr>
          <p:spPr>
            <a:xfrm>
              <a:off x="0" y="-47625"/>
              <a:ext cx="244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g39aa02f0d93_0_0"/>
          <p:cNvGrpSpPr/>
          <p:nvPr/>
        </p:nvGrpSpPr>
        <p:grpSpPr>
          <a:xfrm>
            <a:off x="518005" y="2455645"/>
            <a:ext cx="9297334" cy="976209"/>
            <a:chOff x="0" y="-47625"/>
            <a:chExt cx="2448600" cy="257100"/>
          </a:xfrm>
        </p:grpSpPr>
        <p:sp>
          <p:nvSpPr>
            <p:cNvPr id="106" name="Google Shape;106;g39aa02f0d93_0_0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7" name="Google Shape;107;g39aa02f0d93_0_0"/>
            <p:cNvSpPr txBox="1"/>
            <p:nvPr/>
          </p:nvSpPr>
          <p:spPr>
            <a:xfrm>
              <a:off x="0" y="-47625"/>
              <a:ext cx="24486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8" name="Google Shape;108;g39aa02f0d93_0_0"/>
          <p:cNvCxnSpPr/>
          <p:nvPr/>
        </p:nvCxnSpPr>
        <p:spPr>
          <a:xfrm flipH="1">
            <a:off x="4908135" y="1797356"/>
            <a:ext cx="4200" cy="83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" name="Google Shape;109;g39aa02f0d93_0_0"/>
          <p:cNvGrpSpPr/>
          <p:nvPr/>
        </p:nvGrpSpPr>
        <p:grpSpPr>
          <a:xfrm>
            <a:off x="518005" y="3212503"/>
            <a:ext cx="9297334" cy="1387424"/>
            <a:chOff x="0" y="-47625"/>
            <a:chExt cx="2448600" cy="365400"/>
          </a:xfrm>
        </p:grpSpPr>
        <p:sp>
          <p:nvSpPr>
            <p:cNvPr id="110" name="Google Shape;110;g39aa02f0d93_0_0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1" name="Google Shape;111;g39aa02f0d93_0_0"/>
            <p:cNvSpPr txBox="1"/>
            <p:nvPr/>
          </p:nvSpPr>
          <p:spPr>
            <a:xfrm>
              <a:off x="0" y="-47625"/>
              <a:ext cx="2448600" cy="36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2" name="Google Shape;112;g39aa02f0d93_0_0"/>
          <p:cNvCxnSpPr/>
          <p:nvPr/>
        </p:nvCxnSpPr>
        <p:spPr>
          <a:xfrm>
            <a:off x="4907814" y="3431692"/>
            <a:ext cx="4800" cy="1168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g39aa02f0d93_0_0"/>
          <p:cNvCxnSpPr/>
          <p:nvPr/>
        </p:nvCxnSpPr>
        <p:spPr>
          <a:xfrm flipH="1">
            <a:off x="4908135" y="2626616"/>
            <a:ext cx="4200" cy="805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g39aa02f0d93_0_0"/>
          <p:cNvSpPr txBox="1"/>
          <p:nvPr/>
        </p:nvSpPr>
        <p:spPr>
          <a:xfrm>
            <a:off x="10767769" y="2272944"/>
            <a:ext cx="25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MX" sz="2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9aa02f0d93_0_0"/>
          <p:cNvSpPr txBox="1"/>
          <p:nvPr/>
        </p:nvSpPr>
        <p:spPr>
          <a:xfrm>
            <a:off x="10939368" y="3071390"/>
            <a:ext cx="218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9aa02f0d93_0_0"/>
          <p:cNvSpPr txBox="1"/>
          <p:nvPr/>
        </p:nvSpPr>
        <p:spPr>
          <a:xfrm>
            <a:off x="13482182" y="2272944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MX" sz="3000">
                <a:latin typeface="DM Sans"/>
                <a:ea typeface="DM Sans"/>
                <a:cs typeface="DM Sans"/>
                <a:sym typeface="DM Sans"/>
              </a:rPr>
              <a:t>17:20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9aa02f0d93_0_0"/>
          <p:cNvSpPr txBox="1"/>
          <p:nvPr/>
        </p:nvSpPr>
        <p:spPr>
          <a:xfrm>
            <a:off x="13482182" y="3071390"/>
            <a:ext cx="421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9aa02f0d93_0_0"/>
          <p:cNvSpPr txBox="1"/>
          <p:nvPr/>
        </p:nvSpPr>
        <p:spPr>
          <a:xfrm>
            <a:off x="10654436" y="3869048"/>
            <a:ext cx="275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9aa02f0d93_0_0"/>
          <p:cNvSpPr txBox="1"/>
          <p:nvPr/>
        </p:nvSpPr>
        <p:spPr>
          <a:xfrm>
            <a:off x="13482182" y="3868922"/>
            <a:ext cx="421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9aa02f0d93_0_0"/>
          <p:cNvSpPr txBox="1"/>
          <p:nvPr/>
        </p:nvSpPr>
        <p:spPr>
          <a:xfrm>
            <a:off x="588368" y="1931291"/>
            <a:ext cx="416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9aa02f0d93_0_0"/>
          <p:cNvSpPr txBox="1"/>
          <p:nvPr/>
        </p:nvSpPr>
        <p:spPr>
          <a:xfrm>
            <a:off x="588368" y="2748334"/>
            <a:ext cx="410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MX" sz="28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9aa02f0d93_0_0"/>
          <p:cNvSpPr txBox="1"/>
          <p:nvPr/>
        </p:nvSpPr>
        <p:spPr>
          <a:xfrm>
            <a:off x="5208072" y="1937664"/>
            <a:ext cx="4213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MX" sz="3000">
                <a:latin typeface="DM Sans"/>
                <a:ea typeface="DM Sans"/>
                <a:cs typeface="DM Sans"/>
                <a:sym typeface="DM Sans"/>
              </a:rPr>
              <a:t>Examen final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g39aa02f0d93_0_0"/>
          <p:cNvSpPr txBox="1"/>
          <p:nvPr/>
        </p:nvSpPr>
        <p:spPr>
          <a:xfrm>
            <a:off x="5208072" y="2738809"/>
            <a:ext cx="229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9aa02f0d93_0_0"/>
          <p:cNvSpPr txBox="1"/>
          <p:nvPr/>
        </p:nvSpPr>
        <p:spPr>
          <a:xfrm>
            <a:off x="588368" y="3517417"/>
            <a:ext cx="41094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MX" sz="2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g39aa02f0d93_0_0"/>
          <p:cNvSpPr txBox="1"/>
          <p:nvPr/>
        </p:nvSpPr>
        <p:spPr>
          <a:xfrm>
            <a:off x="5121884" y="3740625"/>
            <a:ext cx="42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9aa02f0d93_0_0"/>
          <p:cNvSpPr txBox="1"/>
          <p:nvPr/>
        </p:nvSpPr>
        <p:spPr>
          <a:xfrm>
            <a:off x="517999" y="4738300"/>
            <a:ext cx="1717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MX" sz="3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9aa02f0d93_0_0"/>
          <p:cNvSpPr txBox="1"/>
          <p:nvPr/>
        </p:nvSpPr>
        <p:spPr>
          <a:xfrm>
            <a:off x="588375" y="5776526"/>
            <a:ext cx="56064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/>
              <a:t>Luis Rafael Méndez Livar - 201903887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/>
              <a:t>Angel Guillermo Arreaga Barrientos - 202004762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/>
              <a:t>Juan José Gerardi Hernandez - 201900532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/>
              <a:t>Pablo Daniel Fernández Chacón - 201807411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/>
              <a:t>Manolo Ricardo Ramirez Mazariegos - 201503933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/>
              <a:t>Josue Daniel Solis Osorio - 202001574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/>
              <a:t>Ramiro Agustin Telles Carcuz - 20200044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/>
              <a:t>Angela María Esther Escobar Alvarez - 202100019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/>
              <a:t>Jorge Alejandro De León Batres - 202111277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/>
              <a:t>Luis Emilio Rivera Yurrita - 202004712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/>
              <a:t>Daniel Moisés Chan Pelico - 201906099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/>
              <a:t>Luis Fernando Gomez Rendon 201801391</a:t>
            </a:r>
            <a:endParaRPr sz="1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/>
              <a:t>Kevin Josue Santos Salazar - 202101007</a:t>
            </a:r>
            <a:endParaRPr sz="1500"/>
          </a:p>
        </p:txBody>
      </p:sp>
      <p:grpSp>
        <p:nvGrpSpPr>
          <p:cNvPr id="128" name="Google Shape;128;g39aa02f0d93_0_0"/>
          <p:cNvGrpSpPr/>
          <p:nvPr/>
        </p:nvGrpSpPr>
        <p:grpSpPr>
          <a:xfrm>
            <a:off x="6356860" y="5493487"/>
            <a:ext cx="5782129" cy="4441351"/>
            <a:chOff x="0" y="-47625"/>
            <a:chExt cx="1522815" cy="1169700"/>
          </a:xfrm>
        </p:grpSpPr>
        <p:sp>
          <p:nvSpPr>
            <p:cNvPr id="129" name="Google Shape;129;g39aa02f0d93_0_0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30" name="Google Shape;130;g39aa02f0d93_0_0"/>
            <p:cNvSpPr txBox="1"/>
            <p:nvPr/>
          </p:nvSpPr>
          <p:spPr>
            <a:xfrm>
              <a:off x="0" y="-47625"/>
              <a:ext cx="1522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g39aa02f0d93_0_0"/>
          <p:cNvGrpSpPr/>
          <p:nvPr/>
        </p:nvGrpSpPr>
        <p:grpSpPr>
          <a:xfrm>
            <a:off x="12253100" y="5493494"/>
            <a:ext cx="5442743" cy="4441351"/>
            <a:chOff x="0" y="-47625"/>
            <a:chExt cx="1505100" cy="1169700"/>
          </a:xfrm>
        </p:grpSpPr>
        <p:sp>
          <p:nvSpPr>
            <p:cNvPr id="132" name="Google Shape;132;g39aa02f0d93_0_0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33" name="Google Shape;133;g39aa02f0d93_0_0"/>
            <p:cNvSpPr txBox="1"/>
            <p:nvPr/>
          </p:nvSpPr>
          <p:spPr>
            <a:xfrm>
              <a:off x="0" y="-47625"/>
              <a:ext cx="1505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g39aa02f0d93_0_0"/>
          <p:cNvSpPr txBox="1"/>
          <p:nvPr/>
        </p:nvSpPr>
        <p:spPr>
          <a:xfrm>
            <a:off x="6446200" y="5735925"/>
            <a:ext cx="5606400" cy="4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Rony Omar Miguel López - 201905750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Edgar Josías Cán Ajquejay - 202112012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Fredy Samuel Quijada Ceballos - 202004812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Anderson Gerardo Zuleta Galdamez - 201800500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Jonathan Alexander Sanchez Barrios - 201903022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Kevin Eduardo Castañeda Hernández - 201901801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Kimberly Julissa Estupe Chen - 201513656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Ana Lucia Fletes Ordóñez - 202010003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202100239 - Aída Alejandra Mansilla Orantes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Claudia Paola Alonzo Hernández - 201902246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Wiilmer Estuardo Vasquez Raxon - 201800678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Joshua Alexandeer Vasquez del Aguila - 202102407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35" name="Google Shape;135;g39aa02f0d93_0_0"/>
          <p:cNvSpPr txBox="1"/>
          <p:nvPr/>
        </p:nvSpPr>
        <p:spPr>
          <a:xfrm>
            <a:off x="12250150" y="5505825"/>
            <a:ext cx="5606400" cy="47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Kevin Estuardo Sotoj García - 201710130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Carlos José Blanco Guzmán 202100250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Adrián Josué Fernández Avila - 201800701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Roberto Miguel García Santizo - 202201724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Ricardo Arroyo - 20091534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JUAN CARLOS MALDONADO SOLORZANO -201222687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Alben Adrian Ramirez Gomez - 201404297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Carlos Fernando Enrique López García - 202210108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Henry Gabriel Peralta Martinez -201712289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Dominic Juan pablo Ruano Perez - 202200075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Johatan Ernesto Fuentes Osoy - 201801356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Naomi Rashel Yos Cujcuj - 202001814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Edgar Josías Cán Ajquejay - 202112012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Eddy Alejandro Murga Barillas - 201503741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Víctor Abdiel Lux Juracán 201403946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Diego Ahtohil Noj Armira - 201220159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2026-04-29T20:58:06Z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2026-04-29T00:00:00Z</vt:filetime>
  </property>
  <property fmtid="{D5CDD505-2E9C-101B-9397-08002B2CF9AE}" pid="3" name="CreationClient">
    <vt:lpwstr>outline-to-presentation</vt:lpwstr>
  </property>
  <property fmtid="{D5CDD505-2E9C-101B-9397-08002B2CF9AE}" pid="4" name="Creator">
    <vt:lpwstr>Adobe Express</vt:lpwstr>
  </property>
  <property fmtid="{D5CDD505-2E9C-101B-9397-08002B2CF9AE}" pid="5" name="LastSaved">
    <vt:filetime>2026-04-29T00:00:00Z</vt:filetime>
  </property>
  <property fmtid="{D5CDD505-2E9C-101B-9397-08002B2CF9AE}" pid="6" name="Producer">
    <vt:lpwstr>Adobe Express</vt:lpwstr>
  </property>
</Properties>
</file>