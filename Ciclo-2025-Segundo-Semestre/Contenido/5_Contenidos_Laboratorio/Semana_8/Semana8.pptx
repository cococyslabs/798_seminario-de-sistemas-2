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7">
          <p15:clr>
            <a:srgbClr val="A4A3A4"/>
          </p15:clr>
        </p15:guide>
        <p15:guide id="2" pos="3137">
          <p15:clr>
            <a:srgbClr val="A4A3A4"/>
          </p15:clr>
        </p15:guide>
        <p15:guide id="3" orient="horz" pos="958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xpFijrqPmf6lq3iLB+43KpGqU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79E463-2CBD-4057-85D9-1CC893B3BC68}">
  <a:tblStyle styleId="{F779E463-2CBD-4057-85D9-1CC893B3BC6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621B232-9312-49F0-99C7-3528FD18053F}" styleName="Table_1">
    <a:wholeTbl>
      <a:tcTxStyle b="off" i="off">
        <a:font>
          <a:latin typeface="Avenir Next LT Pro"/>
          <a:ea typeface="Avenir Next LT Pro"/>
          <a:cs typeface="Avenir Next LT Pro"/>
        </a:font>
        <a:schemeClr val="dk1"/>
      </a:tcTxStyle>
      <a:tcStyle>
        <a:tcBdr>
          <a:lef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7" orient="horz"/>
        <p:guide pos="3137"/>
        <p:guide pos="95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3">
  <p:cSld name="Contenido 3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" name="Google Shape;22;p31"/>
          <p:cNvGrpSpPr/>
          <p:nvPr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23" name="Google Shape;23;p31"/>
            <p:cNvSpPr/>
            <p:nvPr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31"/>
            <p:cNvSpPr/>
            <p:nvPr/>
          </p:nvSpPr>
          <p:spPr>
            <a:xfrm>
              <a:off x="2029604" y="2031653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" name="Google Shape;25;p31"/>
            <p:cNvSpPr/>
            <p:nvPr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6" name="Google Shape;26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31"/>
            <p:cNvSpPr/>
            <p:nvPr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31"/>
            <p:cNvSpPr/>
            <p:nvPr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0" name="Google Shape;3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" name="Google Shape;31;p31"/>
            <p:cNvGrpSpPr/>
            <p:nvPr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32" name="Google Shape;32;p31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3" name="Google Shape;33;p31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4" name="Google Shape;34;p31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5" name="Google Shape;35;p31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6" name="Google Shape;36;p31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7" name="Google Shape;37;p31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8" name="Google Shape;38;p31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Google Shape;39;p31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40" name="Google Shape;40;p31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41" name="Google Shape;41;p31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42" name="Google Shape;42;p31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43" name="Google Shape;43;p31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44" name="Google Shape;44;p31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45" name="Google Shape;45;p31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46" name="Google Shape;46;p31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7" name="Google Shape;47;p31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8" name="Google Shape;48;p31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9" name="Google Shape;49;p31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50" name="Google Shape;50;p31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51" name="Google Shape;51;p31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52" name="Google Shape;52;p31"/>
            <p:cNvSpPr/>
            <p:nvPr/>
          </p:nvSpPr>
          <p:spPr>
            <a:xfrm>
              <a:off x="0" y="4043197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31"/>
            <p:cNvSpPr/>
            <p:nvPr/>
          </p:nvSpPr>
          <p:spPr>
            <a:xfrm>
              <a:off x="0" y="2021358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54" name="Google Shape;54;p31"/>
            <p:cNvCxnSpPr/>
            <p:nvPr/>
          </p:nvCxnSpPr>
          <p:spPr>
            <a:xfrm>
              <a:off x="10632" y="-7753"/>
              <a:ext cx="4052352" cy="4040860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" name="Google Shape;55;p31"/>
            <p:cNvSpPr/>
            <p:nvPr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7306165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833694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 ">
  <p:cSld name="Título + Subtítulo + Imagen ">
    <p:bg>
      <p:bgPr>
        <a:solidFill>
          <a:schemeClr val="accen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32"/>
          <p:cNvGrpSpPr/>
          <p:nvPr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63" name="Google Shape;63;p32"/>
            <p:cNvSpPr/>
            <p:nvPr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" name="Google Shape;64;p32"/>
            <p:cNvSpPr/>
            <p:nvPr/>
          </p:nvSpPr>
          <p:spPr>
            <a:xfrm>
              <a:off x="2039471" y="406189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" name="Google Shape;65;p32"/>
            <p:cNvSpPr/>
            <p:nvPr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66" name="Google Shape;66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" name="Google Shape;67;p32"/>
            <p:cNvGrpSpPr/>
            <p:nvPr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68" name="Google Shape;68;p32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69" name="Google Shape;69;p32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70" name="Google Shape;70;p3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71" name="Google Shape;71;p32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72" name="Google Shape;72;p3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73" name="Google Shape;73;p3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74" name="Google Shape;74;p32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5" name="Google Shape;75;p32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76" name="Google Shape;76;p32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77" name="Google Shape;77;p32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78" name="Google Shape;78;p32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79" name="Google Shape;79;p32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80" name="Google Shape;80;p32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81" name="Google Shape;81;p32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82" name="Google Shape;82;p32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3" name="Google Shape;83;p32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4" name="Google Shape;84;p32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5" name="Google Shape;85;p32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" name="Google Shape;86;p32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87" name="Google Shape;87;p32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88" name="Google Shape;88;p32"/>
            <p:cNvSpPr/>
            <p:nvPr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" name="Google Shape;89;p32"/>
            <p:cNvSpPr/>
            <p:nvPr/>
          </p:nvSpPr>
          <p:spPr>
            <a:xfrm>
              <a:off x="9867" y="405160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0" name="Google Shape;90;p32"/>
          <p:cNvSpPr/>
          <p:nvPr>
            <p:ph idx="2" type="pic"/>
          </p:nvPr>
        </p:nvSpPr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sa">
  <p:cSld name="Mesa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3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4" name="Google Shape;94;p33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2" type="title">
  <p:cSld name="TITLE">
    <p:bg>
      <p:bgPr>
        <a:solidFill>
          <a:schemeClr val="accen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4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99" name="Google Shape;99;p34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34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34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" name="Google Shape;102;p34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" name="Google Shape;103;p34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04" name="Google Shape;104;p34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05" name="Google Shape;105;p34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06" name="Google Shape;106;p34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07" name="Google Shape;107;p34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08" name="Google Shape;108;p34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09" name="Google Shape;109;p34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10" name="Google Shape;110;p34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11" name="Google Shape;111;p34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12" name="Google Shape;112;p34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13" name="Google Shape;113;p34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14" name="Google Shape;114;p34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15" name="Google Shape;115;p34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16" name="Google Shape;116;p34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17" name="Google Shape;117;p34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18" name="Google Shape;118;p34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19" name="Google Shape;119;p34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0" name="Google Shape;120;p34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1" name="Google Shape;121;p34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2" name="Google Shape;122;p34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3" name="Google Shape;123;p34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24" name="Google Shape;124;p34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25" name="Google Shape;125;p34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" name="Google Shape;126;p34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34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34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29" name="Google Shape;129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1" name="Google Shape;131;p34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2" name="Google Shape;132;p34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sz="4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37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136" name="Google Shape;136;p37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p37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37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37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" name="Google Shape;140;p37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41" name="Google Shape;141;p37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42" name="Google Shape;142;p37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43" name="Google Shape;143;p37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4" name="Google Shape;144;p37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5" name="Google Shape;145;p37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46" name="Google Shape;146;p37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47" name="Google Shape;147;p37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48" name="Google Shape;148;p37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49" name="Google Shape;149;p37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50" name="Google Shape;150;p37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51" name="Google Shape;151;p37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52" name="Google Shape;152;p37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53" name="Google Shape;153;p37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54" name="Google Shape;154;p37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55" name="Google Shape;155;p37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56" name="Google Shape;156;p37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7" name="Google Shape;157;p37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8" name="Google Shape;158;p37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9" name="Google Shape;159;p37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0" name="Google Shape;160;p37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61" name="Google Shape;161;p37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62" name="Google Shape;162;p37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37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37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37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66" name="Google Shape;166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8" name="Google Shape;168;p37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9" name="Google Shape;169;p37"/>
          <p:cNvSpPr txBox="1"/>
          <p:nvPr>
            <p:ph type="ctrTitle"/>
          </p:nvPr>
        </p:nvSpPr>
        <p:spPr>
          <a:xfrm>
            <a:off x="4714772" y="677918"/>
            <a:ext cx="6856292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Imagen">
  <p:cSld name="Título + Imagen">
    <p:bg>
      <p:bgPr>
        <a:solidFill>
          <a:schemeClr val="accent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ctrTitle"/>
          </p:nvPr>
        </p:nvSpPr>
        <p:spPr>
          <a:xfrm>
            <a:off x="4833694" y="660358"/>
            <a:ext cx="6594768" cy="553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/>
          <p:nvPr>
            <p:ph idx="2" type="pic"/>
          </p:nvPr>
        </p:nvSpPr>
        <p:spPr>
          <a:xfrm rot="10800000">
            <a:off x="1" y="761322"/>
            <a:ext cx="4076118" cy="60966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3" name="Google Shape;173;p38"/>
          <p:cNvGrpSpPr/>
          <p:nvPr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174" name="Google Shape;174;p38"/>
            <p:cNvSpPr/>
            <p:nvPr/>
          </p:nvSpPr>
          <p:spPr>
            <a:xfrm flipH="1" rot="10800000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38"/>
            <p:cNvSpPr/>
            <p:nvPr/>
          </p:nvSpPr>
          <p:spPr>
            <a:xfrm rot="10800000">
              <a:off x="0" y="76613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38"/>
            <p:cNvSpPr/>
            <p:nvPr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7" name="Google Shape;177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38"/>
            <p:cNvSpPr/>
            <p:nvPr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79" name="Google Shape;17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1">
  <p:cSld name="Contenido 1">
    <p:bg>
      <p:bgPr>
        <a:solidFill>
          <a:schemeClr val="accen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762001" y="896112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2" name="Google Shape;182;p39"/>
          <p:cNvGrpSpPr/>
          <p:nvPr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83" name="Google Shape;183;p39"/>
            <p:cNvSpPr/>
            <p:nvPr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39"/>
            <p:cNvSpPr/>
            <p:nvPr/>
          </p:nvSpPr>
          <p:spPr>
            <a:xfrm rot="5400000">
              <a:off x="10160492" y="2024569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39"/>
            <p:cNvSpPr/>
            <p:nvPr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86" name="Google Shape;186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39"/>
            <p:cNvSpPr/>
            <p:nvPr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" name="Google Shape;188;p39"/>
            <p:cNvSpPr/>
            <p:nvPr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" name="Google Shape;189;p39"/>
            <p:cNvSpPr/>
            <p:nvPr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90" name="Google Shape;19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39"/>
            <p:cNvSpPr/>
            <p:nvPr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93" name="Google Shape;193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4" name="Google Shape;194;p39"/>
            <p:cNvGrpSpPr/>
            <p:nvPr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195" name="Google Shape;195;p39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96" name="Google Shape;196;p39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97" name="Google Shape;197;p39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98" name="Google Shape;198;p39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99" name="Google Shape;199;p39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200" name="Google Shape;200;p39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201" name="Google Shape;201;p39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202" name="Google Shape;202;p39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03" name="Google Shape;203;p39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204" name="Google Shape;204;p39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205" name="Google Shape;205;p39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206" name="Google Shape;206;p39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207" name="Google Shape;207;p39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208" name="Google Shape;208;p39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209" name="Google Shape;209;p39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0" name="Google Shape;210;p39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1" name="Google Shape;211;p39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2" name="Google Shape;212;p39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3" name="Google Shape;213;p39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214" name="Google Shape;214;p39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215" name="Google Shape;215;p39"/>
            <p:cNvSpPr/>
            <p:nvPr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39"/>
            <p:cNvSpPr/>
            <p:nvPr/>
          </p:nvSpPr>
          <p:spPr>
            <a:xfrm>
              <a:off x="8138160" y="2029968"/>
              <a:ext cx="1014984" cy="201168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17" name="Google Shape;217;p39"/>
            <p:cNvCxnSpPr/>
            <p:nvPr/>
          </p:nvCxnSpPr>
          <p:spPr>
            <a:xfrm flipH="1" rot="10800000">
              <a:off x="8138160" y="2012062"/>
              <a:ext cx="3044952" cy="7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8" name="Google Shape;218;p39"/>
            <p:cNvSpPr/>
            <p:nvPr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9" name="Google Shape;219;p39"/>
          <p:cNvSpPr txBox="1"/>
          <p:nvPr>
            <p:ph idx="10" type="dt"/>
          </p:nvPr>
        </p:nvSpPr>
        <p:spPr>
          <a:xfrm>
            <a:off x="761295" y="6355080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9"/>
          <p:cNvSpPr txBox="1"/>
          <p:nvPr>
            <p:ph idx="11" type="ftr"/>
          </p:nvPr>
        </p:nvSpPr>
        <p:spPr>
          <a:xfrm>
            <a:off x="5499886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9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762001" y="3058886"/>
            <a:ext cx="659737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bg>
      <p:bgPr>
        <a:solidFill>
          <a:schemeClr val="accent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40"/>
          <p:cNvGrpSpPr/>
          <p:nvPr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225" name="Google Shape;225;p40"/>
            <p:cNvSpPr/>
            <p:nvPr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26" name="Google Shape;226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40"/>
            <p:cNvSpPr/>
            <p:nvPr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8" name="Google Shape;228;p40"/>
            <p:cNvSpPr/>
            <p:nvPr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" name="Google Shape;229;p40"/>
            <p:cNvSpPr/>
            <p:nvPr/>
          </p:nvSpPr>
          <p:spPr>
            <a:xfrm>
              <a:off x="4071442" y="4058828"/>
              <a:ext cx="3178103" cy="2799549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30" name="Google Shape;23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40"/>
            <p:cNvSpPr/>
            <p:nvPr/>
          </p:nvSpPr>
          <p:spPr>
            <a:xfrm>
              <a:off x="2028568" y="4060579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33" name="Google Shape;233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n patrón seleccionado blanco y negro&#10;&#10;Descripción generada automáticamente con confianza baja" id="234" name="Google Shape;234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6" y="3062893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5" name="Google Shape;235;p40"/>
            <p:cNvGrpSpPr/>
            <p:nvPr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236" name="Google Shape;236;p40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37" name="Google Shape;237;p40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38" name="Google Shape;238;p40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239" name="Google Shape;239;p40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240" name="Google Shape;240;p40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241" name="Google Shape;241;p40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242" name="Google Shape;242;p40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243" name="Google Shape;243;p40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44" name="Google Shape;244;p40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245" name="Google Shape;245;p40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6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246" name="Google Shape;246;p40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6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247" name="Google Shape;247;p40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6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248" name="Google Shape;248;p40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6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249" name="Google Shape;249;p40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6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250" name="Google Shape;250;p40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51" name="Google Shape;251;p40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52" name="Google Shape;252;p40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53" name="Google Shape;253;p40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54" name="Google Shape;254;p40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255" name="Google Shape;255;p40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256" name="Google Shape;256;p40"/>
            <p:cNvSpPr/>
            <p:nvPr/>
          </p:nvSpPr>
          <p:spPr>
            <a:xfrm rot="-5400000">
              <a:off x="506891" y="5335524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59" name="Google Shape;259;p40"/>
            <p:cNvCxnSpPr/>
            <p:nvPr/>
          </p:nvCxnSpPr>
          <p:spPr>
            <a:xfrm flipH="1" rot="10800000">
              <a:off x="0" y="1990665"/>
              <a:ext cx="4023360" cy="33894"/>
            </a:xfrm>
            <a:prstGeom prst="straightConnector1">
              <a:avLst/>
            </a:prstGeom>
            <a:noFill/>
            <a:ln cap="flat" cmpd="sng" w="508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60" name="Google Shape;260;p40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0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2" name="Google Shape;262;p40"/>
          <p:cNvSpPr txBox="1"/>
          <p:nvPr>
            <p:ph idx="10" type="dt"/>
          </p:nvPr>
        </p:nvSpPr>
        <p:spPr>
          <a:xfrm>
            <a:off x="7519821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 txBox="1"/>
          <p:nvPr>
            <p:ph idx="11" type="ftr"/>
          </p:nvPr>
        </p:nvSpPr>
        <p:spPr>
          <a:xfrm>
            <a:off x="872719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0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bg>
      <p:bgPr>
        <a:solidFill>
          <a:schemeClr val="dk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7" name="Google Shape;267;p41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268" name="Google Shape;268;p41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41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41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71" name="Google Shape;271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41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73" name="Google Shape;27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41"/>
            <p:cNvSpPr/>
            <p:nvPr/>
          </p:nvSpPr>
          <p:spPr>
            <a:xfrm>
              <a:off x="11250235" y="4949368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75" name="Google Shape;275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41"/>
          <p:cNvSpPr txBox="1"/>
          <p:nvPr>
            <p:ph idx="10" type="dt"/>
          </p:nvPr>
        </p:nvSpPr>
        <p:spPr>
          <a:xfrm>
            <a:off x="771735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1"/>
          <p:cNvSpPr txBox="1"/>
          <p:nvPr>
            <p:ph idx="11" type="ftr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41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2">
  <p:cSld name="Dos contenidos 2">
    <p:bg>
      <p:bgPr>
        <a:solidFill>
          <a:srgbClr val="BEBAC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097646">
            <a:off x="403102" y="-983359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2"/>
          <p:cNvSpPr/>
          <p:nvPr/>
        </p:nvSpPr>
        <p:spPr>
          <a:xfrm rot="-8091810">
            <a:off x="-1025089" y="458228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84" name="Google Shape;2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97467">
            <a:off x="407892" y="1900474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/>
          <p:nvPr/>
        </p:nvSpPr>
        <p:spPr>
          <a:xfrm rot="-2700000">
            <a:off x="413443" y="1923515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86" name="Google Shape;28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8786">
            <a:off x="-1021285" y="3355869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10773">
            <a:off x="1859807" y="3357927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42"/>
          <p:cNvGrpSpPr/>
          <p:nvPr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289" name="Google Shape;289;p42"/>
            <p:cNvSpPr/>
            <p:nvPr/>
          </p:nvSpPr>
          <p:spPr>
            <a:xfrm>
              <a:off x="-13699" y="5839164"/>
              <a:ext cx="2862790" cy="28868"/>
            </a:xfrm>
            <a:custGeom>
              <a:rect b="b" l="l" r="r" t="t"/>
              <a:pathLst>
                <a:path extrusionOk="0" h="28868" w="2862790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47246" y="5900109"/>
              <a:ext cx="2740900" cy="28868"/>
            </a:xfrm>
            <a:custGeom>
              <a:rect b="b" l="l" r="r" t="t"/>
              <a:pathLst>
                <a:path extrusionOk="0" h="28868" w="2740900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108992" y="5960251"/>
              <a:ext cx="2619012" cy="29671"/>
            </a:xfrm>
            <a:custGeom>
              <a:rect b="b" l="l" r="r" t="t"/>
              <a:pathLst>
                <a:path extrusionOk="0" h="29671" w="2619012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169937" y="6021196"/>
              <a:ext cx="2497122" cy="29670"/>
            </a:xfrm>
            <a:custGeom>
              <a:rect b="b" l="l" r="r" t="t"/>
              <a:pathLst>
                <a:path extrusionOk="0" h="29670" w="2497122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229279" y="6082140"/>
              <a:ext cx="2376837" cy="28869"/>
            </a:xfrm>
            <a:custGeom>
              <a:rect b="b" l="l" r="r" t="t"/>
              <a:pathLst>
                <a:path extrusionOk="0" h="28869" w="2376837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42"/>
            <p:cNvSpPr/>
            <p:nvPr/>
          </p:nvSpPr>
          <p:spPr>
            <a:xfrm>
              <a:off x="290222" y="6143085"/>
              <a:ext cx="2254948" cy="28868"/>
            </a:xfrm>
            <a:custGeom>
              <a:rect b="b" l="l" r="r" t="t"/>
              <a:pathLst>
                <a:path extrusionOk="0" h="28868" w="225494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351970" y="6203227"/>
              <a:ext cx="2133059" cy="29671"/>
            </a:xfrm>
            <a:custGeom>
              <a:rect b="b" l="l" r="r" t="t"/>
              <a:pathLst>
                <a:path extrusionOk="0" h="29671" w="2133059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411310" y="6264172"/>
              <a:ext cx="2012774" cy="28868"/>
            </a:xfrm>
            <a:custGeom>
              <a:rect b="b" l="l" r="r" t="t"/>
              <a:pathLst>
                <a:path extrusionOk="0" h="28868" w="2012774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472255" y="6325117"/>
              <a:ext cx="1890884" cy="28868"/>
            </a:xfrm>
            <a:custGeom>
              <a:rect b="b" l="l" r="r" t="t"/>
              <a:pathLst>
                <a:path extrusionOk="0" h="28868" w="1890884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533199" y="6386061"/>
              <a:ext cx="1768996" cy="28869"/>
            </a:xfrm>
            <a:custGeom>
              <a:rect b="b" l="l" r="r" t="t"/>
              <a:pathLst>
                <a:path extrusionOk="0" h="28869" w="1768996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594946" y="6446204"/>
              <a:ext cx="1647106" cy="29670"/>
            </a:xfrm>
            <a:custGeom>
              <a:rect b="b" l="l" r="r" t="t"/>
              <a:pathLst>
                <a:path extrusionOk="0" h="29670" w="1647106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" name="Google Shape;300;p42"/>
            <p:cNvSpPr/>
            <p:nvPr/>
          </p:nvSpPr>
          <p:spPr>
            <a:xfrm>
              <a:off x="654287" y="6507148"/>
              <a:ext cx="1526821" cy="28869"/>
            </a:xfrm>
            <a:custGeom>
              <a:rect b="b" l="l" r="r" t="t"/>
              <a:pathLst>
                <a:path extrusionOk="0" h="28869" w="1526821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715231" y="6568093"/>
              <a:ext cx="1404932" cy="28868"/>
            </a:xfrm>
            <a:custGeom>
              <a:rect b="b" l="l" r="r" t="t"/>
              <a:pathLst>
                <a:path extrusionOk="0" h="28868" w="1404932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776977" y="6628235"/>
              <a:ext cx="1283044" cy="29671"/>
            </a:xfrm>
            <a:custGeom>
              <a:rect b="b" l="l" r="r" t="t"/>
              <a:pathLst>
                <a:path extrusionOk="0" h="29671" w="1283044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837922" y="6689180"/>
              <a:ext cx="1161154" cy="29670"/>
            </a:xfrm>
            <a:custGeom>
              <a:rect b="b" l="l" r="r" t="t"/>
              <a:pathLst>
                <a:path extrusionOk="0" h="29670" w="1161154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897263" y="6750124"/>
              <a:ext cx="1040868" cy="28869"/>
            </a:xfrm>
            <a:custGeom>
              <a:rect b="b" l="l" r="r" t="t"/>
              <a:pathLst>
                <a:path extrusionOk="0" h="28869" w="1040868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958207" y="6811069"/>
              <a:ext cx="918980" cy="28869"/>
            </a:xfrm>
            <a:custGeom>
              <a:rect b="b" l="l" r="r" t="t"/>
              <a:pathLst>
                <a:path extrusionOk="0" h="28869" w="918980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06" name="Google Shape;306;p42"/>
          <p:cNvSpPr/>
          <p:nvPr/>
        </p:nvSpPr>
        <p:spPr>
          <a:xfrm>
            <a:off x="1793659" y="5801762"/>
            <a:ext cx="1075475" cy="1058335"/>
          </a:xfrm>
          <a:custGeom>
            <a:rect b="b" l="l" r="r" t="t"/>
            <a:pathLst>
              <a:path extrusionOk="0" h="1062720" w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1035546" y="6829131"/>
            <a:ext cx="918980" cy="28869"/>
          </a:xfrm>
          <a:custGeom>
            <a:rect b="b" l="l" r="r" t="t"/>
            <a:pathLst>
              <a:path extrusionOk="0" h="28869" w="918980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8" name="Google Shape;308;p42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3520440" y="3259056"/>
            <a:ext cx="299466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2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42"/>
          <p:cNvSpPr txBox="1"/>
          <p:nvPr>
            <p:ph idx="10" type="dt"/>
          </p:nvPr>
        </p:nvSpPr>
        <p:spPr>
          <a:xfrm>
            <a:off x="352372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2"/>
          <p:cNvSpPr txBox="1"/>
          <p:nvPr>
            <p:ph idx="11" type="ftr"/>
          </p:nvPr>
        </p:nvSpPr>
        <p:spPr>
          <a:xfrm>
            <a:off x="6642161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42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imagen">
  <p:cSld name="Contenido + imagen">
    <p:bg>
      <p:bgPr>
        <a:solidFill>
          <a:schemeClr val="accent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3"/>
          <p:cNvSpPr/>
          <p:nvPr>
            <p:ph idx="2" type="pic"/>
          </p:nvPr>
        </p:nvSpPr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43"/>
          <p:cNvSpPr/>
          <p:nvPr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18" name="Google Shape;31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338" y="5865203"/>
            <a:ext cx="2019299" cy="9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3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43"/>
          <p:cNvSpPr txBox="1"/>
          <p:nvPr>
            <p:ph idx="10" type="dt"/>
          </p:nvPr>
        </p:nvSpPr>
        <p:spPr>
          <a:xfrm>
            <a:off x="380395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3"/>
          <p:cNvSpPr txBox="1"/>
          <p:nvPr>
            <p:ph idx="11" type="ftr"/>
          </p:nvPr>
        </p:nvSpPr>
        <p:spPr>
          <a:xfrm>
            <a:off x="6788630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43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pSp>
        <p:nvGrpSpPr>
          <p:cNvPr id="323" name="Google Shape;323;p43"/>
          <p:cNvGrpSpPr/>
          <p:nvPr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324" name="Google Shape;324;p43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" name="Google Shape;325;p43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43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27" name="Google Shape;327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43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43"/>
            <p:cNvSpPr/>
            <p:nvPr/>
          </p:nvSpPr>
          <p:spPr>
            <a:xfrm rot="10800000">
              <a:off x="100582" y="2932749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30" name="Google Shape;330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43"/>
          <p:cNvSpPr/>
          <p:nvPr/>
        </p:nvSpPr>
        <p:spPr>
          <a:xfrm>
            <a:off x="1011339" y="2834159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4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5" name="Google Shape;335;p44"/>
          <p:cNvSpPr txBox="1"/>
          <p:nvPr>
            <p:ph idx="1" type="body"/>
          </p:nvPr>
        </p:nvSpPr>
        <p:spPr>
          <a:xfrm>
            <a:off x="762000" y="2417197"/>
            <a:ext cx="4278313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44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44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4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3">
  <p:cSld name="Dos contenidos 3">
    <p:bg>
      <p:bgPr>
        <a:solidFill>
          <a:schemeClr val="accent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1" name="Google Shape;341;p45"/>
          <p:cNvGrpSpPr/>
          <p:nvPr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42" name="Google Shape;342;p45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" name="Google Shape;343;p45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" name="Google Shape;344;p45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45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45"/>
            <p:cNvSpPr/>
            <p:nvPr/>
          </p:nvSpPr>
          <p:spPr>
            <a:xfrm rot="10800000">
              <a:off x="100582" y="2936725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47" name="Google Shape;347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45"/>
          <p:cNvSpPr txBox="1"/>
          <p:nvPr>
            <p:ph idx="1" type="body"/>
          </p:nvPr>
        </p:nvSpPr>
        <p:spPr>
          <a:xfrm>
            <a:off x="1552575" y="2481940"/>
            <a:ext cx="6477952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45"/>
          <p:cNvSpPr txBox="1"/>
          <p:nvPr>
            <p:ph idx="2" type="body"/>
          </p:nvPr>
        </p:nvSpPr>
        <p:spPr>
          <a:xfrm>
            <a:off x="8372723" y="2481940"/>
            <a:ext cx="3046391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eriod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arenR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arenR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romanLcPeriod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1" name="Google Shape;351;p45"/>
          <p:cNvSpPr txBox="1"/>
          <p:nvPr>
            <p:ph idx="10" type="dt"/>
          </p:nvPr>
        </p:nvSpPr>
        <p:spPr>
          <a:xfrm>
            <a:off x="155448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5"/>
          <p:cNvSpPr txBox="1"/>
          <p:nvPr>
            <p:ph idx="11" type="ftr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5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3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364" name="Google Shape;364;p46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365" name="Google Shape;365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368" name="Google Shape;368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48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72" name="Google Shape;372;p48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73" name="Google Shape;373;p4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6" name="Google Shape;376;p4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79" name="Google Shape;379;p50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80" name="Google Shape;380;p5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83" name="Google Shape;383;p5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387" name="Google Shape;387;p52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388" name="Google Shape;388;p52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5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395" name="Google Shape;395;p54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5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" name="Google Shape;404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{F779E463-2CBD-4057-85D9-1CC893B3BC68}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rPr lang="es-GT" sz="2400" u="none" cap="none" strike="noStrike"/>
                        <a:t>Miercoles 10 /09</a:t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rPr lang="es-GT" sz="2400" u="none" cap="none" strike="noStrike"/>
                        <a:t>17:20</a:t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405" name="Google Shape;405;p1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33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Seminario de Sistemas 2 [N]</a:t>
            </a:r>
            <a:endParaRPr b="1" sz="33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6" name="Google Shape;406;p1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2667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Gerhard Benjamin Ardon Valdez</a:t>
            </a:r>
            <a:endParaRPr sz="2667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"/>
          <p:cNvSpPr txBox="1"/>
          <p:nvPr>
            <p:ph type="title"/>
          </p:nvPr>
        </p:nvSpPr>
        <p:spPr>
          <a:xfrm>
            <a:off x="4933950" y="429461"/>
            <a:ext cx="6343650" cy="2197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s-GT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endParaRPr/>
          </a:p>
        </p:txBody>
      </p:sp>
      <p:sp>
        <p:nvSpPr>
          <p:cNvPr id="413" name="Google Shape;413;p2"/>
          <p:cNvSpPr txBox="1"/>
          <p:nvPr>
            <p:ph idx="1" type="body"/>
          </p:nvPr>
        </p:nvSpPr>
        <p:spPr>
          <a:xfrm>
            <a:off x="4938713" y="2627087"/>
            <a:ext cx="6338887" cy="334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Recordatorio conferencia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consultas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Indices</a:t>
            </a:r>
            <a:endParaRPr b="0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Particiones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Clústeres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Anuncios parroquiales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Actividad 5</a:t>
            </a:r>
            <a:endParaRPr/>
          </a:p>
        </p:txBody>
      </p:sp>
      <p:sp>
        <p:nvSpPr>
          <p:cNvPr id="414" name="Google Shape;414;p2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COMPETENCIAS QUE DESARROLLAREMOS</a:t>
            </a:r>
            <a:endParaRPr/>
          </a:p>
        </p:txBody>
      </p:sp>
      <p:sp>
        <p:nvSpPr>
          <p:cNvPr id="420" name="Google Shape;420;p3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GT"/>
              <a:t>Administrar proyectos de analisis de datos en la nube con herramientas como BigQuery y GCP aplicando principios de gobierno de datos y seguridad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1" name="Google Shape;421;p3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b="1" i="0" lang="es-GT" sz="4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OPTIMIZACIÓN DE CONSULTAS</a:t>
            </a:r>
            <a:endParaRPr b="1" i="0" sz="48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Vista de ángulo bajo de edificios altos" id="428" name="Google Shape;428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" r="43" t="0"/>
          <a:stretch/>
        </p:blipFill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"/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430" name="Google Shape;430;p4"/>
          <p:cNvCxnSpPr/>
          <p:nvPr/>
        </p:nvCxnSpPr>
        <p:spPr>
          <a:xfrm>
            <a:off x="-97971" y="1909602"/>
            <a:ext cx="4160955" cy="4149155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1" name="Google Shape;431;p4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s-GT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QUE ES?</a:t>
            </a:r>
            <a:endParaRPr/>
          </a:p>
        </p:txBody>
      </p:sp>
      <p:sp>
        <p:nvSpPr>
          <p:cNvPr id="437" name="Google Shape;437;p5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ALGUNAS TECNICAS SON:</a:t>
            </a:r>
            <a:endParaRPr/>
          </a:p>
        </p:txBody>
      </p:sp>
      <p:sp>
        <p:nvSpPr>
          <p:cNvPr id="443" name="Google Shape;443;p6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aphicFrame>
        <p:nvGraphicFramePr>
          <p:cNvPr id="444" name="Google Shape;444;p6"/>
          <p:cNvGraphicFramePr/>
          <p:nvPr/>
        </p:nvGraphicFramePr>
        <p:xfrm>
          <a:off x="762000" y="222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{F779E463-2CBD-4057-85D9-1CC893B3BC68}</a:tableStyleId>
              </a:tblPr>
              <a:tblGrid>
                <a:gridCol w="1791275"/>
                <a:gridCol w="4128425"/>
                <a:gridCol w="4746150"/>
              </a:tblGrid>
              <a:tr h="36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venir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lt1"/>
                          </a:solidFill>
                        </a:rPr>
                        <a:t>Técnica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venir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lt1"/>
                          </a:solidFill>
                        </a:rPr>
                        <a:t>Descripción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venir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lt1"/>
                          </a:solidFill>
                        </a:rPr>
                        <a:t>Ejemplo / Aplicación Didáctica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2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b="0" lang="es-GT" sz="1400" u="none" cap="none" strike="noStrike"/>
                        <a:t>Uso de índices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Mejora la velocidad de búsqueda en columnas clave.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Crear un índice en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CustomerID</a:t>
                      </a:r>
                      <a:r>
                        <a:rPr lang="es-GT" sz="1400" u="none" cap="none" strike="noStrike"/>
                        <a:t> para acelerar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 FROM Orders WHERE CustomerID = 5</a:t>
                      </a:r>
                      <a:endParaRPr sz="1400" u="none" cap="none" strike="noStrike"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b="0" lang="es-GT" sz="1400" u="none" cap="none" strike="noStrike"/>
                        <a:t>Limitar resultados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Usar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LIMIT</a:t>
                      </a:r>
                      <a:r>
                        <a:rPr lang="es-GT" sz="1400" u="none" cap="none" strike="noStrike"/>
                        <a:t> o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TOP</a:t>
                      </a:r>
                      <a:r>
                        <a:rPr lang="es-GT" sz="1400" u="none" cap="none" strike="noStrike"/>
                        <a:t> para evitar traer más datos de los necesarios.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Comparar tiempos de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 FROM Sales</a:t>
                      </a:r>
                      <a:r>
                        <a:rPr lang="es-GT" sz="1400" u="none" cap="none" strike="noStrike"/>
                        <a:t> vs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TOP 100 * FROM Sales</a:t>
                      </a:r>
                      <a:endParaRPr sz="1400" u="none" cap="none" strike="noStrike"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b="0" lang="es-GT" sz="1400" u="none" cap="none" strike="noStrike"/>
                        <a:t>Evitar ORDER BY innecesario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Solo ordenar si es estrictamente necesario.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Mostrar cómo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 BY</a:t>
                      </a:r>
                      <a:r>
                        <a:rPr lang="es-GT" sz="1400" u="none" cap="none" strike="noStrike"/>
                        <a:t> puede ralentizar una consulta sin beneficio práctico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b="0" lang="es-GT" sz="1400" u="none" cap="none" strike="noStrike"/>
                        <a:t>Uso de vistas indexadas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Preprocesar y almacenar resultados de consultas complejas.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Crear una vista indexada para una consulta con múltiples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JOINs</a:t>
                      </a:r>
                      <a:r>
                        <a:rPr lang="es-GT" sz="1400" u="none" cap="none" strike="noStrike"/>
                        <a:t> y </a:t>
                      </a:r>
                      <a:r>
                        <a:rPr lang="es-GT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 BY</a:t>
                      </a:r>
                      <a:endParaRPr sz="1400" u="none" cap="none" strike="noStrike"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b="0" lang="es-GT" sz="1400" u="none" cap="none" strike="noStrike"/>
                        <a:t>Analizar planes de ejecución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Revisar cómo el motor ejecuta la consulta para detectar cuellos de botella.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venir"/>
                        <a:buNone/>
                      </a:pPr>
                      <a:r>
                        <a:rPr lang="es-GT" sz="1400" u="none" cap="none" strike="noStrike"/>
                        <a:t>Usar SQL Server Management Studio para mostrar el plan de ejecución y discutir alternativas</a:t>
                      </a:r>
                      <a:endParaRPr/>
                    </a:p>
                  </a:txBody>
                  <a:tcPr marT="21750" marB="21750" marR="43525" marL="43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INDICES</a:t>
            </a:r>
            <a:endParaRPr/>
          </a:p>
        </p:txBody>
      </p:sp>
      <p:sp>
        <p:nvSpPr>
          <p:cNvPr id="450" name="Google Shape;450;p7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762000" y="3712982"/>
            <a:ext cx="1034353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 crea sobre una o varias columnas.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modifica los datos, pero crea una estructura paralela para acceder a ellos más rápido.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 el rendimiento de consultas, especialmente en SELECT, JOIN, WHERE, y ORDER BY.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ARBOLES B+</a:t>
            </a:r>
            <a:endParaRPr/>
          </a:p>
        </p:txBody>
      </p:sp>
      <p:sp>
        <p:nvSpPr>
          <p:cNvPr id="457" name="Google Shape;457;p8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descr="Para que sirven los indices en SQL server? - Stack Overflow en español" id="458" name="Google Shape;4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566" y="1714654"/>
            <a:ext cx="7148666" cy="424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"/>
          <p:cNvSpPr/>
          <p:nvPr/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21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DONDE N ES EL NÚMERO DE REGISTROS Y M ES EL NÚMERO DE CLAVES POR NODO (RAMA). COMO M &gt; 2, EL ÁRBOL B+ ES MÁS PLANO QUE UN ÁRBOL BINARIO, LO QUE REDUCE LA PROFUNDIDAD Y MEJORA EL RENDIMIENTO.</a:t>
            </a:r>
            <a:endParaRPr/>
          </a:p>
        </p:txBody>
      </p:sp>
      <p:sp>
        <p:nvSpPr>
          <p:cNvPr id="464" name="Google Shape;464;p9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aphicFrame>
        <p:nvGraphicFramePr>
          <p:cNvPr id="465" name="Google Shape;465;p9"/>
          <p:cNvGraphicFramePr/>
          <p:nvPr/>
        </p:nvGraphicFramePr>
        <p:xfrm>
          <a:off x="762000" y="2500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{F779E463-2CBD-4057-85D9-1CC893B3BC68}</a:tableStyleId>
              </a:tblPr>
              <a:tblGrid>
                <a:gridCol w="2653450"/>
                <a:gridCol w="2765050"/>
                <a:gridCol w="2551800"/>
                <a:gridCol w="2695550"/>
              </a:tblGrid>
              <a:tr h="40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búsqueda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práctico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9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Búsqueda secuencial</a:t>
                      </a:r>
                      <a:endParaRPr b="0" i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Recorre cada fila de la tabla sin índice.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O(n)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0" i="0" lang="es-GT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 FROM Clientes WHERE ID = 123</a:t>
                      </a: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sin índice</a:t>
                      </a:r>
                      <a:endParaRPr b="0" i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Búsqueda binaria</a:t>
                      </a:r>
                      <a:endParaRPr b="0" i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Requiere que los datos estén ordenados. Divide el conjunto en mitades.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O(log n)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Aplicable si los datos están en memoria ordenada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Árbol B+</a:t>
                      </a:r>
                      <a:endParaRPr b="0" i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Divide el conjunto en múltiples ramas por nodo. Muy eficiente en disco.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O(logₘ n)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0" i="0" lang="es-GT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 FROM Clientes WHERE ID = 123</a:t>
                      </a:r>
                      <a:r>
                        <a:rPr b="0" i="0" lang="es-GT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con índice B+</a:t>
                      </a:r>
                      <a:endParaRPr/>
                    </a:p>
                  </a:txBody>
                  <a:tcPr marT="45500" marB="45500" marR="91000" marL="91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INDICES</a:t>
            </a:r>
            <a:endParaRPr/>
          </a:p>
        </p:txBody>
      </p:sp>
      <p:sp>
        <p:nvSpPr>
          <p:cNvPr id="471" name="Google Shape;471;p10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72" name="Google Shape;4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331" y="582561"/>
            <a:ext cx="5197844" cy="569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1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78" name="Google Shape;4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3274" y="383715"/>
            <a:ext cx="8585452" cy="5840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</a:t>
            </a:r>
            <a:endParaRPr/>
          </a:p>
        </p:txBody>
      </p:sp>
      <p:sp>
        <p:nvSpPr>
          <p:cNvPr id="484" name="Google Shape;484;p12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3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90" name="Google Shape;4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477" y="426687"/>
            <a:ext cx="9489046" cy="59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96" name="Google Shape;4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56" y="317589"/>
            <a:ext cx="10643419" cy="579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0300" y="317589"/>
            <a:ext cx="2276475" cy="1673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5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503" name="Google Shape;5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3265" y="370905"/>
            <a:ext cx="8506044" cy="5985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6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</a:t>
            </a:r>
            <a:endParaRPr/>
          </a:p>
        </p:txBody>
      </p:sp>
      <p:sp>
        <p:nvSpPr>
          <p:cNvPr id="509" name="Google Shape;509;p16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510" name="Google Shape;5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230" y="781664"/>
            <a:ext cx="6113923" cy="5294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</a:t>
            </a:r>
            <a:endParaRPr/>
          </a:p>
        </p:txBody>
      </p:sp>
      <p:sp>
        <p:nvSpPr>
          <p:cNvPr id="516" name="Google Shape;516;p17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517" name="Google Shape;5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8008" y="1938337"/>
            <a:ext cx="6587367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 EN BIGQUERY</a:t>
            </a:r>
            <a:endParaRPr/>
          </a:p>
        </p:txBody>
      </p:sp>
      <p:sp>
        <p:nvSpPr>
          <p:cNvPr id="523" name="Google Shape;523;p18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9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 EN BIGQUERY</a:t>
            </a:r>
            <a:endParaRPr/>
          </a:p>
        </p:txBody>
      </p:sp>
      <p:sp>
        <p:nvSpPr>
          <p:cNvPr id="529" name="Google Shape;529;p19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 EN BIGQUERY</a:t>
            </a:r>
            <a:endParaRPr/>
          </a:p>
        </p:txBody>
      </p:sp>
      <p:sp>
        <p:nvSpPr>
          <p:cNvPr id="535" name="Google Shape;535;p20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 EN BIGQUERY</a:t>
            </a:r>
            <a:endParaRPr/>
          </a:p>
        </p:txBody>
      </p:sp>
      <p:sp>
        <p:nvSpPr>
          <p:cNvPr id="541" name="Google Shape;541;p21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PARTICIONES EN BIGQUERY</a:t>
            </a:r>
            <a:endParaRPr/>
          </a:p>
        </p:txBody>
      </p:sp>
      <p:sp>
        <p:nvSpPr>
          <p:cNvPr id="547" name="Google Shape;547;p22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CLUSTERES</a:t>
            </a:r>
            <a:endParaRPr/>
          </a:p>
        </p:txBody>
      </p:sp>
      <p:sp>
        <p:nvSpPr>
          <p:cNvPr id="553" name="Google Shape;553;p23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CLUSTERES</a:t>
            </a:r>
            <a:endParaRPr/>
          </a:p>
        </p:txBody>
      </p:sp>
      <p:sp>
        <p:nvSpPr>
          <p:cNvPr id="559" name="Google Shape;559;p24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845820" y="2341602"/>
            <a:ext cx="10500360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BigQuery guarda los datos en </a:t>
            </a:r>
            <a:r>
              <a:rPr b="1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formato columnar</a:t>
            </a: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(no fila a fila). Los datos se almacenan en </a:t>
            </a: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segmentos / bloques físicos </a:t>
            </a: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(pedazos de disco/almacenamiento) que contienen columnas de un rango de filas.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Organización física</a:t>
            </a: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= cómo están distribuidas y ordenadas esas filas dentro de esos bloques/segmentos en disco.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Cuando clusterizamos por algún valor le decimos a BigQuery que </a:t>
            </a: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mantenga, dentro de cada partición</a:t>
            </a:r>
            <a:r>
              <a:rPr b="0"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los datos agrupados/ordenados por los valores de la(s) columna(s) X en esos bloques físicos.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5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CLUSTERES</a:t>
            </a:r>
            <a:endParaRPr/>
          </a:p>
        </p:txBody>
      </p:sp>
      <p:sp>
        <p:nvSpPr>
          <p:cNvPr id="566" name="Google Shape;566;p25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567" name="Google Shape;567;p25"/>
          <p:cNvSpPr/>
          <p:nvPr/>
        </p:nvSpPr>
        <p:spPr>
          <a:xfrm>
            <a:off x="762000" y="1982055"/>
            <a:ext cx="10543925" cy="4093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 insertar/cargar datos, BigQuery intenta almacenar filas con valores similares de la(s) columna(s) de clustering juntas en los mismos bloques.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Como resultado, los bloques contienen rangos de valores de la(s) columna(s) cluster.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Cuando ejecutas una consulta que filtra por esas columnas, BigQuery puede "podar" (no leer) muchos bloques que no contienen los valores buscados. Esto reduce bytes leídos → menor costo y menor latencia.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Tabla sin clustering: al filtrar por pickup_location_id = '142' BigQuery podría tener que leer toda la partición hasta encontrar los valores.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GT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Tabla clusterizada por pickup_location_id: sólo leerá los bloques donde se encuentran los valores '142'. Mucho menos IO.</a:t>
            </a:r>
            <a:endParaRPr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6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s-GT"/>
              <a:t>VALORES Y ACTITUD</a:t>
            </a:r>
            <a:endParaRPr/>
          </a:p>
        </p:txBody>
      </p:sp>
      <p:sp>
        <p:nvSpPr>
          <p:cNvPr id="573" name="Google Shape;573;p26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aphicFrame>
        <p:nvGraphicFramePr>
          <p:cNvPr id="574" name="Google Shape;574;p26"/>
          <p:cNvGraphicFramePr/>
          <p:nvPr/>
        </p:nvGraphicFramePr>
        <p:xfrm>
          <a:off x="762000" y="2484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{A621B232-9312-49F0-99C7-3528FD18053F}</a:tableStyleId>
              </a:tblPr>
              <a:tblGrid>
                <a:gridCol w="4501725"/>
                <a:gridCol w="6164100"/>
              </a:tblGrid>
              <a:tr h="4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Valor / Actitud</a:t>
                      </a:r>
                      <a:endParaRPr b="0" sz="2000" u="none" cap="none" strike="noStrike"/>
                    </a:p>
                  </a:txBody>
                  <a:tcPr marT="57675" marB="50475" marR="57675" marL="86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Descripción</a:t>
                      </a:r>
                      <a:endParaRPr b="0" sz="2000" u="none" cap="none" strike="noStrike"/>
                    </a:p>
                  </a:txBody>
                  <a:tcPr marT="57675" marB="50475" marR="57675" marL="86525"/>
                </a:tc>
              </a:tr>
              <a:tr h="77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Precisión</a:t>
                      </a:r>
                      <a:endParaRPr sz="2000" u="none" cap="none" strike="noStrike"/>
                    </a:p>
                  </a:txBody>
                  <a:tcPr marT="57675" marB="50475" marR="57675" marL="86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s-GT" sz="2000" u="none" cap="none" strike="noStrike"/>
                        <a:t>Compromiso con la calidad y exactitud de los datos y resultados.</a:t>
                      </a:r>
                      <a:endParaRPr/>
                    </a:p>
                  </a:txBody>
                  <a:tcPr marT="57675" marB="50475" marR="57675" marL="86525"/>
                </a:tc>
              </a:tr>
              <a:tr h="77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Curiosidad analítica</a:t>
                      </a:r>
                      <a:endParaRPr sz="2000" u="none" cap="none" strike="noStrike"/>
                    </a:p>
                  </a:txBody>
                  <a:tcPr marT="57675" marB="50475" marR="57675" marL="86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s-GT" sz="2000" u="none" cap="none" strike="noStrike"/>
                        <a:t>Interés por explorar, descubrir patrones y entender el comportamiento de los datos.</a:t>
                      </a:r>
                      <a:endParaRPr/>
                    </a:p>
                  </a:txBody>
                  <a:tcPr marT="57675" marB="50475" marR="57675" marL="86525"/>
                </a:tc>
              </a:tr>
              <a:tr h="77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Responsabilidad</a:t>
                      </a:r>
                      <a:endParaRPr sz="2000" u="none" cap="none" strike="noStrike"/>
                    </a:p>
                  </a:txBody>
                  <a:tcPr marT="57675" marB="50475" marR="57675" marL="86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s-GT" sz="2000" u="none" cap="none" strike="noStrike"/>
                        <a:t>Uso ético de los datos, respetando la privacidad y la seguridad de la información.</a:t>
                      </a:r>
                      <a:endParaRPr/>
                    </a:p>
                  </a:txBody>
                  <a:tcPr marT="57675" marB="50475" marR="57675" marL="86525"/>
                </a:tc>
              </a:tr>
              <a:tr h="76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s-GT" sz="2000" u="none" cap="none" strike="noStrike"/>
                        <a:t>Colaboración</a:t>
                      </a:r>
                      <a:endParaRPr sz="2000" u="none" cap="none" strike="noStrike"/>
                    </a:p>
                  </a:txBody>
                  <a:tcPr marT="57675" marB="43275" marR="57675" marL="86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s-GT" sz="2000" u="none" cap="none" strike="noStrike"/>
                        <a:t>Trabajo en equipo para compartir insights, construir soluciones y mejorar decisiones.</a:t>
                      </a:r>
                      <a:endParaRPr/>
                    </a:p>
                  </a:txBody>
                  <a:tcPr marT="57675" marB="43275" marR="57675" marL="865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b="1" i="0" lang="es-GT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MUCHAS GRACIAS</a:t>
            </a:r>
            <a:endParaRPr/>
          </a:p>
        </p:txBody>
      </p:sp>
      <p:sp>
        <p:nvSpPr>
          <p:cNvPr id="581" name="Google Shape;581;p27"/>
          <p:cNvSpPr txBox="1"/>
          <p:nvPr>
            <p:ph idx="1" type="subTitle"/>
          </p:nvPr>
        </p:nvSpPr>
        <p:spPr>
          <a:xfrm>
            <a:off x="5896340" y="3036527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t/>
            </a:r>
            <a:endParaRPr b="0" i="0" sz="32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2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7" name="Google Shape;587;p28"/>
          <p:cNvGraphicFramePr/>
          <p:nvPr/>
        </p:nvGraphicFramePr>
        <p:xfrm>
          <a:off x="11267" y="10048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{F779E463-2CBD-4057-85D9-1CC893B3BC68}</a:tableStyleId>
              </a:tblPr>
              <a:tblGrid>
                <a:gridCol w="3688725"/>
                <a:gridCol w="3284425"/>
              </a:tblGrid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Actividad 5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52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82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Si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588" name="Google Shape;588;p28"/>
          <p:cNvSpPr txBox="1"/>
          <p:nvPr/>
        </p:nvSpPr>
        <p:spPr>
          <a:xfrm>
            <a:off x="11267" y="3303868"/>
            <a:ext cx="4111600" cy="40217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Javier Valdez - 201700703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Erick Noe Gómez López - 201700866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Eduardo De León Pacheco - 202000959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Mario Marroquín - 202110509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Diego Enrique Arriaga Meléndez - 202003892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Mynor Francsico Morán García - 201603232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Moises David Maldonado de León - 202010833Jonatan Rene Gonzalez Hernandez - 201900570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Axel Calderon - 201901458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9" name="Google Shape;589;p28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{F779E463-2CBD-4057-85D9-1CC893B3BC68}</a:tableStyleId>
              </a:tblPr>
              <a:tblGrid>
                <a:gridCol w="2024275"/>
                <a:gridCol w="2896500"/>
              </a:tblGrid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18:45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19:00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7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15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590" name="Google Shape;590;p28"/>
          <p:cNvSpPr txBox="1"/>
          <p:nvPr/>
        </p:nvSpPr>
        <p:spPr>
          <a:xfrm>
            <a:off x="4174400" y="3303868"/>
            <a:ext cx="4111600" cy="46166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Castro - 202109750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Eduardo Ismael Llamas Calderón - 200530614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Brian Estuardo Ajuchán Tococh - 202001086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Velveth Nayely Pérez Yas - 202010810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Toscano Palacios -201532643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Elvis Vasquez - 202006666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Allan Josué Gómez Cún - 202005035</a:t>
            </a:r>
            <a:b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Diego Abraham Robles Meza - 201901429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Juan Pedro Valle Lema - 202101648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Antonio Castillo Javier - 202003745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8"/>
          <p:cNvSpPr txBox="1"/>
          <p:nvPr/>
        </p:nvSpPr>
        <p:spPr>
          <a:xfrm>
            <a:off x="8337533" y="3303868"/>
            <a:ext cx="3843200" cy="4350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César Lizama Quiñónez - 202010023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Jimena Alejandra Cabrera Rosito - 202102338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Samuel Isaí Muñoz Pereira – 202100119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Cecilia Cotzajay - 201602659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Sheila Elizabeth Amaya Rodríguez - 202000558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Jhonatan Josué Tzunún Yax - 201900831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Kewin Maslovy Patzan - 202103206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2025-07-23T04:06:01Z</dcterms:created>
  <dc:creator>Gerhard Benjamin Ardon Valdez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0x010100136620AD586DB74D9B634F89107014C5</vt:lpwstr>
  </property>
</Properties>
</file>