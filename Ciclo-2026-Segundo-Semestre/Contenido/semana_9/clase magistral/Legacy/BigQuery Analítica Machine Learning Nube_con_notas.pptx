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10287000" cx="18288000"/>
  <p:notesSz cx="18288000" cy="10287000"/>
  <p:embeddedFontLst>
    <p:embeddedFont>
      <p:font typeface="Geo"/>
      <p:regular r:id="rId29"/>
      <p:italic r:id="rId30"/>
    </p:embeddedFont>
    <p:embeddedFont>
      <p:font typeface="Montserrat SemiBold"/>
      <p:regular r:id="rId31"/>
      <p:bold r:id="rId32"/>
      <p:italic r:id="rId33"/>
      <p:boldItalic r:id="rId34"/>
    </p:embeddedFont>
    <p:embeddedFont>
      <p:font typeface="Montserrat"/>
      <p:regular r:id="rId35"/>
      <p:bold r:id="rId36"/>
      <p:italic r:id="rId37"/>
      <p:boldItalic r:id="rId38"/>
    </p:embeddedFont>
    <p:embeddedFont>
      <p:font typeface="Montserrat Medium"/>
      <p:regular r:id="rId39"/>
      <p:bold r:id="rId40"/>
      <p:italic r:id="rId41"/>
      <p:boldItalic r:id="rId42"/>
    </p:embeddedFont>
    <p:embeddedFont>
      <p:font typeface="Lora"/>
      <p:regular r:id="rId43"/>
      <p:bold r:id="rId44"/>
      <p:italic r:id="rId45"/>
      <p:boldItalic r:id="rId46"/>
    </p:embeddedFont>
    <p:embeddedFont>
      <p:font typeface="Montserrat Light"/>
      <p:regular r:id="rId47"/>
      <p:bold r:id="rId48"/>
      <p:italic r:id="rId49"/>
      <p:boldItalic r:id="rId50"/>
    </p:embeddedFont>
    <p:embeddedFont>
      <p:font typeface="DM Sans"/>
      <p:regular r:id="rId51"/>
      <p:bold r:id="rId52"/>
      <p:italic r:id="rId53"/>
      <p:boldItalic r:id="rId54"/>
    </p:embeddedFont>
    <p:embeddedFont>
      <p:font typeface="Open Sans"/>
      <p:bold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57" roundtripDataSignature="AMtx7mgHOd+wlOytrSfOLMS0kCmb3CH2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Medium-bold.fntdata"/><Relationship Id="rId42" Type="http://schemas.openxmlformats.org/officeDocument/2006/relationships/font" Target="fonts/MontserratMedium-boldItalic.fntdata"/><Relationship Id="rId41" Type="http://schemas.openxmlformats.org/officeDocument/2006/relationships/font" Target="fonts/MontserratMedium-italic.fntdata"/><Relationship Id="rId44" Type="http://schemas.openxmlformats.org/officeDocument/2006/relationships/font" Target="fonts/Lora-bold.fntdata"/><Relationship Id="rId43" Type="http://schemas.openxmlformats.org/officeDocument/2006/relationships/font" Target="fonts/Lora-regular.fntdata"/><Relationship Id="rId46" Type="http://schemas.openxmlformats.org/officeDocument/2006/relationships/font" Target="fonts/Lora-boldItalic.fntdata"/><Relationship Id="rId45" Type="http://schemas.openxmlformats.org/officeDocument/2006/relationships/font" Target="fonts/Lora-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MontserratLight-bold.fntdata"/><Relationship Id="rId47" Type="http://schemas.openxmlformats.org/officeDocument/2006/relationships/font" Target="fonts/MontserratLight-regular.fntdata"/><Relationship Id="rId49" Type="http://schemas.openxmlformats.org/officeDocument/2006/relationships/font" Target="fonts/MontserratLight-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SemiBold-regular.fntdata"/><Relationship Id="rId30" Type="http://schemas.openxmlformats.org/officeDocument/2006/relationships/font" Target="fonts/Geo-italic.fntdata"/><Relationship Id="rId33" Type="http://schemas.openxmlformats.org/officeDocument/2006/relationships/font" Target="fonts/MontserratSemiBold-italic.fntdata"/><Relationship Id="rId32" Type="http://schemas.openxmlformats.org/officeDocument/2006/relationships/font" Target="fonts/MontserratSemiBold-bold.fntdata"/><Relationship Id="rId35" Type="http://schemas.openxmlformats.org/officeDocument/2006/relationships/font" Target="fonts/Montserrat-regular.fntdata"/><Relationship Id="rId34" Type="http://schemas.openxmlformats.org/officeDocument/2006/relationships/font" Target="fonts/MontserratSemiBold-boldItalic.fntdata"/><Relationship Id="rId37" Type="http://schemas.openxmlformats.org/officeDocument/2006/relationships/font" Target="fonts/Montserrat-italic.fntdata"/><Relationship Id="rId36" Type="http://schemas.openxmlformats.org/officeDocument/2006/relationships/font" Target="fonts/Montserrat-bold.fntdata"/><Relationship Id="rId39" Type="http://schemas.openxmlformats.org/officeDocument/2006/relationships/font" Target="fonts/MontserratMedium-regular.fntdata"/><Relationship Id="rId38" Type="http://schemas.openxmlformats.org/officeDocument/2006/relationships/font" Target="fonts/Montserrat-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font" Target="fonts/Geo-regular.fntdata"/><Relationship Id="rId51" Type="http://schemas.openxmlformats.org/officeDocument/2006/relationships/font" Target="fonts/DMSans-regular.fntdata"/><Relationship Id="rId50" Type="http://schemas.openxmlformats.org/officeDocument/2006/relationships/font" Target="fonts/MontserratLight-boldItalic.fntdata"/><Relationship Id="rId53" Type="http://schemas.openxmlformats.org/officeDocument/2006/relationships/font" Target="fonts/DMSans-italic.fntdata"/><Relationship Id="rId52" Type="http://schemas.openxmlformats.org/officeDocument/2006/relationships/font" Target="fonts/DMSans-bold.fntdata"/><Relationship Id="rId11" Type="http://schemas.openxmlformats.org/officeDocument/2006/relationships/slide" Target="slides/slide5.xml"/><Relationship Id="rId55" Type="http://schemas.openxmlformats.org/officeDocument/2006/relationships/font" Target="fonts/OpenSans-bold.fntdata"/><Relationship Id="rId10" Type="http://schemas.openxmlformats.org/officeDocument/2006/relationships/slide" Target="slides/slide4.xml"/><Relationship Id="rId54" Type="http://schemas.openxmlformats.org/officeDocument/2006/relationships/font" Target="fonts/DMSans-boldItalic.fntdata"/><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OpenSans-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ab50d878d_0_0:notes"/>
          <p:cNvSpPr txBox="1"/>
          <p:nvPr>
            <p:ph idx="1" type="body"/>
          </p:nvPr>
        </p:nvSpPr>
        <p:spPr>
          <a:xfrm>
            <a:off x="1828800" y="4886325"/>
            <a:ext cx="14630400" cy="46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g39ab50d878d_0_0:notes"/>
          <p:cNvSpPr/>
          <p:nvPr>
            <p:ph idx="2" type="sldImg"/>
          </p:nvPr>
        </p:nvSpPr>
        <p:spPr>
          <a:xfrm>
            <a:off x="3048600" y="771525"/>
            <a:ext cx="12192900" cy="3857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b3f887f9a_0_74:notes"/>
          <p:cNvSpPr txBox="1"/>
          <p:nvPr>
            <p:ph idx="1" type="body"/>
          </p:nvPr>
        </p:nvSpPr>
        <p:spPr>
          <a:xfrm>
            <a:off x="1828800" y="4886325"/>
            <a:ext cx="14630400" cy="4629300"/>
          </a:xfrm>
          <a:prstGeom prst="rect">
            <a:avLst/>
          </a:prstGeom>
          <a:noFill/>
          <a:ln>
            <a:noFill/>
          </a:ln>
        </p:spPr>
        <p:txBody>
          <a:bodyPr anchorCtr="0" anchor="t" bIns="196825" lIns="196825" spcFirstLastPara="1" rIns="196825" wrap="square" tIns="196825">
            <a:noAutofit/>
          </a:bodyPr>
          <a:lstStyle/>
          <a:p>
            <a:pPr indent="0" lvl="0" marL="0" rtl="0" algn="l">
              <a:lnSpc>
                <a:spcPct val="100000"/>
              </a:lnSpc>
              <a:spcBef>
                <a:spcPts val="0"/>
              </a:spcBef>
              <a:spcAft>
                <a:spcPts val="0"/>
              </a:spcAft>
              <a:buSzPts val="2400"/>
              <a:buNone/>
            </a:pPr>
            <a:r>
              <a:t/>
            </a:r>
            <a:endParaRPr/>
          </a:p>
        </p:txBody>
      </p:sp>
      <p:sp>
        <p:nvSpPr>
          <p:cNvPr id="127" name="Google Shape;127;g38b3f887f9a_0_74:notes"/>
          <p:cNvSpPr/>
          <p:nvPr>
            <p:ph idx="2" type="sldImg"/>
          </p:nvPr>
        </p:nvSpPr>
        <p:spPr>
          <a:xfrm>
            <a:off x="3048600" y="771525"/>
            <a:ext cx="12192900" cy="3857700"/>
          </a:xfrm>
          <a:custGeom>
            <a:rect b="b" l="l" r="r" t="t"/>
            <a:pathLst>
              <a:path extrusionOk="0" h="120000" w="120000">
                <a:moveTo>
                  <a:pt x="0" y="0"/>
                </a:moveTo>
                <a:lnTo>
                  <a:pt x="120000" y="0"/>
                </a:lnTo>
                <a:lnTo>
                  <a:pt x="120000" y="120000"/>
                </a:lnTo>
                <a:lnTo>
                  <a:pt x="0" y="120000"/>
                </a:lnTo>
                <a:close/>
              </a:path>
            </a:pathLst>
          </a:custGeom>
          <a:noFill/>
          <a:ln cap="flat" cmpd="sng" w="205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s-GT" sz="1200" u="none" cap="none" strike="noStrike">
                <a:solidFill>
                  <a:schemeClr val="dk1"/>
                </a:solidFill>
                <a:latin typeface="Arial"/>
                <a:ea typeface="Arial"/>
                <a:cs typeface="Arial"/>
                <a:sym typeface="Arial"/>
              </a:rPr>
              <a:t>Buenos días. En esta presentación abordaré BigQuery como plataforma de analítica y machine learning en la nube, con énfasis en arquitectura, gobierno de datos, optimización y consumo de resultados. La idea es comprender no solo qué hace BigQuery, sino por qué su diseño resulta útil en entornos modernos de análisis.</a:t>
            </a:r>
            <a:endParaRPr/>
          </a:p>
        </p:txBody>
      </p:sp>
      <p:sp>
        <p:nvSpPr>
          <p:cNvPr id="135" name="Google Shape;135;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La exposición está organizada en cuatro bloques. Primero revisaremos qué es BigQuery y cómo se entiende su arquitectura; luego veremos el gobierno de datos y la seguridad; después pasaremos a optimización y BigQuery ML; y finalmente cerraremos con consumo de resultados y conclusiones. Esta estructura permite ir desde los fundamentos hasta la aplicación práctica.</a:t>
            </a:r>
            <a:endParaRPr/>
          </a:p>
        </p:txBody>
      </p:sp>
      <p:sp>
        <p:nvSpPr>
          <p:cNvPr id="148" name="Google Shape;14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En esta primera sección me concentraré en los fundamentos de BigQuery. El objetivo es entender su propuesta de valor, su lógica arquitectónica y el lugar que ocupa dentro de una arquitectura moderna de datos.</a:t>
            </a:r>
            <a:endParaRPr/>
          </a:p>
        </p:txBody>
      </p:sp>
      <p:sp>
        <p:nvSpPr>
          <p:cNvPr id="164" name="Google Shape;16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Para iniciar, conviene pensar en BigQuery como una plataforma que cambia la forma de analizar grandes volúmenes de datos. Su impacto no está solo en la escalabilidad, sino también en que simplifica la infraestructura, integra gobierno de datos y acerca capacidades analíticas avanzadas, incluyendo modelos predictivos directamente desde SQL. En otras palabras, combina eficiencia técnica con responsabilidad en el uso de la información.</a:t>
            </a:r>
            <a:endParaRPr/>
          </a:p>
        </p:txBody>
      </p:sp>
      <p:sp>
        <p:nvSpPr>
          <p:cNvPr id="177" name="Google Shape;17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BigQuery es una plataforma analítica serverless de Google Cloud. Esto significa que el usuario no tiene que administrar servidores ni clústeres, sino concentrarse en almacenar, consultar y analizar datos con GoogleSQL. Además, integra capacidades que antes estaban separadas, como almacenamiento columnar, seguridad y machine learning, lo que la convierte en una solución bastante completa.</a:t>
            </a:r>
            <a:endParaRPr/>
          </a:p>
        </p:txBody>
      </p:sp>
      <p:sp>
        <p:nvSpPr>
          <p:cNvPr id="211" name="Google Shape;21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Uno de los conceptos más importantes de su arquitectura es la separación entre almacenamiento y cómputo. Esta separación permite que ambos componentes escalen de forma independiente, mejora la flexibilidad operativa y ayuda a controlar costos. También podemos entender la plataforma en capas: almacenamiento, procesamiento, metadatos y consumo analítico.</a:t>
            </a:r>
            <a:endParaRPr/>
          </a:p>
        </p:txBody>
      </p:sp>
      <p:sp>
        <p:nvSpPr>
          <p:cNvPr id="248" name="Google Shape;24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Dentro de una arquitectura moderna de datos, BigQuery no funciona solo como repositorio. Puede recibir datos desde archivos, APIs, cargas batch o streaming; luego permite transformarlos, gobernarlos y finalmente consumirlos en análisis, tableros o modelos. Por eso se considera un punto central dentro del ciclo analítico, y no únicamente una base de datos para consulta.</a:t>
            </a:r>
            <a:endParaRPr/>
          </a:p>
        </p:txBody>
      </p:sp>
      <p:sp>
        <p:nvSpPr>
          <p:cNvPr id="280" name="Google Shape;28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Con esta base técnica, pasamos al segundo bloque de la presentación. Ahora el foco ya no es solo la capacidad analítica de BigQuery, sino cómo se gobiernan y protegen los datos dentro de la plataforma.</a:t>
            </a:r>
            <a:endParaRPr/>
          </a:p>
        </p:txBody>
      </p:sp>
      <p:sp>
        <p:nvSpPr>
          <p:cNvPr id="291" name="Google Shape;29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El gobierno de datos puede entenderse como el conjunto de políticas, responsabilidades y controles que permiten administrar los datos de forma segura y consistente. En BigQuery esto es clave porque no basta con tener acceso a la información; también debemos definir quién accede, bajo qué condiciones, qué datos son sensibles y cómo se auditan los cambios. En términos prácticos, gobernar datos significa generar confianza y trazabilidad.</a:t>
            </a:r>
            <a:endParaRPr/>
          </a:p>
        </p:txBody>
      </p:sp>
      <p:sp>
        <p:nvSpPr>
          <p:cNvPr id="304" name="Google Shape;304;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BigQuery ofrece una seguridad bastante granular. Los permisos pueden definirse a nivel de proyecto, dataset, tabla, columna e incluso fila, lo que permite aplicar el principio de mínimo privilegio con mayor precisión. A esto se suman los roles de IAM, los policy tags para columnas sensibles, la seguridad a nivel de fila y las vistas autorizadas para compartir solo la porción de datos realmente necesaria.</a:t>
            </a:r>
            <a:endParaRPr/>
          </a:p>
        </p:txBody>
      </p:sp>
      <p:sp>
        <p:nvSpPr>
          <p:cNvPr id="329" name="Google Shape;32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Desde la perspectiva de diseño, una buena práctica es separar los datasets por dominio y por sensibilidad, por ejemplo ventas, recursos humanos o finanzas. Esto facilita aplicar reglas de acceso diferenciadas y evita exposiciones innecesarias. Además, el principio de mínimo privilegio y el uso de vistas autorizadas ayudan a compartir información de manera controlada, sin duplicar datos ni otorgar permisos excesivos.</a:t>
            </a:r>
            <a:endParaRPr/>
          </a:p>
        </p:txBody>
      </p:sp>
      <p:sp>
        <p:nvSpPr>
          <p:cNvPr id="359" name="Google Shape;35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En la siguiente parte nos centraremos en rendimiento analítico y en el uso de modelos predictivos. Es decir, veremos cómo consultar de forma más eficiente y cómo extender el análisis hacia machine learning sin salir del entorno de BigQuery.</a:t>
            </a:r>
            <a:endParaRPr/>
          </a:p>
        </p:txBody>
      </p:sp>
      <p:sp>
        <p:nvSpPr>
          <p:cNvPr id="377" name="Google Shape;377;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Optimizar en BigQuery significa, en esencia, hacer que la consulta procese menos datos. Por eso se recomienda evitar SELECT asterisco cuando no es necesario, filtrar desde el inicio con WHERE y aprovechar particionamiento o materialización cuando el patrón de uso lo justifique. Esto tiene un efecto doble: mejora el tiempo de respuesta y también reduce el costo del análisis.</a:t>
            </a:r>
            <a:endParaRPr/>
          </a:p>
        </p:txBody>
      </p:sp>
      <p:sp>
        <p:nvSpPr>
          <p:cNvPr id="390" name="Google Shape;390;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Aquí es importante diferenciar entre vistas lógicas y vistas materializadas. Las vistas lógicas encapsulan una consulta y ayudan a reutilizarla o controlar acceso; en cambio, las materializadas almacenan resultados precomputados para acelerar consultas frecuentes. Cuando además se autorizan para compartir subconjuntos de información, se logra una combinación muy útil de rendimiento y seguridad.</a:t>
            </a:r>
            <a:endParaRPr/>
          </a:p>
        </p:txBody>
      </p:sp>
      <p:sp>
        <p:nvSpPr>
          <p:cNvPr id="401" name="Google Shape;401;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BigQuery ML amplía el alcance de la plataforma al permitir crear, entrenar, evaluar y usar modelos directamente con GoogleSQL. Esto reduce la fricción para usuarios que ya dominan SQL y facilita tareas como clasificación, regresión, segmentación o pronóstico. En términos académicos, es valioso porque acerca el machine learning a entornos donde antes se requería migrar a herramientas externas.</a:t>
            </a:r>
            <a:endParaRPr/>
          </a:p>
        </p:txBody>
      </p:sp>
      <p:sp>
        <p:nvSpPr>
          <p:cNvPr id="412" name="Google Shape;412;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Sin embargo, ejecutar un modelo no es suficiente. La interpretación crítica exige revisar métricas, detectar posibles sesgos, considerar clases desbalanceadas y reconocer las limitaciones del conjunto de datos. En otras palabras, el valor de un modelo no depende solo de que funcione técnicamente, sino de que sus resultados sean pertinentes y responsables para la toma de decisiones.</a:t>
            </a:r>
            <a:endParaRPr/>
          </a:p>
        </p:txBody>
      </p:sp>
      <p:sp>
        <p:nvSpPr>
          <p:cNvPr id="424" name="Google Shape;42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En este último bloque veremos qué ocurre después del análisis. Es decir, cómo se consumen los resultados generados en BigQuery y cuáles son los aprendizajes principales que deja la plataforma desde una perspectiva técnica y de gobierno.</a:t>
            </a:r>
            <a:endParaRPr/>
          </a:p>
        </p:txBody>
      </p:sp>
      <p:sp>
        <p:nvSpPr>
          <p:cNvPr id="456" name="Google Shape;456;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Aunque BigQuery cubre gran parte del ciclo analítico, en la práctica los resultados suelen consumirse en herramientas externas. Por eso es relevante su capacidad de exportar datos y modelos, e integrarse con tableros, notebooks o flujos ETL. Así, BigQuery funciona tanto como punto de llegada de datos como punto de salida de productos analíticos ya listos para uso organizacional.</a:t>
            </a:r>
            <a:endParaRPr/>
          </a:p>
        </p:txBody>
      </p:sp>
      <p:sp>
        <p:nvSpPr>
          <p:cNvPr id="469" name="Google Shape;469;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3" name="Google Shape;49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s-GT" sz="1200">
                <a:solidFill>
                  <a:schemeClr val="dk1"/>
                </a:solidFill>
                <a:latin typeface="Arial"/>
                <a:ea typeface="Arial"/>
                <a:cs typeface="Arial"/>
                <a:sym typeface="Arial"/>
              </a:rPr>
              <a:t>Como conclusión, BigQuery puede entenderse como una plataforma integral que combina escalabilidad, seguridad y analítica avanzada en la nube. Su verdadero valor no está solo en consultar grandes volúmenes de datos, sino en hacerlo con gobierno, eficiencia y criterio técnico. Finalmente, BigQuery ML muestra que el análisis y el modelado predictivo pueden integrarse de forma accesible, siempre que se mantenga una interpretación rigurosa de los resultados.</a:t>
            </a:r>
            <a:endParaRPr/>
          </a:p>
        </p:txBody>
      </p:sp>
      <p:sp>
        <p:nvSpPr>
          <p:cNvPr id="494" name="Google Shape;494;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s-GT"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8b3f887f9a_0_247:notes"/>
          <p:cNvSpPr txBox="1"/>
          <p:nvPr>
            <p:ph idx="1" type="body"/>
          </p:nvPr>
        </p:nvSpPr>
        <p:spPr>
          <a:xfrm>
            <a:off x="1828800" y="4886325"/>
            <a:ext cx="14630400" cy="4629300"/>
          </a:xfrm>
          <a:prstGeom prst="rect">
            <a:avLst/>
          </a:prstGeom>
          <a:noFill/>
          <a:ln>
            <a:noFill/>
          </a:ln>
        </p:spPr>
        <p:txBody>
          <a:bodyPr anchorCtr="0" anchor="t" bIns="196825" lIns="196825" spcFirstLastPara="1" rIns="196825" wrap="square" tIns="196825">
            <a:noAutofit/>
          </a:bodyPr>
          <a:lstStyle/>
          <a:p>
            <a:pPr indent="0" lvl="0" marL="0" rtl="0" algn="l">
              <a:lnSpc>
                <a:spcPct val="100000"/>
              </a:lnSpc>
              <a:spcBef>
                <a:spcPts val="0"/>
              </a:spcBef>
              <a:spcAft>
                <a:spcPts val="0"/>
              </a:spcAft>
              <a:buSzPts val="2400"/>
              <a:buNone/>
            </a:pPr>
            <a:r>
              <a:t/>
            </a:r>
            <a:endParaRPr/>
          </a:p>
        </p:txBody>
      </p:sp>
      <p:sp>
        <p:nvSpPr>
          <p:cNvPr id="505" name="Google Shape;505;g38b3f887f9a_0_247:notes"/>
          <p:cNvSpPr/>
          <p:nvPr>
            <p:ph idx="2" type="sldImg"/>
          </p:nvPr>
        </p:nvSpPr>
        <p:spPr>
          <a:xfrm>
            <a:off x="3048600" y="771525"/>
            <a:ext cx="12192900" cy="3857700"/>
          </a:xfrm>
          <a:custGeom>
            <a:rect b="b" l="l" r="r" t="t"/>
            <a:pathLst>
              <a:path extrusionOk="0" h="120000" w="120000">
                <a:moveTo>
                  <a:pt x="0" y="0"/>
                </a:moveTo>
                <a:lnTo>
                  <a:pt x="120000" y="0"/>
                </a:lnTo>
                <a:lnTo>
                  <a:pt x="120000" y="120000"/>
                </a:lnTo>
                <a:lnTo>
                  <a:pt x="0" y="120000"/>
                </a:lnTo>
                <a:close/>
              </a:path>
            </a:pathLst>
          </a:custGeom>
          <a:noFill/>
          <a:ln cap="flat" cmpd="sng" w="205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6" name="Shape 16"/>
        <p:cNvGrpSpPr/>
        <p:nvPr/>
      </p:nvGrpSpPr>
      <p:grpSpPr>
        <a:xfrm>
          <a:off x="0" y="0"/>
          <a:ext cx="0" cy="0"/>
          <a:chOff x="0" y="0"/>
          <a:chExt cx="0" cy="0"/>
        </a:xfrm>
      </p:grpSpPr>
      <p:sp>
        <p:nvSpPr>
          <p:cNvPr id="17" name="Google Shape;17;g38b3f887f9a_0_70"/>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8" name="Google Shape;18;g38b3f887f9a_0_70"/>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9" name="Google Shape;19;g38b3f887f9a_0_70"/>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_3">
    <p:spTree>
      <p:nvGrpSpPr>
        <p:cNvPr id="20" name="Shape 20"/>
        <p:cNvGrpSpPr/>
        <p:nvPr/>
      </p:nvGrpSpPr>
      <p:grpSpPr>
        <a:xfrm>
          <a:off x="0" y="0"/>
          <a:ext cx="0" cy="0"/>
          <a:chOff x="0" y="0"/>
          <a:chExt cx="0" cy="0"/>
        </a:xfrm>
      </p:grpSpPr>
      <p:sp>
        <p:nvSpPr>
          <p:cNvPr id="21" name="Google Shape;21;g38b3f887f9a_0_13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22" name="Google Shape;22;g38b3f887f9a_0_13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23" name="Google Shape;23;g38b3f887f9a_0_13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obj">
  <p:cSld name="OBJECT">
    <p:bg>
      <p:bgPr>
        <a:solidFill>
          <a:schemeClr val="lt1"/>
        </a:solidFill>
      </p:bgPr>
    </p:bg>
    <p:spTree>
      <p:nvGrpSpPr>
        <p:cNvPr id="24" name="Shape 24"/>
        <p:cNvGrpSpPr/>
        <p:nvPr/>
      </p:nvGrpSpPr>
      <p:grpSpPr>
        <a:xfrm>
          <a:off x="0" y="0"/>
          <a:ext cx="0" cy="0"/>
          <a:chOff x="0" y="0"/>
          <a:chExt cx="0" cy="0"/>
        </a:xfrm>
      </p:grpSpPr>
      <p:sp>
        <p:nvSpPr>
          <p:cNvPr id="25" name="Google Shape;25;p21"/>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 name="Google Shape;26;p21"/>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1"/>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1"/>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29" name="Shape 29"/>
        <p:cNvGrpSpPr/>
        <p:nvPr/>
      </p:nvGrpSpPr>
      <p:grpSpPr>
        <a:xfrm>
          <a:off x="0" y="0"/>
          <a:ext cx="0" cy="0"/>
          <a:chOff x="0" y="0"/>
          <a:chExt cx="0" cy="0"/>
        </a:xfrm>
      </p:grpSpPr>
      <p:sp>
        <p:nvSpPr>
          <p:cNvPr id="30" name="Google Shape;30;p22"/>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 name="Google Shape;31;p22"/>
          <p:cNvSpPr txBox="1"/>
          <p:nvPr>
            <p:ph type="title"/>
          </p:nvPr>
        </p:nvSpPr>
        <p:spPr>
          <a:xfrm>
            <a:off x="905494" y="295405"/>
            <a:ext cx="774064" cy="63690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2"/>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2"/>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2"/>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5" name="Shape 35"/>
        <p:cNvGrpSpPr/>
        <p:nvPr/>
      </p:nvGrpSpPr>
      <p:grpSpPr>
        <a:xfrm>
          <a:off x="0" y="0"/>
          <a:ext cx="0" cy="0"/>
          <a:chOff x="0" y="0"/>
          <a:chExt cx="0" cy="0"/>
        </a:xfrm>
      </p:grpSpPr>
      <p:sp>
        <p:nvSpPr>
          <p:cNvPr id="36" name="Google Shape;36;p23"/>
          <p:cNvSpPr txBox="1"/>
          <p:nvPr>
            <p:ph type="title"/>
          </p:nvPr>
        </p:nvSpPr>
        <p:spPr>
          <a:xfrm>
            <a:off x="905494" y="295405"/>
            <a:ext cx="774064" cy="63690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3"/>
          <p:cNvSpPr txBox="1"/>
          <p:nvPr>
            <p:ph idx="1" type="body"/>
          </p:nvPr>
        </p:nvSpPr>
        <p:spPr>
          <a:xfrm>
            <a:off x="905513" y="5000057"/>
            <a:ext cx="7451090" cy="362267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2500">
                <a:solidFill>
                  <a:schemeClr val="dk1"/>
                </a:solidFill>
                <a:latin typeface="Lora"/>
                <a:ea typeface="Lora"/>
                <a:cs typeface="Lora"/>
                <a:sym typeface="Lora"/>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8" name="Google Shape;38;p23"/>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3"/>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1" name="Shape 41"/>
        <p:cNvGrpSpPr/>
        <p:nvPr/>
      </p:nvGrpSpPr>
      <p:grpSpPr>
        <a:xfrm>
          <a:off x="0" y="0"/>
          <a:ext cx="0" cy="0"/>
          <a:chOff x="0" y="0"/>
          <a:chExt cx="0" cy="0"/>
        </a:xfrm>
      </p:grpSpPr>
      <p:sp>
        <p:nvSpPr>
          <p:cNvPr id="42" name="Google Shape;42;p24"/>
          <p:cNvSpPr txBox="1"/>
          <p:nvPr>
            <p:ph type="ctrTitle"/>
          </p:nvPr>
        </p:nvSpPr>
        <p:spPr>
          <a:xfrm>
            <a:off x="1371600" y="3188970"/>
            <a:ext cx="15544800" cy="216027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4"/>
          <p:cNvSpPr txBox="1"/>
          <p:nvPr>
            <p:ph idx="1" type="subTitle"/>
          </p:nvPr>
        </p:nvSpPr>
        <p:spPr>
          <a:xfrm>
            <a:off x="2743200" y="5760720"/>
            <a:ext cx="12801600" cy="25717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500">
                <a:solidFill>
                  <a:schemeClr val="dk1"/>
                </a:solidFill>
                <a:latin typeface="Lora"/>
                <a:ea typeface="Lora"/>
                <a:cs typeface="Lora"/>
                <a:sym typeface="Lor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4"/>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4"/>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4"/>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7" name="Shape 47"/>
        <p:cNvGrpSpPr/>
        <p:nvPr/>
      </p:nvGrpSpPr>
      <p:grpSpPr>
        <a:xfrm>
          <a:off x="0" y="0"/>
          <a:ext cx="0" cy="0"/>
          <a:chOff x="0" y="0"/>
          <a:chExt cx="0" cy="0"/>
        </a:xfrm>
      </p:grpSpPr>
      <p:sp>
        <p:nvSpPr>
          <p:cNvPr id="48" name="Google Shape;48;p25"/>
          <p:cNvSpPr txBox="1"/>
          <p:nvPr>
            <p:ph type="title"/>
          </p:nvPr>
        </p:nvSpPr>
        <p:spPr>
          <a:xfrm>
            <a:off x="905494" y="295405"/>
            <a:ext cx="774064" cy="63690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5"/>
          <p:cNvSpPr txBox="1"/>
          <p:nvPr>
            <p:ph idx="1" type="body"/>
          </p:nvPr>
        </p:nvSpPr>
        <p:spPr>
          <a:xfrm>
            <a:off x="914400" y="2366010"/>
            <a:ext cx="7955280" cy="678942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0" name="Google Shape;50;p25"/>
          <p:cNvSpPr txBox="1"/>
          <p:nvPr>
            <p:ph idx="2" type="body"/>
          </p:nvPr>
        </p:nvSpPr>
        <p:spPr>
          <a:xfrm>
            <a:off x="9418320" y="2366010"/>
            <a:ext cx="7955280" cy="678942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1" name="Google Shape;51;p25"/>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3">
  <p:cSld name="BLANK_4">
    <p:spTree>
      <p:nvGrpSpPr>
        <p:cNvPr id="54" name="Shape 54"/>
        <p:cNvGrpSpPr/>
        <p:nvPr/>
      </p:nvGrpSpPr>
      <p:grpSpPr>
        <a:xfrm>
          <a:off x="0" y="0"/>
          <a:ext cx="0" cy="0"/>
          <a:chOff x="0" y="0"/>
          <a:chExt cx="0" cy="0"/>
        </a:xfrm>
      </p:grpSpPr>
      <p:sp>
        <p:nvSpPr>
          <p:cNvPr id="55" name="Google Shape;55;g39ab50d878d_0_6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g39ab50d878d_0_6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g39ab50d878d_0_6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p:cSld name="BLANK_2">
    <p:spTree>
      <p:nvGrpSpPr>
        <p:cNvPr id="69" name="Shape 69"/>
        <p:cNvGrpSpPr/>
        <p:nvPr/>
      </p:nvGrpSpPr>
      <p:grpSpPr>
        <a:xfrm>
          <a:off x="0" y="0"/>
          <a:ext cx="0" cy="0"/>
          <a:chOff x="0" y="0"/>
          <a:chExt cx="0" cy="0"/>
        </a:xfrm>
      </p:grpSpPr>
      <p:sp>
        <p:nvSpPr>
          <p:cNvPr id="70" name="Google Shape;70;g38b3f887f9a_0_348"/>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71" name="Google Shape;71;g38b3f887f9a_0_348"/>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72" name="Google Shape;72;g38b3f887f9a_0_348"/>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obj">
  <p:cSld name="OBJECT">
    <p:bg>
      <p:bgPr>
        <a:solidFill>
          <a:schemeClr val="lt1"/>
        </a:solidFill>
      </p:bgPr>
    </p:bg>
    <p:spTree>
      <p:nvGrpSpPr>
        <p:cNvPr id="73" name="Shape 73"/>
        <p:cNvGrpSpPr/>
        <p:nvPr/>
      </p:nvGrpSpPr>
      <p:grpSpPr>
        <a:xfrm>
          <a:off x="0" y="0"/>
          <a:ext cx="0" cy="0"/>
          <a:chOff x="0" y="0"/>
          <a:chExt cx="0" cy="0"/>
        </a:xfrm>
      </p:grpSpPr>
      <p:sp>
        <p:nvSpPr>
          <p:cNvPr id="74" name="Google Shape;74;g38b3f887f9a_0_310"/>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g38b3f887f9a_0_310"/>
          <p:cNvSpPr txBox="1"/>
          <p:nvPr>
            <p:ph idx="11" type="ftr"/>
          </p:nvPr>
        </p:nvSpPr>
        <p:spPr>
          <a:xfrm>
            <a:off x="6217920" y="9566910"/>
            <a:ext cx="5852100" cy="5145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g38b3f887f9a_0_310"/>
          <p:cNvSpPr txBox="1"/>
          <p:nvPr>
            <p:ph idx="10" type="dt"/>
          </p:nvPr>
        </p:nvSpPr>
        <p:spPr>
          <a:xfrm>
            <a:off x="914400" y="9566910"/>
            <a:ext cx="4206300" cy="5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g38b3f887f9a_0_310"/>
          <p:cNvSpPr txBox="1"/>
          <p:nvPr>
            <p:ph idx="12" type="sldNum"/>
          </p:nvPr>
        </p:nvSpPr>
        <p:spPr>
          <a:xfrm>
            <a:off x="13167361" y="9566910"/>
            <a:ext cx="42063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78" name="Shape 78"/>
        <p:cNvGrpSpPr/>
        <p:nvPr/>
      </p:nvGrpSpPr>
      <p:grpSpPr>
        <a:xfrm>
          <a:off x="0" y="0"/>
          <a:ext cx="0" cy="0"/>
          <a:chOff x="0" y="0"/>
          <a:chExt cx="0" cy="0"/>
        </a:xfrm>
      </p:grpSpPr>
      <p:sp>
        <p:nvSpPr>
          <p:cNvPr id="79" name="Google Shape;79;g38b3f887f9a_0_315"/>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g38b3f887f9a_0_315"/>
          <p:cNvSpPr txBox="1"/>
          <p:nvPr>
            <p:ph type="title"/>
          </p:nvPr>
        </p:nvSpPr>
        <p:spPr>
          <a:xfrm>
            <a:off x="905494" y="295405"/>
            <a:ext cx="805800" cy="636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g38b3f887f9a_0_315"/>
          <p:cNvSpPr txBox="1"/>
          <p:nvPr>
            <p:ph idx="11" type="ftr"/>
          </p:nvPr>
        </p:nvSpPr>
        <p:spPr>
          <a:xfrm>
            <a:off x="6217920" y="9566910"/>
            <a:ext cx="5852100" cy="5145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g38b3f887f9a_0_315"/>
          <p:cNvSpPr txBox="1"/>
          <p:nvPr>
            <p:ph idx="10" type="dt"/>
          </p:nvPr>
        </p:nvSpPr>
        <p:spPr>
          <a:xfrm>
            <a:off x="914400" y="9566910"/>
            <a:ext cx="4206300" cy="5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g38b3f887f9a_0_315"/>
          <p:cNvSpPr txBox="1"/>
          <p:nvPr>
            <p:ph idx="12" type="sldNum"/>
          </p:nvPr>
        </p:nvSpPr>
        <p:spPr>
          <a:xfrm>
            <a:off x="13167361" y="9566910"/>
            <a:ext cx="42063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84" name="Shape 84"/>
        <p:cNvGrpSpPr/>
        <p:nvPr/>
      </p:nvGrpSpPr>
      <p:grpSpPr>
        <a:xfrm>
          <a:off x="0" y="0"/>
          <a:ext cx="0" cy="0"/>
          <a:chOff x="0" y="0"/>
          <a:chExt cx="0" cy="0"/>
        </a:xfrm>
      </p:grpSpPr>
      <p:sp>
        <p:nvSpPr>
          <p:cNvPr id="85" name="Google Shape;85;g38b3f887f9a_0_321"/>
          <p:cNvSpPr txBox="1"/>
          <p:nvPr>
            <p:ph type="title"/>
          </p:nvPr>
        </p:nvSpPr>
        <p:spPr>
          <a:xfrm>
            <a:off x="905494" y="295405"/>
            <a:ext cx="805800" cy="636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g38b3f887f9a_0_321"/>
          <p:cNvSpPr txBox="1"/>
          <p:nvPr>
            <p:ph idx="1" type="body"/>
          </p:nvPr>
        </p:nvSpPr>
        <p:spPr>
          <a:xfrm>
            <a:off x="905513" y="1761127"/>
            <a:ext cx="7788300" cy="6524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5000">
                <a:solidFill>
                  <a:schemeClr val="dk1"/>
                </a:solidFill>
                <a:latin typeface="Montserrat Medium"/>
                <a:ea typeface="Montserrat Medium"/>
                <a:cs typeface="Montserrat Medium"/>
                <a:sym typeface="Montserrat Medium"/>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7" name="Google Shape;87;g38b3f887f9a_0_321"/>
          <p:cNvSpPr txBox="1"/>
          <p:nvPr>
            <p:ph idx="11" type="ftr"/>
          </p:nvPr>
        </p:nvSpPr>
        <p:spPr>
          <a:xfrm>
            <a:off x="6217920" y="9566910"/>
            <a:ext cx="5852100" cy="5145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g38b3f887f9a_0_321"/>
          <p:cNvSpPr txBox="1"/>
          <p:nvPr>
            <p:ph idx="10" type="dt"/>
          </p:nvPr>
        </p:nvSpPr>
        <p:spPr>
          <a:xfrm>
            <a:off x="914400" y="9566910"/>
            <a:ext cx="4206300" cy="5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g38b3f887f9a_0_321"/>
          <p:cNvSpPr txBox="1"/>
          <p:nvPr>
            <p:ph idx="12" type="sldNum"/>
          </p:nvPr>
        </p:nvSpPr>
        <p:spPr>
          <a:xfrm>
            <a:off x="13167361" y="9566910"/>
            <a:ext cx="42063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0" name="Shape 90"/>
        <p:cNvGrpSpPr/>
        <p:nvPr/>
      </p:nvGrpSpPr>
      <p:grpSpPr>
        <a:xfrm>
          <a:off x="0" y="0"/>
          <a:ext cx="0" cy="0"/>
          <a:chOff x="0" y="0"/>
          <a:chExt cx="0" cy="0"/>
        </a:xfrm>
      </p:grpSpPr>
      <p:sp>
        <p:nvSpPr>
          <p:cNvPr id="91" name="Google Shape;91;g38b3f887f9a_0_327"/>
          <p:cNvSpPr txBox="1"/>
          <p:nvPr>
            <p:ph type="ctrTitle"/>
          </p:nvPr>
        </p:nvSpPr>
        <p:spPr>
          <a:xfrm>
            <a:off x="1371600" y="3188970"/>
            <a:ext cx="15544800" cy="216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g38b3f887f9a_0_327"/>
          <p:cNvSpPr txBox="1"/>
          <p:nvPr>
            <p:ph idx="1" type="subTitle"/>
          </p:nvPr>
        </p:nvSpPr>
        <p:spPr>
          <a:xfrm>
            <a:off x="2743200" y="5760720"/>
            <a:ext cx="12801600" cy="2571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5000">
                <a:solidFill>
                  <a:schemeClr val="dk1"/>
                </a:solidFill>
                <a:latin typeface="Montserrat Medium"/>
                <a:ea typeface="Montserrat Medium"/>
                <a:cs typeface="Montserrat Medium"/>
                <a:sym typeface="Montserrat Medium"/>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g38b3f887f9a_0_327"/>
          <p:cNvSpPr txBox="1"/>
          <p:nvPr>
            <p:ph idx="11" type="ftr"/>
          </p:nvPr>
        </p:nvSpPr>
        <p:spPr>
          <a:xfrm>
            <a:off x="6217920" y="9566910"/>
            <a:ext cx="5852100" cy="5145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g38b3f887f9a_0_327"/>
          <p:cNvSpPr txBox="1"/>
          <p:nvPr>
            <p:ph idx="10" type="dt"/>
          </p:nvPr>
        </p:nvSpPr>
        <p:spPr>
          <a:xfrm>
            <a:off x="914400" y="9566910"/>
            <a:ext cx="4206300" cy="5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g38b3f887f9a_0_327"/>
          <p:cNvSpPr txBox="1"/>
          <p:nvPr>
            <p:ph idx="12" type="sldNum"/>
          </p:nvPr>
        </p:nvSpPr>
        <p:spPr>
          <a:xfrm>
            <a:off x="13167361" y="9566910"/>
            <a:ext cx="42063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96" name="Shape 96"/>
        <p:cNvGrpSpPr/>
        <p:nvPr/>
      </p:nvGrpSpPr>
      <p:grpSpPr>
        <a:xfrm>
          <a:off x="0" y="0"/>
          <a:ext cx="0" cy="0"/>
          <a:chOff x="0" y="0"/>
          <a:chExt cx="0" cy="0"/>
        </a:xfrm>
      </p:grpSpPr>
      <p:sp>
        <p:nvSpPr>
          <p:cNvPr id="97" name="Google Shape;97;g38b3f887f9a_0_333"/>
          <p:cNvSpPr txBox="1"/>
          <p:nvPr>
            <p:ph type="title"/>
          </p:nvPr>
        </p:nvSpPr>
        <p:spPr>
          <a:xfrm>
            <a:off x="905494" y="295405"/>
            <a:ext cx="805800" cy="636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g38b3f887f9a_0_333"/>
          <p:cNvSpPr txBox="1"/>
          <p:nvPr>
            <p:ph idx="1" type="body"/>
          </p:nvPr>
        </p:nvSpPr>
        <p:spPr>
          <a:xfrm>
            <a:off x="914400" y="2366010"/>
            <a:ext cx="7955400" cy="6789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9" name="Google Shape;99;g38b3f887f9a_0_333"/>
          <p:cNvSpPr txBox="1"/>
          <p:nvPr>
            <p:ph idx="2" type="body"/>
          </p:nvPr>
        </p:nvSpPr>
        <p:spPr>
          <a:xfrm>
            <a:off x="9418320" y="2366010"/>
            <a:ext cx="7955400" cy="6789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0" name="Google Shape;100;g38b3f887f9a_0_333"/>
          <p:cNvSpPr txBox="1"/>
          <p:nvPr>
            <p:ph idx="11" type="ftr"/>
          </p:nvPr>
        </p:nvSpPr>
        <p:spPr>
          <a:xfrm>
            <a:off x="6217920" y="9566910"/>
            <a:ext cx="5852100" cy="5145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g38b3f887f9a_0_333"/>
          <p:cNvSpPr txBox="1"/>
          <p:nvPr>
            <p:ph idx="10" type="dt"/>
          </p:nvPr>
        </p:nvSpPr>
        <p:spPr>
          <a:xfrm>
            <a:off x="914400" y="9566910"/>
            <a:ext cx="4206300" cy="5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g38b3f887f9a_0_333"/>
          <p:cNvSpPr txBox="1"/>
          <p:nvPr>
            <p:ph idx="12" type="sldNum"/>
          </p:nvPr>
        </p:nvSpPr>
        <p:spPr>
          <a:xfrm>
            <a:off x="13167361" y="9566910"/>
            <a:ext cx="42063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03" name="Shape 103"/>
        <p:cNvGrpSpPr/>
        <p:nvPr/>
      </p:nvGrpSpPr>
      <p:grpSpPr>
        <a:xfrm>
          <a:off x="0" y="0"/>
          <a:ext cx="0" cy="0"/>
          <a:chOff x="0" y="0"/>
          <a:chExt cx="0" cy="0"/>
        </a:xfrm>
      </p:grpSpPr>
      <p:sp>
        <p:nvSpPr>
          <p:cNvPr id="104" name="Google Shape;104;g38b3f887f9a_0_340"/>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05" name="Google Shape;105;g38b3f887f9a_0_340"/>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06" name="Google Shape;106;g38b3f887f9a_0_340"/>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_3">
    <p:spTree>
      <p:nvGrpSpPr>
        <p:cNvPr id="107" name="Shape 107"/>
        <p:cNvGrpSpPr/>
        <p:nvPr/>
      </p:nvGrpSpPr>
      <p:grpSpPr>
        <a:xfrm>
          <a:off x="0" y="0"/>
          <a:ext cx="0" cy="0"/>
          <a:chOff x="0" y="0"/>
          <a:chExt cx="0" cy="0"/>
        </a:xfrm>
      </p:grpSpPr>
      <p:sp>
        <p:nvSpPr>
          <p:cNvPr id="108" name="Google Shape;108;g38b3f887f9a_0_344"/>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09" name="Google Shape;109;g38b3f887f9a_0_344"/>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10" name="Google Shape;110;g38b3f887f9a_0_344"/>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9" Type="http://schemas.openxmlformats.org/officeDocument/2006/relationships/theme" Target="../theme/theme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 name="Google Shape;7;p20"/>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 name="Google Shape;8;p20"/>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 name="Google Shape;9;p20"/>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 name="Google Shape;10;p20"/>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 name="Google Shape;11;p20"/>
          <p:cNvSpPr txBox="1"/>
          <p:nvPr>
            <p:ph type="title"/>
          </p:nvPr>
        </p:nvSpPr>
        <p:spPr>
          <a:xfrm>
            <a:off x="905494" y="295405"/>
            <a:ext cx="774064" cy="63690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chemeClr val="dk1"/>
                </a:solidFill>
                <a:latin typeface="Montserrat Light"/>
                <a:ea typeface="Montserrat Light"/>
                <a:cs typeface="Montserrat Light"/>
                <a:sym typeface="Montserrat Ligh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20"/>
          <p:cNvSpPr txBox="1"/>
          <p:nvPr>
            <p:ph idx="1" type="body"/>
          </p:nvPr>
        </p:nvSpPr>
        <p:spPr>
          <a:xfrm>
            <a:off x="905513" y="5000057"/>
            <a:ext cx="7451090" cy="362267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2500" u="none" cap="none" strike="noStrike">
                <a:solidFill>
                  <a:schemeClr val="dk1"/>
                </a:solidFill>
                <a:latin typeface="Lora"/>
                <a:ea typeface="Lora"/>
                <a:cs typeface="Lora"/>
                <a:sym typeface="Lora"/>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3" name="Google Shape;13;p20"/>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 name="Google Shape;14;p20"/>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 name="Google Shape;15;p20"/>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g38b3f887f9a_0_299"/>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g38b3f887f9a_0_299"/>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g38b3f887f9a_0_299"/>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38b3f887f9a_0_299"/>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g38b3f887f9a_0_299"/>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g38b3f887f9a_0_299"/>
          <p:cNvSpPr txBox="1"/>
          <p:nvPr>
            <p:ph type="title"/>
          </p:nvPr>
        </p:nvSpPr>
        <p:spPr>
          <a:xfrm>
            <a:off x="905494" y="295405"/>
            <a:ext cx="805800" cy="636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chemeClr val="dk1"/>
                </a:solidFill>
                <a:latin typeface="Montserrat Light"/>
                <a:ea typeface="Montserrat Light"/>
                <a:cs typeface="Montserrat Light"/>
                <a:sym typeface="Montserrat Ligh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5" name="Google Shape;65;g38b3f887f9a_0_299"/>
          <p:cNvSpPr txBox="1"/>
          <p:nvPr>
            <p:ph idx="1" type="body"/>
          </p:nvPr>
        </p:nvSpPr>
        <p:spPr>
          <a:xfrm>
            <a:off x="905513" y="1761127"/>
            <a:ext cx="7788300" cy="652410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5000" u="none" cap="none" strike="noStrike">
                <a:solidFill>
                  <a:schemeClr val="dk1"/>
                </a:solidFill>
                <a:latin typeface="Montserrat Medium"/>
                <a:ea typeface="Montserrat Medium"/>
                <a:cs typeface="Montserrat Medium"/>
                <a:sym typeface="Montserrat Medium"/>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66" name="Google Shape;66;g38b3f887f9a_0_299"/>
          <p:cNvSpPr txBox="1"/>
          <p:nvPr>
            <p:ph idx="11" type="ftr"/>
          </p:nvPr>
        </p:nvSpPr>
        <p:spPr>
          <a:xfrm>
            <a:off x="6217920" y="9566910"/>
            <a:ext cx="5852100" cy="5145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7" name="Google Shape;67;g38b3f887f9a_0_299"/>
          <p:cNvSpPr txBox="1"/>
          <p:nvPr>
            <p:ph idx="10" type="dt"/>
          </p:nvPr>
        </p:nvSpPr>
        <p:spPr>
          <a:xfrm>
            <a:off x="914400" y="9566910"/>
            <a:ext cx="4206300" cy="5145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8" name="Google Shape;68;g38b3f887f9a_0_299"/>
          <p:cNvSpPr txBox="1"/>
          <p:nvPr>
            <p:ph idx="12" type="sldNum"/>
          </p:nvPr>
        </p:nvSpPr>
        <p:spPr>
          <a:xfrm>
            <a:off x="13167361" y="9566910"/>
            <a:ext cx="4206300" cy="2772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9.png"/><Relationship Id="rId13" Type="http://schemas.openxmlformats.org/officeDocument/2006/relationships/image" Target="../media/image6.png"/><Relationship Id="rId12" Type="http://schemas.openxmlformats.org/officeDocument/2006/relationships/image" Target="../media/image12.png"/><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3.png"/><Relationship Id="rId14" Type="http://schemas.openxmlformats.org/officeDocument/2006/relationships/image" Target="../media/image21.png"/><Relationship Id="rId5" Type="http://schemas.openxmlformats.org/officeDocument/2006/relationships/image" Target="../media/image2.png"/><Relationship Id="rId6" Type="http://schemas.openxmlformats.org/officeDocument/2006/relationships/image" Target="../media/image13.png"/><Relationship Id="rId7" Type="http://schemas.openxmlformats.org/officeDocument/2006/relationships/image" Target="../media/image10.png"/><Relationship Id="rId8"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33.png"/><Relationship Id="rId4" Type="http://schemas.openxmlformats.org/officeDocument/2006/relationships/image" Target="../media/image32.png"/><Relationship Id="rId5"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2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4.png"/><Relationship Id="rId5" Type="http://schemas.openxmlformats.org/officeDocument/2006/relationships/image" Target="../media/image28.png"/><Relationship Id="rId6" Type="http://schemas.openxmlformats.org/officeDocument/2006/relationships/image" Target="../media/image26.png"/><Relationship Id="rId7"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37.png"/><Relationship Id="rId4" Type="http://schemas.openxmlformats.org/officeDocument/2006/relationships/image" Target="../media/image36.png"/><Relationship Id="rId5"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3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9ab50d878d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16" name="Google Shape;116;g39ab50d878d_0_0"/>
          <p:cNvSpPr/>
          <p:nvPr/>
        </p:nvSpPr>
        <p:spPr>
          <a:xfrm>
            <a:off x="1969850" y="3030151"/>
            <a:ext cx="15055872" cy="3260981"/>
          </a:xfrm>
          <a:custGeom>
            <a:rect b="b" l="l" r="r" t="t"/>
            <a:pathLst>
              <a:path extrusionOk="0" h="1811656" w="9002016">
                <a:moveTo>
                  <a:pt x="0" y="0"/>
                </a:moveTo>
                <a:lnTo>
                  <a:pt x="9002016" y="0"/>
                </a:lnTo>
                <a:lnTo>
                  <a:pt x="9002016" y="1811656"/>
                </a:lnTo>
                <a:lnTo>
                  <a:pt x="0" y="1811656"/>
                </a:lnTo>
                <a:lnTo>
                  <a:pt x="0" y="0"/>
                </a:lnTo>
                <a:close/>
              </a:path>
            </a:pathLst>
          </a:custGeom>
          <a:blipFill rotWithShape="1">
            <a:blip r:embed="rId4">
              <a:alphaModFix/>
            </a:blip>
            <a:stretch>
              <a:fillRect b="0" l="0" r="0" t="0"/>
            </a:stretch>
          </a:blipFill>
          <a:ln>
            <a:noFill/>
          </a:ln>
        </p:spPr>
      </p:sp>
      <p:sp>
        <p:nvSpPr>
          <p:cNvPr id="117" name="Google Shape;117;g39ab50d878d_0_0"/>
          <p:cNvSpPr txBox="1"/>
          <p:nvPr/>
        </p:nvSpPr>
        <p:spPr>
          <a:xfrm>
            <a:off x="5792614" y="6291132"/>
            <a:ext cx="67029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GT" sz="2400" u="none" cap="none" strike="noStrike">
                <a:solidFill>
                  <a:srgbClr val="000000"/>
                </a:solidFill>
                <a:latin typeface="Open Sans"/>
                <a:ea typeface="Open Sans"/>
                <a:cs typeface="Open Sans"/>
                <a:sym typeface="Open Sans"/>
              </a:rPr>
              <a:t>Escuela de Ingeniería de Ciencias Y Sistemas</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118" name="Google Shape;118;g39ab50d878d_0_0"/>
          <p:cNvSpPr txBox="1"/>
          <p:nvPr/>
        </p:nvSpPr>
        <p:spPr>
          <a:xfrm>
            <a:off x="348649" y="9201150"/>
            <a:ext cx="7291800" cy="1160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s-GT" sz="3140">
                <a:latin typeface="Open Sans"/>
                <a:ea typeface="Open Sans"/>
                <a:cs typeface="Open Sans"/>
                <a:sym typeface="Open Sans"/>
              </a:rPr>
              <a:t>Javier Andrés Valdez González</a:t>
            </a:r>
            <a:endParaRPr/>
          </a:p>
          <a:p>
            <a:pPr indent="0" lvl="0" marL="0" marR="0" rtl="0" algn="ctr">
              <a:lnSpc>
                <a:spcPct val="140000"/>
              </a:lnSpc>
              <a:spcBef>
                <a:spcPts val="0"/>
              </a:spcBef>
              <a:spcAft>
                <a:spcPts val="0"/>
              </a:spcAft>
              <a:buNone/>
            </a:pPr>
            <a:r>
              <a:t/>
            </a:r>
            <a:endParaRPr b="1" i="0" sz="3140" u="none" cap="none" strike="noStrike">
              <a:solidFill>
                <a:srgbClr val="000000"/>
              </a:solidFill>
              <a:latin typeface="Open Sans"/>
              <a:ea typeface="Open Sans"/>
              <a:cs typeface="Open Sans"/>
              <a:sym typeface="Open Sans"/>
            </a:endParaRPr>
          </a:p>
        </p:txBody>
      </p:sp>
      <p:sp>
        <p:nvSpPr>
          <p:cNvPr id="119" name="Google Shape;119;g39ab50d878d_0_0"/>
          <p:cNvSpPr txBox="1"/>
          <p:nvPr/>
        </p:nvSpPr>
        <p:spPr>
          <a:xfrm>
            <a:off x="2904236" y="3801950"/>
            <a:ext cx="13187100" cy="1422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lang="es-GT" sz="4200">
                <a:latin typeface="Open Sans"/>
                <a:ea typeface="Open Sans"/>
                <a:cs typeface="Open Sans"/>
                <a:sym typeface="Open Sans"/>
              </a:rPr>
              <a:t>SEMINARIO DE SISTEMAS 2 P</a:t>
            </a:r>
            <a:endParaRPr b="1" i="0" sz="4200" u="none" cap="none" strike="noStrike">
              <a:solidFill>
                <a:srgbClr val="000000"/>
              </a:solidFill>
              <a:latin typeface="Open Sans"/>
              <a:ea typeface="Open Sans"/>
              <a:cs typeface="Open Sans"/>
              <a:sym typeface="Open Sans"/>
            </a:endParaRPr>
          </a:p>
        </p:txBody>
      </p:sp>
      <p:grpSp>
        <p:nvGrpSpPr>
          <p:cNvPr id="120" name="Google Shape;120;g39ab50d878d_0_0"/>
          <p:cNvGrpSpPr/>
          <p:nvPr/>
        </p:nvGrpSpPr>
        <p:grpSpPr>
          <a:xfrm>
            <a:off x="10813168" y="2130155"/>
            <a:ext cx="7106658" cy="1052501"/>
            <a:chOff x="0" y="-47625"/>
            <a:chExt cx="1871700" cy="277200"/>
          </a:xfrm>
        </p:grpSpPr>
        <p:sp>
          <p:nvSpPr>
            <p:cNvPr id="121" name="Google Shape;121;g39ab50d878d_0_0"/>
            <p:cNvSpPr/>
            <p:nvPr/>
          </p:nvSpPr>
          <p:spPr>
            <a:xfrm>
              <a:off x="0" y="0"/>
              <a:ext cx="1871588" cy="229442"/>
            </a:xfrm>
            <a:custGeom>
              <a:rect b="b" l="l" r="r" t="t"/>
              <a:pathLst>
                <a:path extrusionOk="0" h="229442" w="1871588">
                  <a:moveTo>
                    <a:pt x="0" y="0"/>
                  </a:moveTo>
                  <a:lnTo>
                    <a:pt x="1871588" y="0"/>
                  </a:lnTo>
                  <a:lnTo>
                    <a:pt x="1871588" y="229442"/>
                  </a:lnTo>
                  <a:lnTo>
                    <a:pt x="0" y="229442"/>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122" name="Google Shape;122;g39ab50d878d_0_0"/>
            <p:cNvSpPr txBox="1"/>
            <p:nvPr/>
          </p:nvSpPr>
          <p:spPr>
            <a:xfrm>
              <a:off x="0" y="-47625"/>
              <a:ext cx="1871700" cy="277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3" name="Google Shape;123;g39ab50d878d_0_0"/>
          <p:cNvSpPr txBox="1"/>
          <p:nvPr/>
        </p:nvSpPr>
        <p:spPr>
          <a:xfrm>
            <a:off x="10955017" y="2452078"/>
            <a:ext cx="19551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Día, Fecha: </a:t>
            </a:r>
            <a:endParaRPr b="0" i="0" sz="1400" u="none" cap="none" strike="noStrike">
              <a:solidFill>
                <a:srgbClr val="000000"/>
              </a:solidFill>
              <a:latin typeface="Arial"/>
              <a:ea typeface="Arial"/>
              <a:cs typeface="Arial"/>
              <a:sym typeface="Arial"/>
            </a:endParaRPr>
          </a:p>
        </p:txBody>
      </p:sp>
      <p:sp>
        <p:nvSpPr>
          <p:cNvPr id="124" name="Google Shape;124;g39ab50d878d_0_0"/>
          <p:cNvSpPr txBox="1"/>
          <p:nvPr/>
        </p:nvSpPr>
        <p:spPr>
          <a:xfrm>
            <a:off x="13705893" y="2451289"/>
            <a:ext cx="42135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Miércoles, 28/01/2026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128" name="Shape 128"/>
        <p:cNvGrpSpPr/>
        <p:nvPr/>
      </p:nvGrpSpPr>
      <p:grpSpPr>
        <a:xfrm>
          <a:off x="0" y="0"/>
          <a:ext cx="0" cy="0"/>
          <a:chOff x="0" y="0"/>
          <a:chExt cx="0" cy="0"/>
        </a:xfrm>
      </p:grpSpPr>
      <p:sp>
        <p:nvSpPr>
          <p:cNvPr id="129" name="Google Shape;129;g38b3f887f9a_0_74"/>
          <p:cNvSpPr txBox="1"/>
          <p:nvPr/>
        </p:nvSpPr>
        <p:spPr>
          <a:xfrm>
            <a:off x="7359254" y="450000"/>
            <a:ext cx="9455400" cy="2662500"/>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Clr>
                <a:srgbClr val="000000"/>
              </a:buClr>
              <a:buSzPts val="3800"/>
              <a:buFont typeface="Arial"/>
              <a:buNone/>
            </a:pPr>
            <a:r>
              <a:rPr b="0" i="0" lang="es-GT" sz="15000" u="none" cap="none" strike="noStrike">
                <a:solidFill>
                  <a:schemeClr val="dk1"/>
                </a:solidFill>
                <a:latin typeface="Arial"/>
                <a:ea typeface="Arial"/>
                <a:cs typeface="Arial"/>
                <a:sym typeface="Arial"/>
              </a:rPr>
              <a:t>Anuncios</a:t>
            </a:r>
            <a:endParaRPr b="0" i="0" sz="15000" u="none" cap="none" strike="noStrike">
              <a:solidFill>
                <a:schemeClr val="dk1"/>
              </a:solidFill>
              <a:latin typeface="Arial"/>
              <a:ea typeface="Arial"/>
              <a:cs typeface="Arial"/>
              <a:sym typeface="Arial"/>
            </a:endParaRPr>
          </a:p>
          <a:p>
            <a:pPr indent="0" lvl="0" marL="0" marR="0" rtl="0" algn="l">
              <a:lnSpc>
                <a:spcPct val="92003"/>
              </a:lnSpc>
              <a:spcBef>
                <a:spcPts val="0"/>
              </a:spcBef>
              <a:spcAft>
                <a:spcPts val="0"/>
              </a:spcAft>
              <a:buClr>
                <a:srgbClr val="000000"/>
              </a:buClr>
              <a:buSzPts val="3800"/>
              <a:buFont typeface="Arial"/>
              <a:buNone/>
            </a:pPr>
            <a:r>
              <a:t/>
            </a:r>
            <a:endParaRPr b="0" i="0" sz="3800" u="none" cap="none" strike="noStrike">
              <a:solidFill>
                <a:srgbClr val="FFFFFF"/>
              </a:solidFill>
              <a:latin typeface="Geo"/>
              <a:ea typeface="Geo"/>
              <a:cs typeface="Geo"/>
              <a:sym typeface="Geo"/>
            </a:endParaRPr>
          </a:p>
        </p:txBody>
      </p:sp>
      <p:sp>
        <p:nvSpPr>
          <p:cNvPr id="130" name="Google Shape;130;g38b3f887f9a_0_74"/>
          <p:cNvSpPr txBox="1"/>
          <p:nvPr/>
        </p:nvSpPr>
        <p:spPr>
          <a:xfrm>
            <a:off x="8136743" y="4184800"/>
            <a:ext cx="9618600" cy="47226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600"/>
              <a:buFont typeface="Arial"/>
              <a:buNone/>
            </a:pPr>
            <a:r>
              <a:rPr b="0" i="0" lang="es-GT" sz="5900" u="none" cap="none" strike="noStrike">
                <a:solidFill>
                  <a:schemeClr val="dk1"/>
                </a:solidFill>
                <a:latin typeface="DM Sans"/>
                <a:ea typeface="DM Sans"/>
                <a:cs typeface="DM Sans"/>
                <a:sym typeface="DM Sans"/>
              </a:rPr>
              <a:t>Hoja de Calificación</a:t>
            </a:r>
            <a:endParaRPr b="0" i="0" sz="5900" u="none" cap="none" strike="noStrike">
              <a:solidFill>
                <a:schemeClr val="dk1"/>
              </a:solidFill>
              <a:latin typeface="DM Sans"/>
              <a:ea typeface="DM Sans"/>
              <a:cs typeface="DM Sans"/>
              <a:sym typeface="DM Sans"/>
            </a:endParaRPr>
          </a:p>
          <a:p>
            <a:pPr indent="0" lvl="0" marL="0" marR="0" rtl="0" algn="l">
              <a:lnSpc>
                <a:spcPct val="140011"/>
              </a:lnSpc>
              <a:spcBef>
                <a:spcPts val="0"/>
              </a:spcBef>
              <a:spcAft>
                <a:spcPts val="0"/>
              </a:spcAft>
              <a:buClr>
                <a:srgbClr val="000000"/>
              </a:buClr>
              <a:buSzPts val="3600"/>
              <a:buFont typeface="Arial"/>
              <a:buNone/>
            </a:pPr>
            <a:r>
              <a:rPr b="0" i="0" lang="es-GT" sz="5900" u="none" cap="none" strike="noStrike">
                <a:solidFill>
                  <a:schemeClr val="dk1"/>
                </a:solidFill>
                <a:latin typeface="DM Sans"/>
                <a:ea typeface="DM Sans"/>
                <a:cs typeface="DM Sans"/>
                <a:sym typeface="DM Sans"/>
              </a:rPr>
              <a:t>Horarios de Calificación</a:t>
            </a:r>
            <a:endParaRPr b="0" i="0" sz="5900" u="none" cap="none" strike="noStrike">
              <a:solidFill>
                <a:schemeClr val="dk1"/>
              </a:solidFill>
              <a:latin typeface="DM Sans"/>
              <a:ea typeface="DM Sans"/>
              <a:cs typeface="DM Sans"/>
              <a:sym typeface="DM Sans"/>
            </a:endParaRPr>
          </a:p>
          <a:p>
            <a:pPr indent="0" lvl="0" marL="0" marR="0" rtl="0" algn="l">
              <a:lnSpc>
                <a:spcPct val="140011"/>
              </a:lnSpc>
              <a:spcBef>
                <a:spcPts val="0"/>
              </a:spcBef>
              <a:spcAft>
                <a:spcPts val="0"/>
              </a:spcAft>
              <a:buClr>
                <a:srgbClr val="000000"/>
              </a:buClr>
              <a:buSzPts val="3600"/>
              <a:buFont typeface="Arial"/>
              <a:buNone/>
            </a:pPr>
            <a:r>
              <a:rPr b="0" i="0" lang="es-GT" sz="5900" u="none" cap="none" strike="noStrike">
                <a:solidFill>
                  <a:schemeClr val="dk1"/>
                </a:solidFill>
                <a:latin typeface="DM Sans"/>
                <a:ea typeface="DM Sans"/>
                <a:cs typeface="DM Sans"/>
                <a:sym typeface="DM Sans"/>
              </a:rPr>
              <a:t>Hoja de trabajo 5</a:t>
            </a:r>
            <a:endParaRPr b="0" i="0" sz="5900" u="none" cap="none" strike="noStrike">
              <a:solidFill>
                <a:schemeClr val="dk1"/>
              </a:solidFill>
              <a:latin typeface="DM Sans"/>
              <a:ea typeface="DM Sans"/>
              <a:cs typeface="DM Sans"/>
              <a:sym typeface="DM Sans"/>
            </a:endParaRPr>
          </a:p>
          <a:p>
            <a:pPr indent="0" lvl="0" marL="0" marR="0" rtl="0" algn="l">
              <a:lnSpc>
                <a:spcPct val="140011"/>
              </a:lnSpc>
              <a:spcBef>
                <a:spcPts val="0"/>
              </a:spcBef>
              <a:spcAft>
                <a:spcPts val="0"/>
              </a:spcAft>
              <a:buClr>
                <a:srgbClr val="000000"/>
              </a:buClr>
              <a:buSzPts val="3600"/>
              <a:buFont typeface="Arial"/>
              <a:buNone/>
            </a:pPr>
            <a:r>
              <a:rPr b="0" i="0" lang="es-GT" sz="5900" u="none" cap="none" strike="noStrike">
                <a:solidFill>
                  <a:schemeClr val="dk1"/>
                </a:solidFill>
                <a:latin typeface="DM Sans"/>
                <a:ea typeface="DM Sans"/>
                <a:cs typeface="DM Sans"/>
                <a:sym typeface="DM Sans"/>
              </a:rPr>
              <a:t>Proyecto 2</a:t>
            </a:r>
            <a:endParaRPr b="0" i="0" sz="5900" u="none" cap="none" strike="noStrike">
              <a:solidFill>
                <a:schemeClr val="dk1"/>
              </a:solidFill>
              <a:latin typeface="DM Sans"/>
              <a:ea typeface="DM Sans"/>
              <a:cs typeface="DM Sans"/>
              <a:sym typeface="DM Sans"/>
            </a:endParaRPr>
          </a:p>
        </p:txBody>
      </p:sp>
      <p:pic>
        <p:nvPicPr>
          <p:cNvPr id="131" name="Google Shape;131;g38b3f887f9a_0_74"/>
          <p:cNvPicPr preferRelativeResize="0"/>
          <p:nvPr/>
        </p:nvPicPr>
        <p:blipFill rotWithShape="1">
          <a:blip r:embed="rId3">
            <a:alphaModFix/>
          </a:blip>
          <a:srcRect b="0" l="40533" r="24681" t="0"/>
          <a:stretch/>
        </p:blipFill>
        <p:spPr>
          <a:xfrm>
            <a:off x="0" y="0"/>
            <a:ext cx="6630577" cy="102870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
          <p:cNvSpPr txBox="1"/>
          <p:nvPr/>
        </p:nvSpPr>
        <p:spPr>
          <a:xfrm>
            <a:off x="9617075" y="2936399"/>
            <a:ext cx="7100570" cy="5426710"/>
          </a:xfrm>
          <a:prstGeom prst="rect">
            <a:avLst/>
          </a:prstGeom>
          <a:noFill/>
          <a:ln>
            <a:noFill/>
          </a:ln>
        </p:spPr>
        <p:txBody>
          <a:bodyPr anchorCtr="0" anchor="t" bIns="0" lIns="0" spcFirstLastPara="1" rIns="0" wrap="square" tIns="123825">
            <a:spAutoFit/>
          </a:bodyPr>
          <a:lstStyle/>
          <a:p>
            <a:pPr indent="0" lvl="0" marL="12700" marR="5080" rtl="0" algn="l">
              <a:lnSpc>
                <a:spcPct val="109868"/>
              </a:lnSpc>
              <a:spcBef>
                <a:spcPts val="0"/>
              </a:spcBef>
              <a:spcAft>
                <a:spcPts val="0"/>
              </a:spcAft>
              <a:buClr>
                <a:srgbClr val="000000"/>
              </a:buClr>
              <a:buSzPts val="7600"/>
              <a:buFont typeface="Arial"/>
              <a:buNone/>
            </a:pPr>
            <a:r>
              <a:rPr b="0" i="0" lang="es-GT" sz="7600" u="none" cap="none" strike="noStrike">
                <a:solidFill>
                  <a:srgbClr val="000000"/>
                </a:solidFill>
                <a:latin typeface="Montserrat SemiBold"/>
                <a:ea typeface="Montserrat SemiBold"/>
                <a:cs typeface="Montserrat SemiBold"/>
                <a:sym typeface="Montserrat SemiBold"/>
              </a:rPr>
              <a:t>BigQuery: Analítica y Machine Learning en la Nube</a:t>
            </a:r>
            <a:endParaRPr b="0" i="0" sz="7600" u="none" cap="none" strike="noStrike">
              <a:solidFill>
                <a:srgbClr val="000000"/>
              </a:solidFill>
              <a:latin typeface="Montserrat SemiBold"/>
              <a:ea typeface="Montserrat SemiBold"/>
              <a:cs typeface="Montserrat SemiBold"/>
              <a:sym typeface="Montserrat SemiBold"/>
            </a:endParaRPr>
          </a:p>
        </p:txBody>
      </p:sp>
      <p:sp>
        <p:nvSpPr>
          <p:cNvPr id="138" name="Google Shape;138;p1"/>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 name="Google Shape;139;p1"/>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 name="Google Shape;140;p1"/>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 name="Google Shape;141;p1"/>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 name="Google Shape;142;p1"/>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 name="Google Shape;143;p1"/>
          <p:cNvSpPr txBox="1"/>
          <p:nvPr/>
        </p:nvSpPr>
        <p:spPr>
          <a:xfrm>
            <a:off x="9617075" y="333678"/>
            <a:ext cx="2167255"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JAVIER ANDRÉS V.</a:t>
            </a:r>
            <a:endParaRPr b="0" i="0" sz="2000" u="none" cap="none" strike="noStrike">
              <a:solidFill>
                <a:srgbClr val="000000"/>
              </a:solidFill>
              <a:latin typeface="Lora"/>
              <a:ea typeface="Lora"/>
              <a:cs typeface="Lora"/>
              <a:sym typeface="Lora"/>
            </a:endParaRPr>
          </a:p>
        </p:txBody>
      </p:sp>
      <p:sp>
        <p:nvSpPr>
          <p:cNvPr id="144" name="Google Shape;144;p1"/>
          <p:cNvSpPr txBox="1"/>
          <p:nvPr/>
        </p:nvSpPr>
        <p:spPr>
          <a:xfrm>
            <a:off x="16141393"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
          <p:cNvSpPr txBox="1"/>
          <p:nvPr/>
        </p:nvSpPr>
        <p:spPr>
          <a:xfrm>
            <a:off x="905513" y="3460155"/>
            <a:ext cx="7359015" cy="2505710"/>
          </a:xfrm>
          <a:prstGeom prst="rect">
            <a:avLst/>
          </a:prstGeom>
          <a:noFill/>
          <a:ln>
            <a:noFill/>
          </a:ln>
        </p:spPr>
        <p:txBody>
          <a:bodyPr anchorCtr="0" anchor="t" bIns="0" lIns="0" spcFirstLastPara="1" rIns="0" wrap="square" tIns="132700">
            <a:spAutoFit/>
          </a:bodyPr>
          <a:lstStyle/>
          <a:p>
            <a:pPr indent="0" lvl="0" marL="12700" marR="5080" rtl="0" algn="l">
              <a:lnSpc>
                <a:spcPct val="109882"/>
              </a:lnSpc>
              <a:spcBef>
                <a:spcPts val="0"/>
              </a:spcBef>
              <a:spcAft>
                <a:spcPts val="0"/>
              </a:spcAft>
              <a:buClr>
                <a:srgbClr val="000000"/>
              </a:buClr>
              <a:buSzPts val="8500"/>
              <a:buFont typeface="Arial"/>
              <a:buNone/>
            </a:pPr>
            <a:r>
              <a:rPr b="0" i="0" lang="es-GT" sz="8500" u="none" cap="none" strike="noStrike">
                <a:solidFill>
                  <a:srgbClr val="000000"/>
                </a:solidFill>
                <a:latin typeface="Montserrat SemiBold"/>
                <a:ea typeface="Montserrat SemiBold"/>
                <a:cs typeface="Montserrat SemiBold"/>
                <a:sym typeface="Montserrat SemiBold"/>
              </a:rPr>
              <a:t>Agenda de la Presentación</a:t>
            </a:r>
            <a:endParaRPr b="0" i="0" sz="8500" u="none" cap="none" strike="noStrike">
              <a:solidFill>
                <a:srgbClr val="000000"/>
              </a:solidFill>
              <a:latin typeface="Montserrat SemiBold"/>
              <a:ea typeface="Montserrat SemiBold"/>
              <a:cs typeface="Montserrat SemiBold"/>
              <a:sym typeface="Montserrat SemiBold"/>
            </a:endParaRPr>
          </a:p>
        </p:txBody>
      </p:sp>
      <p:sp>
        <p:nvSpPr>
          <p:cNvPr id="151" name="Google Shape;151;p2"/>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 name="Google Shape;152;p2"/>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 name="Google Shape;153;p2"/>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 name="Google Shape;154;p2"/>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 name="Google Shape;155;p2"/>
          <p:cNvSpPr txBox="1"/>
          <p:nvPr/>
        </p:nvSpPr>
        <p:spPr>
          <a:xfrm>
            <a:off x="905513" y="295405"/>
            <a:ext cx="753745" cy="63690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4000"/>
              <a:buFont typeface="Arial"/>
              <a:buNone/>
            </a:pPr>
            <a:r>
              <a:rPr b="0" i="0" lang="es-GT" sz="4000" u="none" cap="none" strike="noStrike">
                <a:solidFill>
                  <a:srgbClr val="000000"/>
                </a:solidFill>
                <a:latin typeface="Montserrat Light"/>
                <a:ea typeface="Montserrat Light"/>
                <a:cs typeface="Montserrat Light"/>
                <a:sym typeface="Montserrat Light"/>
              </a:rPr>
              <a:t>02.</a:t>
            </a:r>
            <a:endParaRPr b="0" i="0" sz="4000" u="none" cap="none" strike="noStrike">
              <a:solidFill>
                <a:srgbClr val="000000"/>
              </a:solidFill>
              <a:latin typeface="Montserrat Light"/>
              <a:ea typeface="Montserrat Light"/>
              <a:cs typeface="Montserrat Light"/>
              <a:sym typeface="Montserrat Light"/>
            </a:endParaRPr>
          </a:p>
        </p:txBody>
      </p:sp>
      <p:sp>
        <p:nvSpPr>
          <p:cNvPr id="156" name="Google Shape;156;p2"/>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7" name="Google Shape;157;p2"/>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id="158" name="Google Shape;158;p2"/>
          <p:cNvSpPr txBox="1"/>
          <p:nvPr/>
        </p:nvSpPr>
        <p:spPr>
          <a:xfrm>
            <a:off x="9623425" y="1987547"/>
            <a:ext cx="6697345" cy="1327150"/>
          </a:xfrm>
          <a:prstGeom prst="rect">
            <a:avLst/>
          </a:prstGeom>
          <a:noFill/>
          <a:ln>
            <a:noFill/>
          </a:ln>
        </p:spPr>
        <p:txBody>
          <a:bodyPr anchorCtr="0" anchor="t" bIns="0" lIns="0" spcFirstLastPara="1" rIns="0" wrap="square" tIns="12700">
            <a:spAutoFit/>
          </a:bodyPr>
          <a:lstStyle/>
          <a:p>
            <a:pPr indent="-795020" lvl="0" marL="862330" marR="0" rtl="0" algn="l">
              <a:lnSpc>
                <a:spcPct val="100000"/>
              </a:lnSpc>
              <a:spcBef>
                <a:spcPts val="0"/>
              </a:spcBef>
              <a:spcAft>
                <a:spcPts val="0"/>
              </a:spcAft>
              <a:buClr>
                <a:srgbClr val="000000"/>
              </a:buClr>
              <a:buSzPts val="2500"/>
              <a:buFont typeface="Lora"/>
              <a:buAutoNum type="arabicPeriod"/>
            </a:pPr>
            <a:r>
              <a:rPr b="0" i="0" lang="es-GT" sz="2500" u="none" cap="none" strike="noStrike">
                <a:solidFill>
                  <a:srgbClr val="000000"/>
                </a:solidFill>
                <a:latin typeface="Lora"/>
                <a:ea typeface="Lora"/>
                <a:cs typeface="Lora"/>
                <a:sym typeface="Lora"/>
              </a:rPr>
              <a:t>Introducción a BigQuery y su Arquitectura</a:t>
            </a:r>
            <a:endParaRPr b="0" i="0" sz="2500" u="none" cap="none" strike="noStrike">
              <a:solidFill>
                <a:srgbClr val="000000"/>
              </a:solidFill>
              <a:latin typeface="Lora"/>
              <a:ea typeface="Lora"/>
              <a:cs typeface="Lora"/>
              <a:sym typeface="Lora"/>
            </a:endParaRPr>
          </a:p>
          <a:p>
            <a:pPr indent="0" lvl="0" marL="0" marR="0" rtl="0" algn="l">
              <a:lnSpc>
                <a:spcPct val="100000"/>
              </a:lnSpc>
              <a:spcBef>
                <a:spcPts val="1050"/>
              </a:spcBef>
              <a:spcAft>
                <a:spcPts val="0"/>
              </a:spcAft>
              <a:buClr>
                <a:srgbClr val="000000"/>
              </a:buClr>
              <a:buSzPts val="2500"/>
              <a:buFont typeface="Lora"/>
              <a:buNone/>
            </a:pPr>
            <a:r>
              <a:t/>
            </a:r>
            <a:endParaRPr b="0" i="0" sz="2500" u="none" cap="none" strike="noStrike">
              <a:solidFill>
                <a:srgbClr val="000000"/>
              </a:solidFill>
              <a:latin typeface="Lora"/>
              <a:ea typeface="Lora"/>
              <a:cs typeface="Lora"/>
              <a:sym typeface="Lora"/>
            </a:endParaRPr>
          </a:p>
          <a:p>
            <a:pPr indent="-648970" lvl="0" marL="661670" marR="0" rtl="0" algn="l">
              <a:lnSpc>
                <a:spcPct val="100000"/>
              </a:lnSpc>
              <a:spcBef>
                <a:spcPts val="0"/>
              </a:spcBef>
              <a:spcAft>
                <a:spcPts val="0"/>
              </a:spcAft>
              <a:buClr>
                <a:srgbClr val="000000"/>
              </a:buClr>
              <a:buSzPts val="2500"/>
              <a:buFont typeface="Lora"/>
              <a:buAutoNum type="arabicPeriod"/>
            </a:pPr>
            <a:r>
              <a:rPr b="0" i="0" lang="es-GT" sz="2500" u="none" cap="none" strike="noStrike">
                <a:solidFill>
                  <a:srgbClr val="000000"/>
                </a:solidFill>
                <a:latin typeface="Lora"/>
                <a:ea typeface="Lora"/>
                <a:cs typeface="Lora"/>
                <a:sym typeface="Lora"/>
              </a:rPr>
              <a:t>Gobierno de Datos y Seguridad</a:t>
            </a:r>
            <a:endParaRPr b="0" i="0" sz="2500" u="none" cap="none" strike="noStrike">
              <a:solidFill>
                <a:srgbClr val="000000"/>
              </a:solidFill>
              <a:latin typeface="Lora"/>
              <a:ea typeface="Lora"/>
              <a:cs typeface="Lora"/>
              <a:sym typeface="Lora"/>
            </a:endParaRPr>
          </a:p>
        </p:txBody>
      </p:sp>
      <p:sp>
        <p:nvSpPr>
          <p:cNvPr id="159" name="Google Shape;159;p2"/>
          <p:cNvSpPr txBox="1"/>
          <p:nvPr/>
        </p:nvSpPr>
        <p:spPr>
          <a:xfrm>
            <a:off x="9617075" y="3829047"/>
            <a:ext cx="7206615" cy="406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s-GT" sz="2500" u="none" cap="none" strike="noStrike">
                <a:solidFill>
                  <a:srgbClr val="000000"/>
                </a:solidFill>
                <a:latin typeface="Lora"/>
                <a:ea typeface="Lora"/>
                <a:cs typeface="Lora"/>
                <a:sym typeface="Lora"/>
              </a:rPr>
              <a:t>3. Optimización y Modelos de Machine Learning</a:t>
            </a:r>
            <a:endParaRPr b="0" i="0" sz="2500" u="none" cap="none" strike="noStrike">
              <a:solidFill>
                <a:srgbClr val="000000"/>
              </a:solidFill>
              <a:latin typeface="Lora"/>
              <a:ea typeface="Lora"/>
              <a:cs typeface="Lora"/>
              <a:sym typeface="Lora"/>
            </a:endParaRPr>
          </a:p>
        </p:txBody>
      </p:sp>
      <p:sp>
        <p:nvSpPr>
          <p:cNvPr id="160" name="Google Shape;160;p2"/>
          <p:cNvSpPr txBox="1"/>
          <p:nvPr/>
        </p:nvSpPr>
        <p:spPr>
          <a:xfrm>
            <a:off x="9621837" y="4749797"/>
            <a:ext cx="6285230" cy="406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s-GT" sz="2500" u="none" cap="none" strike="noStrike">
                <a:solidFill>
                  <a:srgbClr val="000000"/>
                </a:solidFill>
                <a:latin typeface="Lora"/>
                <a:ea typeface="Lora"/>
                <a:cs typeface="Lora"/>
                <a:sym typeface="Lora"/>
              </a:rPr>
              <a:t>4. Consumo de Resultados y Conclusiones</a:t>
            </a:r>
            <a:endParaRPr b="0" i="0" sz="2500" u="none" cap="none" strike="noStrike">
              <a:solidFill>
                <a:srgbClr val="000000"/>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descr="$PPTXTitle" id="166" name="Google Shape;166;p3"/>
          <p:cNvSpPr txBox="1"/>
          <p:nvPr>
            <p:ph type="title"/>
          </p:nvPr>
        </p:nvSpPr>
        <p:spPr>
          <a:xfrm>
            <a:off x="9617075" y="5050306"/>
            <a:ext cx="6119495" cy="2828290"/>
          </a:xfrm>
          <a:prstGeom prst="rect">
            <a:avLst/>
          </a:prstGeom>
          <a:noFill/>
          <a:ln>
            <a:noFill/>
          </a:ln>
        </p:spPr>
        <p:txBody>
          <a:bodyPr anchorCtr="0" anchor="t" bIns="0" lIns="0" spcFirstLastPara="1" rIns="0" wrap="square" tIns="107300">
            <a:spAutoFit/>
          </a:bodyPr>
          <a:lstStyle/>
          <a:p>
            <a:pPr indent="0" lvl="0" marL="12700" marR="5080" rtl="0" algn="l">
              <a:lnSpc>
                <a:spcPct val="109846"/>
              </a:lnSpc>
              <a:spcBef>
                <a:spcPts val="0"/>
              </a:spcBef>
              <a:spcAft>
                <a:spcPts val="0"/>
              </a:spcAft>
              <a:buSzPts val="1400"/>
              <a:buNone/>
            </a:pPr>
            <a:r>
              <a:rPr lang="es-GT" sz="6500">
                <a:latin typeface="Montserrat Medium"/>
                <a:ea typeface="Montserrat Medium"/>
                <a:cs typeface="Montserrat Medium"/>
                <a:sym typeface="Montserrat Medium"/>
              </a:rPr>
              <a:t>Introducción a BigQuery y su Arquitectura</a:t>
            </a:r>
            <a:endParaRPr sz="6500">
              <a:latin typeface="Montserrat Medium"/>
              <a:ea typeface="Montserrat Medium"/>
              <a:cs typeface="Montserrat Medium"/>
              <a:sym typeface="Montserrat Medium"/>
            </a:endParaRPr>
          </a:p>
        </p:txBody>
      </p:sp>
      <p:sp>
        <p:nvSpPr>
          <p:cNvPr id="167" name="Google Shape;167;p3"/>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 name="Google Shape;168;p3"/>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 name="Google Shape;169;p3"/>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 name="Google Shape;170;p3"/>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 name="Google Shape;171;p3"/>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 name="Google Shape;172;p3"/>
          <p:cNvSpPr txBox="1"/>
          <p:nvPr/>
        </p:nvSpPr>
        <p:spPr>
          <a:xfrm>
            <a:off x="16141391"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id="173" name="Google Shape;173;p3"/>
          <p:cNvSpPr txBox="1"/>
          <p:nvPr/>
        </p:nvSpPr>
        <p:spPr>
          <a:xfrm>
            <a:off x="905513" y="6778543"/>
            <a:ext cx="1811020" cy="1549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0"/>
              <a:buFont typeface="Arial"/>
              <a:buNone/>
            </a:pPr>
            <a:r>
              <a:rPr b="0" i="0" lang="es-GT" sz="10000" u="none" cap="none" strike="noStrike">
                <a:solidFill>
                  <a:srgbClr val="000000"/>
                </a:solidFill>
                <a:latin typeface="Montserrat Light"/>
                <a:ea typeface="Montserrat Light"/>
                <a:cs typeface="Montserrat Light"/>
                <a:sym typeface="Montserrat Light"/>
              </a:rPr>
              <a:t>03.</a:t>
            </a:r>
            <a:endParaRPr b="0" i="0" sz="10000" u="none" cap="none" strike="noStrike">
              <a:solidFill>
                <a:srgbClr val="000000"/>
              </a:solidFill>
              <a:latin typeface="Montserrat Light"/>
              <a:ea typeface="Montserrat Light"/>
              <a:cs typeface="Montserrat Light"/>
              <a:sym typeface="Montserrat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4"/>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 name="Google Shape;180;p4"/>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 name="Google Shape;181;p4"/>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 name="Google Shape;182;p4"/>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 name="Google Shape;183;p4"/>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 name="Google Shape;184;p4"/>
          <p:cNvSpPr txBox="1"/>
          <p:nvPr/>
        </p:nvSpPr>
        <p:spPr>
          <a:xfrm>
            <a:off x="9617075" y="333678"/>
            <a:ext cx="503682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Introducción a BigQuery y su Arquitectura</a:t>
            </a:r>
            <a:endParaRPr b="0" i="0" sz="2000" u="none" cap="none" strike="noStrike">
              <a:solidFill>
                <a:srgbClr val="000000"/>
              </a:solidFill>
              <a:latin typeface="Lora"/>
              <a:ea typeface="Lora"/>
              <a:cs typeface="Lora"/>
              <a:sym typeface="Lora"/>
            </a:endParaRPr>
          </a:p>
        </p:txBody>
      </p:sp>
      <p:sp>
        <p:nvSpPr>
          <p:cNvPr id="185" name="Google Shape;185;p4"/>
          <p:cNvSpPr txBox="1"/>
          <p:nvPr/>
        </p:nvSpPr>
        <p:spPr>
          <a:xfrm>
            <a:off x="16141363"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id="186" name="Google Shape;186;p4"/>
          <p:cNvSpPr txBox="1"/>
          <p:nvPr/>
        </p:nvSpPr>
        <p:spPr>
          <a:xfrm>
            <a:off x="905494" y="295405"/>
            <a:ext cx="805815" cy="63690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4000"/>
              <a:buFont typeface="Arial"/>
              <a:buNone/>
            </a:pPr>
            <a:r>
              <a:rPr b="0" i="0" lang="es-GT" sz="4000" u="none" cap="none" strike="noStrike">
                <a:solidFill>
                  <a:srgbClr val="000000"/>
                </a:solidFill>
                <a:latin typeface="Montserrat Light"/>
                <a:ea typeface="Montserrat Light"/>
                <a:cs typeface="Montserrat Light"/>
                <a:sym typeface="Montserrat Light"/>
              </a:rPr>
              <a:t>04.</a:t>
            </a:r>
            <a:endParaRPr b="0" i="0" sz="4000" u="none" cap="none" strike="noStrike">
              <a:solidFill>
                <a:srgbClr val="000000"/>
              </a:solidFill>
              <a:latin typeface="Montserrat Light"/>
              <a:ea typeface="Montserrat Light"/>
              <a:cs typeface="Montserrat Light"/>
              <a:sym typeface="Montserrat Light"/>
            </a:endParaRPr>
          </a:p>
        </p:txBody>
      </p:sp>
      <p:sp>
        <p:nvSpPr>
          <p:cNvPr id="187" name="Google Shape;187;p4"/>
          <p:cNvSpPr txBox="1"/>
          <p:nvPr/>
        </p:nvSpPr>
        <p:spPr>
          <a:xfrm>
            <a:off x="902444" y="1761127"/>
            <a:ext cx="11722735" cy="7861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5000"/>
              <a:buFont typeface="Arial"/>
              <a:buNone/>
            </a:pPr>
            <a:r>
              <a:rPr b="0" i="0" lang="es-GT" sz="5000" u="none" cap="none" strike="noStrike">
                <a:solidFill>
                  <a:srgbClr val="000000"/>
                </a:solidFill>
                <a:latin typeface="Montserrat Medium"/>
                <a:ea typeface="Montserrat Medium"/>
                <a:cs typeface="Montserrat Medium"/>
                <a:sym typeface="Montserrat Medium"/>
              </a:rPr>
              <a:t>Bienvenida a BigQuery y su impacto</a:t>
            </a:r>
            <a:endParaRPr b="0" i="0" sz="5000" u="none" cap="none" strike="noStrike">
              <a:solidFill>
                <a:srgbClr val="000000"/>
              </a:solidFill>
              <a:latin typeface="Montserrat Medium"/>
              <a:ea typeface="Montserrat Medium"/>
              <a:cs typeface="Montserrat Medium"/>
              <a:sym typeface="Montserrat Medium"/>
            </a:endParaRPr>
          </a:p>
        </p:txBody>
      </p:sp>
      <p:grpSp>
        <p:nvGrpSpPr>
          <p:cNvPr id="188" name="Google Shape;188;p4"/>
          <p:cNvGrpSpPr/>
          <p:nvPr/>
        </p:nvGrpSpPr>
        <p:grpSpPr>
          <a:xfrm>
            <a:off x="9634834" y="6209826"/>
            <a:ext cx="7725579" cy="1730375"/>
            <a:chOff x="9634834" y="6209826"/>
            <a:chExt cx="7725579" cy="1730375"/>
          </a:xfrm>
        </p:grpSpPr>
        <p:sp>
          <p:nvSpPr>
            <p:cNvPr id="189" name="Google Shape;189;p4"/>
            <p:cNvSpPr/>
            <p:nvPr/>
          </p:nvSpPr>
          <p:spPr>
            <a:xfrm>
              <a:off x="10068073" y="6209826"/>
              <a:ext cx="7292340" cy="1730375"/>
            </a:xfrm>
            <a:custGeom>
              <a:rect b="b" l="l" r="r" t="t"/>
              <a:pathLst>
                <a:path extrusionOk="0" h="1730375" w="7292340">
                  <a:moveTo>
                    <a:pt x="7107859" y="76"/>
                  </a:moveTo>
                  <a:lnTo>
                    <a:pt x="190500" y="0"/>
                  </a:lnTo>
                  <a:lnTo>
                    <a:pt x="138188" y="7302"/>
                  </a:lnTo>
                  <a:lnTo>
                    <a:pt x="87261" y="30378"/>
                  </a:lnTo>
                  <a:lnTo>
                    <a:pt x="45224" y="67233"/>
                  </a:lnTo>
                  <a:lnTo>
                    <a:pt x="15697" y="114719"/>
                  </a:lnTo>
                  <a:lnTo>
                    <a:pt x="1219" y="168719"/>
                  </a:lnTo>
                  <a:lnTo>
                    <a:pt x="0" y="1539417"/>
                  </a:lnTo>
                  <a:lnTo>
                    <a:pt x="609" y="1554975"/>
                  </a:lnTo>
                  <a:lnTo>
                    <a:pt x="13309" y="1609432"/>
                  </a:lnTo>
                  <a:lnTo>
                    <a:pt x="41262" y="1657845"/>
                  </a:lnTo>
                  <a:lnTo>
                    <a:pt x="82067" y="1696072"/>
                  </a:lnTo>
                  <a:lnTo>
                    <a:pt x="120484" y="1716595"/>
                  </a:lnTo>
                  <a:lnTo>
                    <a:pt x="168719" y="1728685"/>
                  </a:lnTo>
                  <a:lnTo>
                    <a:pt x="7101624" y="1729917"/>
                  </a:lnTo>
                  <a:lnTo>
                    <a:pt x="7117194" y="1729295"/>
                  </a:lnTo>
                  <a:lnTo>
                    <a:pt x="7171651" y="1716595"/>
                  </a:lnTo>
                  <a:lnTo>
                    <a:pt x="7220077" y="1688642"/>
                  </a:lnTo>
                  <a:lnTo>
                    <a:pt x="7258291" y="1647837"/>
                  </a:lnTo>
                  <a:lnTo>
                    <a:pt x="7279944" y="1606524"/>
                  </a:lnTo>
                  <a:lnTo>
                    <a:pt x="7290904" y="1561185"/>
                  </a:lnTo>
                  <a:lnTo>
                    <a:pt x="7292124" y="190500"/>
                  </a:lnTo>
                  <a:lnTo>
                    <a:pt x="7291514" y="174929"/>
                  </a:lnTo>
                  <a:lnTo>
                    <a:pt x="7278814" y="120484"/>
                  </a:lnTo>
                  <a:lnTo>
                    <a:pt x="7252779" y="74510"/>
                  </a:lnTo>
                  <a:lnTo>
                    <a:pt x="7217613" y="39344"/>
                  </a:lnTo>
                  <a:lnTo>
                    <a:pt x="7177405" y="15697"/>
                  </a:lnTo>
                  <a:lnTo>
                    <a:pt x="7123391" y="1219"/>
                  </a:lnTo>
                  <a:lnTo>
                    <a:pt x="7107859"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 name="Google Shape;190;p4"/>
            <p:cNvSpPr/>
            <p:nvPr/>
          </p:nvSpPr>
          <p:spPr>
            <a:xfrm>
              <a:off x="9634834" y="6554490"/>
              <a:ext cx="1113790" cy="1040765"/>
            </a:xfrm>
            <a:custGeom>
              <a:rect b="b" l="l" r="r" t="t"/>
              <a:pathLst>
                <a:path extrusionOk="0" h="1040765" w="1113790">
                  <a:moveTo>
                    <a:pt x="95872" y="0"/>
                  </a:moveTo>
                  <a:lnTo>
                    <a:pt x="52057" y="10579"/>
                  </a:lnTo>
                  <a:lnTo>
                    <a:pt x="17030" y="41300"/>
                  </a:lnTo>
                  <a:lnTo>
                    <a:pt x="304" y="88036"/>
                  </a:lnTo>
                  <a:lnTo>
                    <a:pt x="0" y="944714"/>
                  </a:lnTo>
                  <a:lnTo>
                    <a:pt x="1269" y="960323"/>
                  </a:lnTo>
                  <a:lnTo>
                    <a:pt x="19799" y="1003071"/>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91" name="Google Shape;191;p4"/>
          <p:cNvGrpSpPr/>
          <p:nvPr/>
        </p:nvGrpSpPr>
        <p:grpSpPr>
          <a:xfrm>
            <a:off x="924669" y="6209826"/>
            <a:ext cx="7725579" cy="1730375"/>
            <a:chOff x="924669" y="6209826"/>
            <a:chExt cx="7725579" cy="1730375"/>
          </a:xfrm>
        </p:grpSpPr>
        <p:sp>
          <p:nvSpPr>
            <p:cNvPr id="192" name="Google Shape;192;p4"/>
            <p:cNvSpPr/>
            <p:nvPr/>
          </p:nvSpPr>
          <p:spPr>
            <a:xfrm>
              <a:off x="1357908" y="6209826"/>
              <a:ext cx="7292340" cy="1730375"/>
            </a:xfrm>
            <a:custGeom>
              <a:rect b="b" l="l" r="r" t="t"/>
              <a:pathLst>
                <a:path extrusionOk="0" h="1730375" w="7292340">
                  <a:moveTo>
                    <a:pt x="7107859" y="76"/>
                  </a:moveTo>
                  <a:lnTo>
                    <a:pt x="190500" y="0"/>
                  </a:lnTo>
                  <a:lnTo>
                    <a:pt x="138188" y="7302"/>
                  </a:lnTo>
                  <a:lnTo>
                    <a:pt x="87261" y="30378"/>
                  </a:lnTo>
                  <a:lnTo>
                    <a:pt x="45224" y="67233"/>
                  </a:lnTo>
                  <a:lnTo>
                    <a:pt x="15697" y="114719"/>
                  </a:lnTo>
                  <a:lnTo>
                    <a:pt x="1219" y="168719"/>
                  </a:lnTo>
                  <a:lnTo>
                    <a:pt x="0" y="1539417"/>
                  </a:lnTo>
                  <a:lnTo>
                    <a:pt x="609" y="1554975"/>
                  </a:lnTo>
                  <a:lnTo>
                    <a:pt x="13309" y="1609432"/>
                  </a:lnTo>
                  <a:lnTo>
                    <a:pt x="41262" y="1657845"/>
                  </a:lnTo>
                  <a:lnTo>
                    <a:pt x="82067" y="1696072"/>
                  </a:lnTo>
                  <a:lnTo>
                    <a:pt x="120484" y="1716595"/>
                  </a:lnTo>
                  <a:lnTo>
                    <a:pt x="168719" y="1728685"/>
                  </a:lnTo>
                  <a:lnTo>
                    <a:pt x="7101624" y="1729917"/>
                  </a:lnTo>
                  <a:lnTo>
                    <a:pt x="7117194" y="1729295"/>
                  </a:lnTo>
                  <a:lnTo>
                    <a:pt x="7171651" y="1716595"/>
                  </a:lnTo>
                  <a:lnTo>
                    <a:pt x="7220077" y="1688642"/>
                  </a:lnTo>
                  <a:lnTo>
                    <a:pt x="7258291" y="1647837"/>
                  </a:lnTo>
                  <a:lnTo>
                    <a:pt x="7279944" y="1606524"/>
                  </a:lnTo>
                  <a:lnTo>
                    <a:pt x="7290904" y="1561185"/>
                  </a:lnTo>
                  <a:lnTo>
                    <a:pt x="7292124" y="190500"/>
                  </a:lnTo>
                  <a:lnTo>
                    <a:pt x="7291514" y="174929"/>
                  </a:lnTo>
                  <a:lnTo>
                    <a:pt x="7279944" y="123380"/>
                  </a:lnTo>
                  <a:lnTo>
                    <a:pt x="7256500" y="79527"/>
                  </a:lnTo>
                  <a:lnTo>
                    <a:pt x="7217613" y="39344"/>
                  </a:lnTo>
                  <a:lnTo>
                    <a:pt x="7177405" y="15697"/>
                  </a:lnTo>
                  <a:lnTo>
                    <a:pt x="7123404" y="1219"/>
                  </a:lnTo>
                  <a:lnTo>
                    <a:pt x="7107859"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 name="Google Shape;193;p4"/>
            <p:cNvSpPr/>
            <p:nvPr/>
          </p:nvSpPr>
          <p:spPr>
            <a:xfrm>
              <a:off x="924669" y="6554490"/>
              <a:ext cx="1113790" cy="1040765"/>
            </a:xfrm>
            <a:custGeom>
              <a:rect b="b" l="l" r="r" t="t"/>
              <a:pathLst>
                <a:path extrusionOk="0" h="1040765" w="1113789">
                  <a:moveTo>
                    <a:pt x="95872" y="0"/>
                  </a:moveTo>
                  <a:lnTo>
                    <a:pt x="94297" y="0"/>
                  </a:lnTo>
                  <a:lnTo>
                    <a:pt x="80251" y="1270"/>
                  </a:lnTo>
                  <a:lnTo>
                    <a:pt x="37503" y="19799"/>
                  </a:lnTo>
                  <a:lnTo>
                    <a:pt x="8534" y="56299"/>
                  </a:lnTo>
                  <a:lnTo>
                    <a:pt x="0" y="944714"/>
                  </a:lnTo>
                  <a:lnTo>
                    <a:pt x="1270" y="960323"/>
                  </a:lnTo>
                  <a:lnTo>
                    <a:pt x="19799" y="1003071"/>
                  </a:lnTo>
                  <a:lnTo>
                    <a:pt x="57734" y="1032687"/>
                  </a:lnTo>
                  <a:lnTo>
                    <a:pt x="1021041" y="1040536"/>
                  </a:lnTo>
                  <a:lnTo>
                    <a:pt x="1038148" y="1038440"/>
                  </a:lnTo>
                  <a:lnTo>
                    <a:pt x="1076286" y="1020775"/>
                  </a:lnTo>
                  <a:lnTo>
                    <a:pt x="1105255" y="984275"/>
                  </a:lnTo>
                  <a:lnTo>
                    <a:pt x="1113790"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94" name="Google Shape;194;p4"/>
          <p:cNvGrpSpPr/>
          <p:nvPr/>
        </p:nvGrpSpPr>
        <p:grpSpPr>
          <a:xfrm>
            <a:off x="9634834" y="3794301"/>
            <a:ext cx="7725579" cy="1730375"/>
            <a:chOff x="9634834" y="3794301"/>
            <a:chExt cx="7725579" cy="1730375"/>
          </a:xfrm>
        </p:grpSpPr>
        <p:sp>
          <p:nvSpPr>
            <p:cNvPr id="195" name="Google Shape;195;p4"/>
            <p:cNvSpPr/>
            <p:nvPr/>
          </p:nvSpPr>
          <p:spPr>
            <a:xfrm>
              <a:off x="10068073" y="3794301"/>
              <a:ext cx="7292340" cy="1730375"/>
            </a:xfrm>
            <a:custGeom>
              <a:rect b="b" l="l" r="r" t="t"/>
              <a:pathLst>
                <a:path extrusionOk="0" h="1730375" w="7292340">
                  <a:moveTo>
                    <a:pt x="7107859" y="76"/>
                  </a:moveTo>
                  <a:lnTo>
                    <a:pt x="190500" y="0"/>
                  </a:lnTo>
                  <a:lnTo>
                    <a:pt x="138188" y="7302"/>
                  </a:lnTo>
                  <a:lnTo>
                    <a:pt x="87261" y="30378"/>
                  </a:lnTo>
                  <a:lnTo>
                    <a:pt x="45224" y="67233"/>
                  </a:lnTo>
                  <a:lnTo>
                    <a:pt x="15697" y="114719"/>
                  </a:lnTo>
                  <a:lnTo>
                    <a:pt x="1219" y="168719"/>
                  </a:lnTo>
                  <a:lnTo>
                    <a:pt x="0" y="1539417"/>
                  </a:lnTo>
                  <a:lnTo>
                    <a:pt x="609" y="1554975"/>
                  </a:lnTo>
                  <a:lnTo>
                    <a:pt x="13309" y="1609432"/>
                  </a:lnTo>
                  <a:lnTo>
                    <a:pt x="41262" y="1657845"/>
                  </a:lnTo>
                  <a:lnTo>
                    <a:pt x="82067" y="1696072"/>
                  </a:lnTo>
                  <a:lnTo>
                    <a:pt x="123393" y="1717725"/>
                  </a:lnTo>
                  <a:lnTo>
                    <a:pt x="168719" y="1728685"/>
                  </a:lnTo>
                  <a:lnTo>
                    <a:pt x="7101624" y="1729917"/>
                  </a:lnTo>
                  <a:lnTo>
                    <a:pt x="7117194" y="1729295"/>
                  </a:lnTo>
                  <a:lnTo>
                    <a:pt x="7168743" y="1717725"/>
                  </a:lnTo>
                  <a:lnTo>
                    <a:pt x="7212609" y="1694281"/>
                  </a:lnTo>
                  <a:lnTo>
                    <a:pt x="7246912" y="1662671"/>
                  </a:lnTo>
                  <a:lnTo>
                    <a:pt x="7272502" y="1623669"/>
                  </a:lnTo>
                  <a:lnTo>
                    <a:pt x="7287856" y="1579626"/>
                  </a:lnTo>
                  <a:lnTo>
                    <a:pt x="7292124" y="190500"/>
                  </a:lnTo>
                  <a:lnTo>
                    <a:pt x="7291514" y="174929"/>
                  </a:lnTo>
                  <a:lnTo>
                    <a:pt x="7278814" y="120484"/>
                  </a:lnTo>
                  <a:lnTo>
                    <a:pt x="7252779" y="74510"/>
                  </a:lnTo>
                  <a:lnTo>
                    <a:pt x="7217613" y="39344"/>
                  </a:lnTo>
                  <a:lnTo>
                    <a:pt x="7177405" y="15697"/>
                  </a:lnTo>
                  <a:lnTo>
                    <a:pt x="7123391" y="1219"/>
                  </a:lnTo>
                  <a:lnTo>
                    <a:pt x="7107859"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6" name="Google Shape;196;p4"/>
            <p:cNvSpPr/>
            <p:nvPr/>
          </p:nvSpPr>
          <p:spPr>
            <a:xfrm>
              <a:off x="9634834" y="4138965"/>
              <a:ext cx="1113790" cy="1040765"/>
            </a:xfrm>
            <a:custGeom>
              <a:rect b="b" l="l" r="r" t="t"/>
              <a:pathLst>
                <a:path extrusionOk="0" h="1040764" w="1113790">
                  <a:moveTo>
                    <a:pt x="95872" y="0"/>
                  </a:moveTo>
                  <a:lnTo>
                    <a:pt x="52057" y="10579"/>
                  </a:lnTo>
                  <a:lnTo>
                    <a:pt x="17030" y="41300"/>
                  </a:lnTo>
                  <a:lnTo>
                    <a:pt x="304" y="88036"/>
                  </a:lnTo>
                  <a:lnTo>
                    <a:pt x="0" y="944714"/>
                  </a:lnTo>
                  <a:lnTo>
                    <a:pt x="1269" y="960323"/>
                  </a:lnTo>
                  <a:lnTo>
                    <a:pt x="19799" y="1003071"/>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97" name="Google Shape;197;p4"/>
          <p:cNvGrpSpPr/>
          <p:nvPr/>
        </p:nvGrpSpPr>
        <p:grpSpPr>
          <a:xfrm>
            <a:off x="924669" y="3794301"/>
            <a:ext cx="7725579" cy="1730375"/>
            <a:chOff x="924669" y="3794301"/>
            <a:chExt cx="7725579" cy="1730375"/>
          </a:xfrm>
        </p:grpSpPr>
        <p:sp>
          <p:nvSpPr>
            <p:cNvPr id="198" name="Google Shape;198;p4"/>
            <p:cNvSpPr/>
            <p:nvPr/>
          </p:nvSpPr>
          <p:spPr>
            <a:xfrm>
              <a:off x="1357908" y="3794301"/>
              <a:ext cx="7292340" cy="1730375"/>
            </a:xfrm>
            <a:custGeom>
              <a:rect b="b" l="l" r="r" t="t"/>
              <a:pathLst>
                <a:path extrusionOk="0" h="1730375" w="7292340">
                  <a:moveTo>
                    <a:pt x="7107859" y="76"/>
                  </a:moveTo>
                  <a:lnTo>
                    <a:pt x="190500" y="0"/>
                  </a:lnTo>
                  <a:lnTo>
                    <a:pt x="138188" y="7302"/>
                  </a:lnTo>
                  <a:lnTo>
                    <a:pt x="87261" y="30378"/>
                  </a:lnTo>
                  <a:lnTo>
                    <a:pt x="45224" y="67233"/>
                  </a:lnTo>
                  <a:lnTo>
                    <a:pt x="15697" y="114719"/>
                  </a:lnTo>
                  <a:lnTo>
                    <a:pt x="1219" y="168719"/>
                  </a:lnTo>
                  <a:lnTo>
                    <a:pt x="0" y="1539417"/>
                  </a:lnTo>
                  <a:lnTo>
                    <a:pt x="609" y="1554975"/>
                  </a:lnTo>
                  <a:lnTo>
                    <a:pt x="13309" y="1609432"/>
                  </a:lnTo>
                  <a:lnTo>
                    <a:pt x="41262" y="1657845"/>
                  </a:lnTo>
                  <a:lnTo>
                    <a:pt x="82067" y="1696072"/>
                  </a:lnTo>
                  <a:lnTo>
                    <a:pt x="123380" y="1717725"/>
                  </a:lnTo>
                  <a:lnTo>
                    <a:pt x="168719" y="1728685"/>
                  </a:lnTo>
                  <a:lnTo>
                    <a:pt x="7101624" y="1729917"/>
                  </a:lnTo>
                  <a:lnTo>
                    <a:pt x="7117194" y="1729295"/>
                  </a:lnTo>
                  <a:lnTo>
                    <a:pt x="7171651" y="1716595"/>
                  </a:lnTo>
                  <a:lnTo>
                    <a:pt x="7220077" y="1688642"/>
                  </a:lnTo>
                  <a:lnTo>
                    <a:pt x="7256500" y="1650390"/>
                  </a:lnTo>
                  <a:lnTo>
                    <a:pt x="7279944" y="1606524"/>
                  </a:lnTo>
                  <a:lnTo>
                    <a:pt x="7290904" y="1561185"/>
                  </a:lnTo>
                  <a:lnTo>
                    <a:pt x="7292124" y="190500"/>
                  </a:lnTo>
                  <a:lnTo>
                    <a:pt x="7291514" y="174929"/>
                  </a:lnTo>
                  <a:lnTo>
                    <a:pt x="7279944" y="123380"/>
                  </a:lnTo>
                  <a:lnTo>
                    <a:pt x="7256500" y="79527"/>
                  </a:lnTo>
                  <a:lnTo>
                    <a:pt x="7217613" y="39344"/>
                  </a:lnTo>
                  <a:lnTo>
                    <a:pt x="7177405" y="15697"/>
                  </a:lnTo>
                  <a:lnTo>
                    <a:pt x="7123404" y="1219"/>
                  </a:lnTo>
                  <a:lnTo>
                    <a:pt x="7107859"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 name="Google Shape;199;p4"/>
            <p:cNvSpPr/>
            <p:nvPr/>
          </p:nvSpPr>
          <p:spPr>
            <a:xfrm>
              <a:off x="924669" y="4138965"/>
              <a:ext cx="1113790" cy="1040765"/>
            </a:xfrm>
            <a:custGeom>
              <a:rect b="b" l="l" r="r" t="t"/>
              <a:pathLst>
                <a:path extrusionOk="0" h="1040764" w="1113789">
                  <a:moveTo>
                    <a:pt x="95872" y="0"/>
                  </a:moveTo>
                  <a:lnTo>
                    <a:pt x="94297" y="0"/>
                  </a:lnTo>
                  <a:lnTo>
                    <a:pt x="80251" y="1270"/>
                  </a:lnTo>
                  <a:lnTo>
                    <a:pt x="37503" y="19799"/>
                  </a:lnTo>
                  <a:lnTo>
                    <a:pt x="8534" y="56299"/>
                  </a:lnTo>
                  <a:lnTo>
                    <a:pt x="0" y="944714"/>
                  </a:lnTo>
                  <a:lnTo>
                    <a:pt x="1270" y="960323"/>
                  </a:lnTo>
                  <a:lnTo>
                    <a:pt x="19799" y="1003071"/>
                  </a:lnTo>
                  <a:lnTo>
                    <a:pt x="57734" y="1032687"/>
                  </a:lnTo>
                  <a:lnTo>
                    <a:pt x="1021041" y="1040536"/>
                  </a:lnTo>
                  <a:lnTo>
                    <a:pt x="1038148" y="1038440"/>
                  </a:lnTo>
                  <a:lnTo>
                    <a:pt x="1076286" y="1020775"/>
                  </a:lnTo>
                  <a:lnTo>
                    <a:pt x="1105255" y="984275"/>
                  </a:lnTo>
                  <a:lnTo>
                    <a:pt x="1113790"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00" name="Google Shape;200;p4"/>
          <p:cNvSpPr txBox="1"/>
          <p:nvPr/>
        </p:nvSpPr>
        <p:spPr>
          <a:xfrm>
            <a:off x="9960205" y="6617264"/>
            <a:ext cx="462915" cy="78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0"/>
              <a:buFont typeface="Arial"/>
              <a:buNone/>
            </a:pPr>
            <a:r>
              <a:rPr b="1" i="0" lang="es-GT" sz="5000" u="none" cap="none" strike="noStrike">
                <a:solidFill>
                  <a:srgbClr val="F5F6F7"/>
                </a:solidFill>
                <a:latin typeface="Montserrat"/>
                <a:ea typeface="Montserrat"/>
                <a:cs typeface="Montserrat"/>
                <a:sym typeface="Montserrat"/>
              </a:rPr>
              <a:t>4</a:t>
            </a:r>
            <a:endParaRPr b="0" i="0" sz="5000" u="none" cap="none" strike="noStrike">
              <a:solidFill>
                <a:srgbClr val="000000"/>
              </a:solidFill>
              <a:latin typeface="Montserrat"/>
              <a:ea typeface="Montserrat"/>
              <a:cs typeface="Montserrat"/>
              <a:sym typeface="Montserrat"/>
            </a:endParaRPr>
          </a:p>
        </p:txBody>
      </p:sp>
      <p:sp>
        <p:nvSpPr>
          <p:cNvPr id="201" name="Google Shape;201;p4"/>
          <p:cNvSpPr txBox="1"/>
          <p:nvPr/>
        </p:nvSpPr>
        <p:spPr>
          <a:xfrm>
            <a:off x="1281024" y="6617264"/>
            <a:ext cx="401320" cy="78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0"/>
              <a:buFont typeface="Arial"/>
              <a:buNone/>
            </a:pPr>
            <a:r>
              <a:rPr b="1" i="0" lang="es-GT" sz="5000" u="none" cap="none" strike="noStrike">
                <a:solidFill>
                  <a:srgbClr val="F5F6F7"/>
                </a:solidFill>
                <a:latin typeface="Montserrat"/>
                <a:ea typeface="Montserrat"/>
                <a:cs typeface="Montserrat"/>
                <a:sym typeface="Montserrat"/>
              </a:rPr>
              <a:t>3</a:t>
            </a:r>
            <a:endParaRPr b="0" i="0" sz="5000" u="none" cap="none" strike="noStrike">
              <a:solidFill>
                <a:srgbClr val="000000"/>
              </a:solidFill>
              <a:latin typeface="Montserrat"/>
              <a:ea typeface="Montserrat"/>
              <a:cs typeface="Montserrat"/>
              <a:sym typeface="Montserrat"/>
            </a:endParaRPr>
          </a:p>
        </p:txBody>
      </p:sp>
      <p:sp>
        <p:nvSpPr>
          <p:cNvPr id="202" name="Google Shape;202;p4"/>
          <p:cNvSpPr txBox="1"/>
          <p:nvPr/>
        </p:nvSpPr>
        <p:spPr>
          <a:xfrm>
            <a:off x="9991955" y="4201723"/>
            <a:ext cx="400050" cy="78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0"/>
              <a:buFont typeface="Arial"/>
              <a:buNone/>
            </a:pPr>
            <a:r>
              <a:rPr b="1" i="0" lang="es-GT" sz="5000" u="none" cap="none" strike="noStrike">
                <a:solidFill>
                  <a:srgbClr val="F5F6F7"/>
                </a:solidFill>
                <a:latin typeface="Montserrat"/>
                <a:ea typeface="Montserrat"/>
                <a:cs typeface="Montserrat"/>
                <a:sym typeface="Montserrat"/>
              </a:rPr>
              <a:t>2</a:t>
            </a:r>
            <a:endParaRPr b="0" i="0" sz="5000" u="none" cap="none" strike="noStrike">
              <a:solidFill>
                <a:srgbClr val="000000"/>
              </a:solidFill>
              <a:latin typeface="Montserrat"/>
              <a:ea typeface="Montserrat"/>
              <a:cs typeface="Montserrat"/>
              <a:sym typeface="Montserrat"/>
            </a:endParaRPr>
          </a:p>
        </p:txBody>
      </p:sp>
      <p:sp>
        <p:nvSpPr>
          <p:cNvPr id="203" name="Google Shape;203;p4"/>
          <p:cNvSpPr txBox="1"/>
          <p:nvPr/>
        </p:nvSpPr>
        <p:spPr>
          <a:xfrm>
            <a:off x="1344524" y="4201723"/>
            <a:ext cx="274320" cy="78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0"/>
              <a:buFont typeface="Arial"/>
              <a:buNone/>
            </a:pPr>
            <a:r>
              <a:rPr b="1" i="0" lang="es-GT" sz="5000" u="none" cap="none" strike="noStrike">
                <a:solidFill>
                  <a:srgbClr val="F5F6F7"/>
                </a:solidFill>
                <a:latin typeface="Montserrat"/>
                <a:ea typeface="Montserrat"/>
                <a:cs typeface="Montserrat"/>
                <a:sym typeface="Montserrat"/>
              </a:rPr>
              <a:t>1</a:t>
            </a:r>
            <a:endParaRPr b="0" i="0" sz="5000" u="none" cap="none" strike="noStrike">
              <a:solidFill>
                <a:srgbClr val="000000"/>
              </a:solidFill>
              <a:latin typeface="Montserrat"/>
              <a:ea typeface="Montserrat"/>
              <a:cs typeface="Montserrat"/>
              <a:sym typeface="Montserrat"/>
            </a:endParaRPr>
          </a:p>
        </p:txBody>
      </p:sp>
      <p:sp>
        <p:nvSpPr>
          <p:cNvPr id="204" name="Google Shape;204;p4"/>
          <p:cNvSpPr txBox="1"/>
          <p:nvPr/>
        </p:nvSpPr>
        <p:spPr>
          <a:xfrm>
            <a:off x="11028708" y="6386541"/>
            <a:ext cx="5959475" cy="123253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Analítica eficiente y responsable</a:t>
            </a:r>
            <a:endParaRPr b="0" i="0" sz="2500" u="none" cap="none" strike="noStrike">
              <a:solidFill>
                <a:srgbClr val="000000"/>
              </a:solidFill>
              <a:latin typeface="Lora"/>
              <a:ea typeface="Lora"/>
              <a:cs typeface="Lora"/>
              <a:sym typeface="Lora"/>
            </a:endParaRPr>
          </a:p>
          <a:p>
            <a:pPr indent="0" lvl="0" marL="12700" marR="5080" rtl="0" algn="l">
              <a:lnSpc>
                <a:spcPct val="107700"/>
              </a:lnSpc>
              <a:spcBef>
                <a:spcPts val="1860"/>
              </a:spcBef>
              <a:spcAft>
                <a:spcPts val="0"/>
              </a:spcAft>
              <a:buClr>
                <a:srgbClr val="000000"/>
              </a:buClr>
              <a:buSzPts val="1800"/>
              <a:buFont typeface="Arial"/>
              <a:buNone/>
            </a:pPr>
            <a:r>
              <a:rPr b="0" i="0" lang="es-GT" sz="1800" u="none" cap="none" strike="noStrike">
                <a:solidFill>
                  <a:srgbClr val="000000"/>
                </a:solidFill>
                <a:latin typeface="Lora"/>
                <a:ea typeface="Lora"/>
                <a:cs typeface="Lora"/>
                <a:sym typeface="Lora"/>
              </a:rPr>
              <a:t>Optimización de consultas y uso de modelos predictivos directamente en SQL</a:t>
            </a:r>
            <a:endParaRPr b="0" i="0" sz="1800" u="none" cap="none" strike="noStrike">
              <a:solidFill>
                <a:srgbClr val="000000"/>
              </a:solidFill>
              <a:latin typeface="Lora"/>
              <a:ea typeface="Lora"/>
              <a:cs typeface="Lora"/>
              <a:sym typeface="Lora"/>
            </a:endParaRPr>
          </a:p>
        </p:txBody>
      </p:sp>
      <p:sp>
        <p:nvSpPr>
          <p:cNvPr id="205" name="Google Shape;205;p4"/>
          <p:cNvSpPr txBox="1"/>
          <p:nvPr/>
        </p:nvSpPr>
        <p:spPr>
          <a:xfrm>
            <a:off x="2318543" y="6386541"/>
            <a:ext cx="5878195" cy="123253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Gobierno de datos integrado</a:t>
            </a:r>
            <a:endParaRPr b="0" i="0" sz="2500" u="none" cap="none" strike="noStrike">
              <a:solidFill>
                <a:srgbClr val="000000"/>
              </a:solidFill>
              <a:latin typeface="Lora"/>
              <a:ea typeface="Lora"/>
              <a:cs typeface="Lora"/>
              <a:sym typeface="Lora"/>
            </a:endParaRPr>
          </a:p>
          <a:p>
            <a:pPr indent="0" lvl="0" marL="12700" marR="5080" rtl="0" algn="l">
              <a:lnSpc>
                <a:spcPct val="107700"/>
              </a:lnSpc>
              <a:spcBef>
                <a:spcPts val="1860"/>
              </a:spcBef>
              <a:spcAft>
                <a:spcPts val="0"/>
              </a:spcAft>
              <a:buClr>
                <a:srgbClr val="000000"/>
              </a:buClr>
              <a:buSzPts val="1800"/>
              <a:buFont typeface="Arial"/>
              <a:buNone/>
            </a:pPr>
            <a:r>
              <a:rPr b="0" i="0" lang="es-GT" sz="1800" u="none" cap="none" strike="noStrike">
                <a:solidFill>
                  <a:srgbClr val="000000"/>
                </a:solidFill>
                <a:latin typeface="Lora"/>
                <a:ea typeface="Lora"/>
                <a:cs typeface="Lora"/>
                <a:sym typeface="Lora"/>
              </a:rPr>
              <a:t>Control de acceso granular y trazabilidad para proteger información sensible</a:t>
            </a:r>
            <a:endParaRPr b="0" i="0" sz="1800" u="none" cap="none" strike="noStrike">
              <a:solidFill>
                <a:srgbClr val="000000"/>
              </a:solidFill>
              <a:latin typeface="Lora"/>
              <a:ea typeface="Lora"/>
              <a:cs typeface="Lora"/>
              <a:sym typeface="Lora"/>
            </a:endParaRPr>
          </a:p>
        </p:txBody>
      </p:sp>
      <p:sp>
        <p:nvSpPr>
          <p:cNvPr id="206" name="Google Shape;206;p4"/>
          <p:cNvSpPr txBox="1"/>
          <p:nvPr/>
        </p:nvSpPr>
        <p:spPr>
          <a:xfrm>
            <a:off x="11028708" y="3971016"/>
            <a:ext cx="6081392" cy="123253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Transformación de procesos analíticos</a:t>
            </a:r>
            <a:endParaRPr b="0" i="0" sz="2500" u="none" cap="none" strike="noStrike">
              <a:solidFill>
                <a:srgbClr val="000000"/>
              </a:solidFill>
              <a:latin typeface="Lora"/>
              <a:ea typeface="Lora"/>
              <a:cs typeface="Lora"/>
              <a:sym typeface="Lora"/>
            </a:endParaRPr>
          </a:p>
          <a:p>
            <a:pPr indent="0" lvl="0" marL="12700" marR="649605" rtl="0" algn="l">
              <a:lnSpc>
                <a:spcPct val="107700"/>
              </a:lnSpc>
              <a:spcBef>
                <a:spcPts val="1860"/>
              </a:spcBef>
              <a:spcAft>
                <a:spcPts val="0"/>
              </a:spcAft>
              <a:buClr>
                <a:srgbClr val="000000"/>
              </a:buClr>
              <a:buSzPts val="1800"/>
              <a:buFont typeface="Arial"/>
              <a:buNone/>
            </a:pPr>
            <a:r>
              <a:rPr b="0" i="0" lang="es-GT" sz="1800" u="none" cap="none" strike="noStrike">
                <a:solidFill>
                  <a:srgbClr val="000000"/>
                </a:solidFill>
                <a:latin typeface="Lora"/>
                <a:ea typeface="Lora"/>
                <a:cs typeface="Lora"/>
                <a:sym typeface="Lora"/>
              </a:rPr>
              <a:t>Facilita la escalabilidad y agilidad en la gestión de grandes volúmenes de datos</a:t>
            </a:r>
            <a:endParaRPr b="0" i="0" sz="1800" u="none" cap="none" strike="noStrike">
              <a:solidFill>
                <a:srgbClr val="000000"/>
              </a:solidFill>
              <a:latin typeface="Lora"/>
              <a:ea typeface="Lora"/>
              <a:cs typeface="Lora"/>
              <a:sym typeface="Lora"/>
            </a:endParaRPr>
          </a:p>
        </p:txBody>
      </p:sp>
      <p:sp>
        <p:nvSpPr>
          <p:cNvPr id="207" name="Google Shape;207;p4"/>
          <p:cNvSpPr txBox="1"/>
          <p:nvPr/>
        </p:nvSpPr>
        <p:spPr>
          <a:xfrm>
            <a:off x="2318543" y="3971016"/>
            <a:ext cx="5297805" cy="123253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BigQuery: Analítica serverless</a:t>
            </a:r>
            <a:endParaRPr b="0" i="0" sz="2500" u="none" cap="none" strike="noStrike">
              <a:solidFill>
                <a:srgbClr val="000000"/>
              </a:solidFill>
              <a:latin typeface="Lora"/>
              <a:ea typeface="Lora"/>
              <a:cs typeface="Lora"/>
              <a:sym typeface="Lora"/>
            </a:endParaRPr>
          </a:p>
          <a:p>
            <a:pPr indent="0" lvl="0" marL="12700" marR="5080" rtl="0" algn="l">
              <a:lnSpc>
                <a:spcPct val="107700"/>
              </a:lnSpc>
              <a:spcBef>
                <a:spcPts val="1860"/>
              </a:spcBef>
              <a:spcAft>
                <a:spcPts val="0"/>
              </a:spcAft>
              <a:buClr>
                <a:srgbClr val="000000"/>
              </a:buClr>
              <a:buSzPts val="1800"/>
              <a:buFont typeface="Arial"/>
              <a:buNone/>
            </a:pPr>
            <a:r>
              <a:rPr b="0" i="0" lang="es-GT" sz="1800" u="none" cap="none" strike="noStrike">
                <a:solidFill>
                  <a:srgbClr val="000000"/>
                </a:solidFill>
                <a:latin typeface="Lora"/>
                <a:ea typeface="Lora"/>
                <a:cs typeface="Lora"/>
                <a:sym typeface="Lora"/>
              </a:rPr>
              <a:t>Elimina la gestión de infraestructura, permitiendo enfocarse en el análisis de datos</a:t>
            </a:r>
            <a:endParaRPr b="0" i="0" sz="1800" u="none" cap="none" strike="noStrike">
              <a:solidFill>
                <a:srgbClr val="000000"/>
              </a:solidFill>
              <a:latin typeface="Lora"/>
              <a:ea typeface="Lora"/>
              <a:cs typeface="Lora"/>
              <a:sym typeface="L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5"/>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4" name="Google Shape;214;p5"/>
          <p:cNvSpPr txBox="1"/>
          <p:nvPr/>
        </p:nvSpPr>
        <p:spPr>
          <a:xfrm>
            <a:off x="9617075" y="333678"/>
            <a:ext cx="503682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Introducción a BigQuery y su Arquitectura</a:t>
            </a:r>
            <a:endParaRPr b="0" i="0" sz="2000" u="none" cap="none" strike="noStrike">
              <a:solidFill>
                <a:srgbClr val="000000"/>
              </a:solidFill>
              <a:latin typeface="Lora"/>
              <a:ea typeface="Lora"/>
              <a:cs typeface="Lora"/>
              <a:sym typeface="Lora"/>
            </a:endParaRPr>
          </a:p>
        </p:txBody>
      </p:sp>
      <p:sp>
        <p:nvSpPr>
          <p:cNvPr id="215" name="Google Shape;215;p5"/>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descr="$PPTXTitle" id="216" name="Google Shape;216;p5"/>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s-GT"/>
              <a:t>05.</a:t>
            </a:r>
            <a:endParaRPr/>
          </a:p>
        </p:txBody>
      </p:sp>
      <p:sp>
        <p:nvSpPr>
          <p:cNvPr id="217" name="Google Shape;217;p5"/>
          <p:cNvSpPr txBox="1"/>
          <p:nvPr/>
        </p:nvSpPr>
        <p:spPr>
          <a:xfrm>
            <a:off x="12789272" y="5578816"/>
            <a:ext cx="4314825" cy="123253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500"/>
              <a:buFont typeface="Arial"/>
              <a:buNone/>
            </a:pPr>
            <a:r>
              <a:rPr b="0" i="0" lang="es-GT" sz="2500" u="none" cap="none" strike="noStrike">
                <a:solidFill>
                  <a:srgbClr val="000000"/>
                </a:solidFill>
                <a:latin typeface="Lora"/>
                <a:ea typeface="Lora"/>
                <a:cs typeface="Lora"/>
                <a:sym typeface="Lora"/>
              </a:rPr>
              <a:t>Capacidades integradas</a:t>
            </a:r>
            <a:endParaRPr b="0" i="0" sz="2500" u="none" cap="none" strike="noStrike">
              <a:solidFill>
                <a:srgbClr val="000000"/>
              </a:solidFill>
              <a:latin typeface="Lora"/>
              <a:ea typeface="Lora"/>
              <a:cs typeface="Lora"/>
              <a:sym typeface="Lora"/>
            </a:endParaRPr>
          </a:p>
          <a:p>
            <a:pPr indent="0" lvl="0" marL="12700" marR="5080" rtl="0" algn="l">
              <a:lnSpc>
                <a:spcPct val="107700"/>
              </a:lnSpc>
              <a:spcBef>
                <a:spcPts val="1860"/>
              </a:spcBef>
              <a:spcAft>
                <a:spcPts val="0"/>
              </a:spcAft>
              <a:buClr>
                <a:srgbClr val="000000"/>
              </a:buClr>
              <a:buSzPts val="1800"/>
              <a:buFont typeface="Arial"/>
              <a:buNone/>
            </a:pPr>
            <a:r>
              <a:rPr b="0" i="0" lang="es-GT" sz="1800" u="none" cap="none" strike="noStrike">
                <a:solidFill>
                  <a:srgbClr val="000000"/>
                </a:solidFill>
                <a:latin typeface="Lora"/>
                <a:ea typeface="Lora"/>
                <a:cs typeface="Lora"/>
                <a:sym typeface="Lora"/>
              </a:rPr>
              <a:t>Incluye almacenamiento, consulta, seguridad y aprendizaje automático (ML)</a:t>
            </a:r>
            <a:endParaRPr b="0" i="0" sz="1800" u="none" cap="none" strike="noStrike">
              <a:solidFill>
                <a:srgbClr val="000000"/>
              </a:solidFill>
              <a:latin typeface="Lora"/>
              <a:ea typeface="Lora"/>
              <a:cs typeface="Lora"/>
              <a:sym typeface="Lora"/>
            </a:endParaRPr>
          </a:p>
        </p:txBody>
      </p:sp>
      <p:sp>
        <p:nvSpPr>
          <p:cNvPr id="218" name="Google Shape;218;p5"/>
          <p:cNvSpPr txBox="1"/>
          <p:nvPr/>
        </p:nvSpPr>
        <p:spPr>
          <a:xfrm>
            <a:off x="6849726" y="5547190"/>
            <a:ext cx="3662679" cy="1675130"/>
          </a:xfrm>
          <a:prstGeom prst="rect">
            <a:avLst/>
          </a:prstGeom>
          <a:noFill/>
          <a:ln>
            <a:noFill/>
          </a:ln>
        </p:spPr>
        <p:txBody>
          <a:bodyPr anchorCtr="0" anchor="t" bIns="0" lIns="0" spcFirstLastPara="1" rIns="0" wrap="square" tIns="12700">
            <a:spAutoFit/>
          </a:bodyPr>
          <a:lstStyle/>
          <a:p>
            <a:pPr indent="0" lvl="0" marL="12700" marR="568960" rtl="0" algn="l">
              <a:lnSpc>
                <a:spcPct val="107900"/>
              </a:lnSpc>
              <a:spcBef>
                <a:spcPts val="0"/>
              </a:spcBef>
              <a:spcAft>
                <a:spcPts val="0"/>
              </a:spcAft>
              <a:buClr>
                <a:srgbClr val="000000"/>
              </a:buClr>
              <a:buSzPts val="2500"/>
              <a:buFont typeface="Arial"/>
              <a:buNone/>
            </a:pPr>
            <a:r>
              <a:rPr b="0" i="0" lang="es-GT" sz="2500" u="none" cap="none" strike="noStrike">
                <a:solidFill>
                  <a:srgbClr val="000000"/>
                </a:solidFill>
                <a:latin typeface="Lora"/>
                <a:ea typeface="Lora"/>
                <a:cs typeface="Lora"/>
                <a:sym typeface="Lora"/>
              </a:rPr>
              <a:t>Uso de SQL estándar (GoogleSQL)</a:t>
            </a:r>
            <a:endParaRPr b="0" i="0" sz="2500" u="none" cap="none" strike="noStrike">
              <a:solidFill>
                <a:srgbClr val="000000"/>
              </a:solidFill>
              <a:latin typeface="Lora"/>
              <a:ea typeface="Lora"/>
              <a:cs typeface="Lora"/>
              <a:sym typeface="Lora"/>
            </a:endParaRPr>
          </a:p>
          <a:p>
            <a:pPr indent="0" lvl="0" marL="12700" marR="5080" rtl="0" algn="l">
              <a:lnSpc>
                <a:spcPct val="107700"/>
              </a:lnSpc>
              <a:spcBef>
                <a:spcPts val="1860"/>
              </a:spcBef>
              <a:spcAft>
                <a:spcPts val="0"/>
              </a:spcAft>
              <a:buClr>
                <a:srgbClr val="000000"/>
              </a:buClr>
              <a:buSzPts val="1800"/>
              <a:buFont typeface="Arial"/>
              <a:buNone/>
            </a:pPr>
            <a:r>
              <a:rPr b="0" i="0" lang="es-GT" sz="1800" u="none" cap="none" strike="noStrike">
                <a:solidFill>
                  <a:srgbClr val="000000"/>
                </a:solidFill>
                <a:latin typeface="Lora"/>
                <a:ea typeface="Lora"/>
                <a:cs typeface="Lora"/>
                <a:sym typeface="Lora"/>
              </a:rPr>
              <a:t>Facilita el análisis sin necesidad de administrar infraestructura</a:t>
            </a:r>
            <a:endParaRPr b="0" i="0" sz="1800" u="none" cap="none" strike="noStrike">
              <a:solidFill>
                <a:srgbClr val="000000"/>
              </a:solidFill>
              <a:latin typeface="Lora"/>
              <a:ea typeface="Lora"/>
              <a:cs typeface="Lora"/>
              <a:sym typeface="Lora"/>
            </a:endParaRPr>
          </a:p>
        </p:txBody>
      </p:sp>
      <p:sp>
        <p:nvSpPr>
          <p:cNvPr id="219" name="Google Shape;219;p5"/>
          <p:cNvSpPr txBox="1"/>
          <p:nvPr/>
        </p:nvSpPr>
        <p:spPr>
          <a:xfrm>
            <a:off x="910183" y="5578816"/>
            <a:ext cx="4500245" cy="123253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500"/>
              <a:buFont typeface="Arial"/>
              <a:buNone/>
            </a:pPr>
            <a:r>
              <a:rPr b="0" i="0" lang="es-GT" sz="2500" u="none" cap="none" strike="noStrike">
                <a:solidFill>
                  <a:srgbClr val="000000"/>
                </a:solidFill>
                <a:latin typeface="Lora"/>
                <a:ea typeface="Lora"/>
                <a:cs typeface="Lora"/>
                <a:sym typeface="Lora"/>
              </a:rPr>
              <a:t>Plataforma analítica serverless</a:t>
            </a:r>
            <a:endParaRPr b="0" i="0" sz="2500" u="none" cap="none" strike="noStrike">
              <a:solidFill>
                <a:srgbClr val="000000"/>
              </a:solidFill>
              <a:latin typeface="Lora"/>
              <a:ea typeface="Lora"/>
              <a:cs typeface="Lora"/>
              <a:sym typeface="Lora"/>
            </a:endParaRPr>
          </a:p>
          <a:p>
            <a:pPr indent="0" lvl="0" marL="12700" marR="344805" rtl="0" algn="l">
              <a:lnSpc>
                <a:spcPct val="107700"/>
              </a:lnSpc>
              <a:spcBef>
                <a:spcPts val="1860"/>
              </a:spcBef>
              <a:spcAft>
                <a:spcPts val="0"/>
              </a:spcAft>
              <a:buClr>
                <a:srgbClr val="000000"/>
              </a:buClr>
              <a:buSzPts val="1800"/>
              <a:buFont typeface="Arial"/>
              <a:buNone/>
            </a:pPr>
            <a:r>
              <a:rPr b="0" i="0" lang="es-GT" sz="1800" u="none" cap="none" strike="noStrike">
                <a:solidFill>
                  <a:srgbClr val="000000"/>
                </a:solidFill>
                <a:latin typeface="Lora"/>
                <a:ea typeface="Lora"/>
                <a:cs typeface="Lora"/>
                <a:sym typeface="Lora"/>
              </a:rPr>
              <a:t>Permite almacenar y consultar grandes volúmenes de datos</a:t>
            </a:r>
            <a:endParaRPr b="0" i="0" sz="1800" u="none" cap="none" strike="noStrike">
              <a:solidFill>
                <a:srgbClr val="000000"/>
              </a:solidFill>
              <a:latin typeface="Lora"/>
              <a:ea typeface="Lora"/>
              <a:cs typeface="Lora"/>
              <a:sym typeface="Lora"/>
            </a:endParaRPr>
          </a:p>
        </p:txBody>
      </p:sp>
      <p:grpSp>
        <p:nvGrpSpPr>
          <p:cNvPr id="220" name="Google Shape;220;p5"/>
          <p:cNvGrpSpPr/>
          <p:nvPr/>
        </p:nvGrpSpPr>
        <p:grpSpPr>
          <a:xfrm>
            <a:off x="12801955" y="4221466"/>
            <a:ext cx="897030" cy="944792"/>
            <a:chOff x="12801955" y="4221466"/>
            <a:chExt cx="897030" cy="944792"/>
          </a:xfrm>
        </p:grpSpPr>
        <p:sp>
          <p:nvSpPr>
            <p:cNvPr id="221" name="Google Shape;221;p5"/>
            <p:cNvSpPr/>
            <p:nvPr/>
          </p:nvSpPr>
          <p:spPr>
            <a:xfrm>
              <a:off x="12863729" y="4748961"/>
              <a:ext cx="774065" cy="294005"/>
            </a:xfrm>
            <a:custGeom>
              <a:rect b="b" l="l" r="r" t="t"/>
              <a:pathLst>
                <a:path extrusionOk="0" h="294004" w="774065">
                  <a:moveTo>
                    <a:pt x="773480" y="179882"/>
                  </a:moveTo>
                  <a:lnTo>
                    <a:pt x="769962" y="162471"/>
                  </a:lnTo>
                  <a:lnTo>
                    <a:pt x="760361" y="148247"/>
                  </a:lnTo>
                  <a:lnTo>
                    <a:pt x="746137" y="138645"/>
                  </a:lnTo>
                  <a:lnTo>
                    <a:pt x="728738" y="135128"/>
                  </a:lnTo>
                  <a:lnTo>
                    <a:pt x="515429" y="135128"/>
                  </a:lnTo>
                  <a:lnTo>
                    <a:pt x="512902" y="122618"/>
                  </a:lnTo>
                  <a:lnTo>
                    <a:pt x="503910" y="109283"/>
                  </a:lnTo>
                  <a:lnTo>
                    <a:pt x="497865" y="100317"/>
                  </a:lnTo>
                  <a:lnTo>
                    <a:pt x="488899" y="94272"/>
                  </a:lnTo>
                  <a:lnTo>
                    <a:pt x="488899" y="149885"/>
                  </a:lnTo>
                  <a:lnTo>
                    <a:pt x="485698" y="165684"/>
                  </a:lnTo>
                  <a:lnTo>
                    <a:pt x="476999" y="178587"/>
                  </a:lnTo>
                  <a:lnTo>
                    <a:pt x="464083" y="187299"/>
                  </a:lnTo>
                  <a:lnTo>
                    <a:pt x="448297" y="190500"/>
                  </a:lnTo>
                  <a:lnTo>
                    <a:pt x="394881" y="190500"/>
                  </a:lnTo>
                  <a:lnTo>
                    <a:pt x="378574" y="190500"/>
                  </a:lnTo>
                  <a:lnTo>
                    <a:pt x="325170" y="190500"/>
                  </a:lnTo>
                  <a:lnTo>
                    <a:pt x="309384" y="187299"/>
                  </a:lnTo>
                  <a:lnTo>
                    <a:pt x="296468" y="178587"/>
                  </a:lnTo>
                  <a:lnTo>
                    <a:pt x="287756" y="165684"/>
                  </a:lnTo>
                  <a:lnTo>
                    <a:pt x="284568" y="149948"/>
                  </a:lnTo>
                  <a:lnTo>
                    <a:pt x="287756" y="134099"/>
                  </a:lnTo>
                  <a:lnTo>
                    <a:pt x="296468" y="121196"/>
                  </a:lnTo>
                  <a:lnTo>
                    <a:pt x="309384" y="112483"/>
                  </a:lnTo>
                  <a:lnTo>
                    <a:pt x="325170" y="109283"/>
                  </a:lnTo>
                  <a:lnTo>
                    <a:pt x="378574" y="109283"/>
                  </a:lnTo>
                  <a:lnTo>
                    <a:pt x="386727" y="109283"/>
                  </a:lnTo>
                  <a:lnTo>
                    <a:pt x="394881" y="109283"/>
                  </a:lnTo>
                  <a:lnTo>
                    <a:pt x="448297" y="109283"/>
                  </a:lnTo>
                  <a:lnTo>
                    <a:pt x="464083" y="112483"/>
                  </a:lnTo>
                  <a:lnTo>
                    <a:pt x="476999" y="121196"/>
                  </a:lnTo>
                  <a:lnTo>
                    <a:pt x="485698" y="134099"/>
                  </a:lnTo>
                  <a:lnTo>
                    <a:pt x="488899" y="149885"/>
                  </a:lnTo>
                  <a:lnTo>
                    <a:pt x="488899" y="94272"/>
                  </a:lnTo>
                  <a:lnTo>
                    <a:pt x="475564" y="85280"/>
                  </a:lnTo>
                  <a:lnTo>
                    <a:pt x="448297" y="79756"/>
                  </a:lnTo>
                  <a:lnTo>
                    <a:pt x="401485" y="79756"/>
                  </a:lnTo>
                  <a:lnTo>
                    <a:pt x="401485" y="6604"/>
                  </a:lnTo>
                  <a:lnTo>
                    <a:pt x="394881" y="0"/>
                  </a:lnTo>
                  <a:lnTo>
                    <a:pt x="378574" y="0"/>
                  </a:lnTo>
                  <a:lnTo>
                    <a:pt x="371970" y="6604"/>
                  </a:lnTo>
                  <a:lnTo>
                    <a:pt x="371970" y="79756"/>
                  </a:lnTo>
                  <a:lnTo>
                    <a:pt x="325170" y="79756"/>
                  </a:lnTo>
                  <a:lnTo>
                    <a:pt x="297903" y="85280"/>
                  </a:lnTo>
                  <a:lnTo>
                    <a:pt x="275602" y="100317"/>
                  </a:lnTo>
                  <a:lnTo>
                    <a:pt x="260565" y="122618"/>
                  </a:lnTo>
                  <a:lnTo>
                    <a:pt x="258025" y="135128"/>
                  </a:lnTo>
                  <a:lnTo>
                    <a:pt x="44742" y="135128"/>
                  </a:lnTo>
                  <a:lnTo>
                    <a:pt x="27330" y="138645"/>
                  </a:lnTo>
                  <a:lnTo>
                    <a:pt x="13106" y="148247"/>
                  </a:lnTo>
                  <a:lnTo>
                    <a:pt x="3517" y="162471"/>
                  </a:lnTo>
                  <a:lnTo>
                    <a:pt x="0" y="179882"/>
                  </a:lnTo>
                  <a:lnTo>
                    <a:pt x="0" y="286981"/>
                  </a:lnTo>
                  <a:lnTo>
                    <a:pt x="6604" y="293585"/>
                  </a:lnTo>
                  <a:lnTo>
                    <a:pt x="14757" y="293585"/>
                  </a:lnTo>
                  <a:lnTo>
                    <a:pt x="22910" y="293585"/>
                  </a:lnTo>
                  <a:lnTo>
                    <a:pt x="29514" y="286981"/>
                  </a:lnTo>
                  <a:lnTo>
                    <a:pt x="29514" y="171488"/>
                  </a:lnTo>
                  <a:lnTo>
                    <a:pt x="36347" y="164655"/>
                  </a:lnTo>
                  <a:lnTo>
                    <a:pt x="258025" y="164655"/>
                  </a:lnTo>
                  <a:lnTo>
                    <a:pt x="260565" y="177165"/>
                  </a:lnTo>
                  <a:lnTo>
                    <a:pt x="275602" y="199466"/>
                  </a:lnTo>
                  <a:lnTo>
                    <a:pt x="297903" y="214503"/>
                  </a:lnTo>
                  <a:lnTo>
                    <a:pt x="325170" y="220027"/>
                  </a:lnTo>
                  <a:lnTo>
                    <a:pt x="371970" y="220027"/>
                  </a:lnTo>
                  <a:lnTo>
                    <a:pt x="371970" y="286981"/>
                  </a:lnTo>
                  <a:lnTo>
                    <a:pt x="378574" y="293585"/>
                  </a:lnTo>
                  <a:lnTo>
                    <a:pt x="386727" y="293585"/>
                  </a:lnTo>
                  <a:lnTo>
                    <a:pt x="394881" y="293585"/>
                  </a:lnTo>
                  <a:lnTo>
                    <a:pt x="401485" y="286981"/>
                  </a:lnTo>
                  <a:lnTo>
                    <a:pt x="401485" y="220027"/>
                  </a:lnTo>
                  <a:lnTo>
                    <a:pt x="448297" y="220027"/>
                  </a:lnTo>
                  <a:lnTo>
                    <a:pt x="475564" y="214503"/>
                  </a:lnTo>
                  <a:lnTo>
                    <a:pt x="497865" y="199466"/>
                  </a:lnTo>
                  <a:lnTo>
                    <a:pt x="503910" y="190500"/>
                  </a:lnTo>
                  <a:lnTo>
                    <a:pt x="512902" y="177165"/>
                  </a:lnTo>
                  <a:lnTo>
                    <a:pt x="515429" y="164655"/>
                  </a:lnTo>
                  <a:lnTo>
                    <a:pt x="737133" y="164655"/>
                  </a:lnTo>
                  <a:lnTo>
                    <a:pt x="743966" y="171488"/>
                  </a:lnTo>
                  <a:lnTo>
                    <a:pt x="743966" y="287197"/>
                  </a:lnTo>
                  <a:lnTo>
                    <a:pt x="750570" y="293801"/>
                  </a:lnTo>
                  <a:lnTo>
                    <a:pt x="758723" y="293801"/>
                  </a:lnTo>
                  <a:lnTo>
                    <a:pt x="766876" y="293801"/>
                  </a:lnTo>
                  <a:lnTo>
                    <a:pt x="773480" y="287197"/>
                  </a:lnTo>
                  <a:lnTo>
                    <a:pt x="773480" y="179882"/>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22" name="Google Shape;222;p5"/>
            <p:cNvPicPr preferRelativeResize="0"/>
            <p:nvPr/>
          </p:nvPicPr>
          <p:blipFill rotWithShape="1">
            <a:blip r:embed="rId3">
              <a:alphaModFix/>
            </a:blip>
            <a:srcRect b="0" l="0" r="0" t="0"/>
            <a:stretch/>
          </p:blipFill>
          <p:spPr>
            <a:xfrm>
              <a:off x="12801955" y="5013008"/>
              <a:ext cx="153047" cy="153250"/>
            </a:xfrm>
            <a:prstGeom prst="rect">
              <a:avLst/>
            </a:prstGeom>
            <a:noFill/>
            <a:ln>
              <a:noFill/>
            </a:ln>
          </p:spPr>
        </p:pic>
        <p:pic>
          <p:nvPicPr>
            <p:cNvPr id="223" name="Google Shape;223;p5"/>
            <p:cNvPicPr preferRelativeResize="0"/>
            <p:nvPr/>
          </p:nvPicPr>
          <p:blipFill rotWithShape="1">
            <a:blip r:embed="rId4">
              <a:alphaModFix/>
            </a:blip>
            <a:srcRect b="0" l="0" r="0" t="0"/>
            <a:stretch/>
          </p:blipFill>
          <p:spPr>
            <a:xfrm>
              <a:off x="13173950" y="5013008"/>
              <a:ext cx="153047" cy="153250"/>
            </a:xfrm>
            <a:prstGeom prst="rect">
              <a:avLst/>
            </a:prstGeom>
            <a:noFill/>
            <a:ln>
              <a:noFill/>
            </a:ln>
          </p:spPr>
        </p:pic>
        <p:pic>
          <p:nvPicPr>
            <p:cNvPr id="224" name="Google Shape;224;p5"/>
            <p:cNvPicPr preferRelativeResize="0"/>
            <p:nvPr/>
          </p:nvPicPr>
          <p:blipFill rotWithShape="1">
            <a:blip r:embed="rId3">
              <a:alphaModFix/>
            </a:blip>
            <a:srcRect b="0" l="0" r="0" t="0"/>
            <a:stretch/>
          </p:blipFill>
          <p:spPr>
            <a:xfrm>
              <a:off x="13545925" y="5013008"/>
              <a:ext cx="153060" cy="153250"/>
            </a:xfrm>
            <a:prstGeom prst="rect">
              <a:avLst/>
            </a:prstGeom>
            <a:noFill/>
            <a:ln>
              <a:noFill/>
            </a:ln>
          </p:spPr>
        </p:pic>
        <p:sp>
          <p:nvSpPr>
            <p:cNvPr id="225" name="Google Shape;225;p5"/>
            <p:cNvSpPr/>
            <p:nvPr/>
          </p:nvSpPr>
          <p:spPr>
            <a:xfrm>
              <a:off x="12839929" y="4221466"/>
              <a:ext cx="821690" cy="557530"/>
            </a:xfrm>
            <a:custGeom>
              <a:rect b="b" l="l" r="r" t="t"/>
              <a:pathLst>
                <a:path extrusionOk="0" h="557529" w="821690">
                  <a:moveTo>
                    <a:pt x="118224" y="432993"/>
                  </a:moveTo>
                  <a:lnTo>
                    <a:pt x="110617" y="425386"/>
                  </a:lnTo>
                  <a:lnTo>
                    <a:pt x="94310" y="425386"/>
                  </a:lnTo>
                  <a:lnTo>
                    <a:pt x="86702" y="432993"/>
                  </a:lnTo>
                  <a:lnTo>
                    <a:pt x="86702" y="449313"/>
                  </a:lnTo>
                  <a:lnTo>
                    <a:pt x="94310" y="456920"/>
                  </a:lnTo>
                  <a:lnTo>
                    <a:pt x="102463" y="456920"/>
                  </a:lnTo>
                  <a:lnTo>
                    <a:pt x="110617" y="456920"/>
                  </a:lnTo>
                  <a:lnTo>
                    <a:pt x="118224" y="449313"/>
                  </a:lnTo>
                  <a:lnTo>
                    <a:pt x="118224" y="432993"/>
                  </a:lnTo>
                  <a:close/>
                </a:path>
                <a:path extrusionOk="0" h="557529" w="821690">
                  <a:moveTo>
                    <a:pt x="118224" y="349300"/>
                  </a:moveTo>
                  <a:lnTo>
                    <a:pt x="110617" y="341680"/>
                  </a:lnTo>
                  <a:lnTo>
                    <a:pt x="94310" y="341680"/>
                  </a:lnTo>
                  <a:lnTo>
                    <a:pt x="86702" y="349300"/>
                  </a:lnTo>
                  <a:lnTo>
                    <a:pt x="86702" y="365620"/>
                  </a:lnTo>
                  <a:lnTo>
                    <a:pt x="94310" y="373214"/>
                  </a:lnTo>
                  <a:lnTo>
                    <a:pt x="102463" y="373214"/>
                  </a:lnTo>
                  <a:lnTo>
                    <a:pt x="110617" y="373214"/>
                  </a:lnTo>
                  <a:lnTo>
                    <a:pt x="118224" y="365620"/>
                  </a:lnTo>
                  <a:lnTo>
                    <a:pt x="118224" y="349300"/>
                  </a:lnTo>
                  <a:close/>
                </a:path>
                <a:path extrusionOk="0" h="557529" w="821690">
                  <a:moveTo>
                    <a:pt x="118224" y="265595"/>
                  </a:moveTo>
                  <a:lnTo>
                    <a:pt x="110617" y="257987"/>
                  </a:lnTo>
                  <a:lnTo>
                    <a:pt x="94310" y="257987"/>
                  </a:lnTo>
                  <a:lnTo>
                    <a:pt x="86702" y="265595"/>
                  </a:lnTo>
                  <a:lnTo>
                    <a:pt x="86702" y="281914"/>
                  </a:lnTo>
                  <a:lnTo>
                    <a:pt x="94310" y="289521"/>
                  </a:lnTo>
                  <a:lnTo>
                    <a:pt x="102463" y="289521"/>
                  </a:lnTo>
                  <a:lnTo>
                    <a:pt x="110617" y="289521"/>
                  </a:lnTo>
                  <a:lnTo>
                    <a:pt x="118224" y="281914"/>
                  </a:lnTo>
                  <a:lnTo>
                    <a:pt x="118224" y="265595"/>
                  </a:lnTo>
                  <a:close/>
                </a:path>
                <a:path extrusionOk="0" h="557529" w="821690">
                  <a:moveTo>
                    <a:pt x="118224" y="82765"/>
                  </a:moveTo>
                  <a:lnTo>
                    <a:pt x="110617" y="75171"/>
                  </a:lnTo>
                  <a:lnTo>
                    <a:pt x="94310" y="75171"/>
                  </a:lnTo>
                  <a:lnTo>
                    <a:pt x="86702" y="82765"/>
                  </a:lnTo>
                  <a:lnTo>
                    <a:pt x="86702" y="99085"/>
                  </a:lnTo>
                  <a:lnTo>
                    <a:pt x="94310" y="106680"/>
                  </a:lnTo>
                  <a:lnTo>
                    <a:pt x="102463" y="106680"/>
                  </a:lnTo>
                  <a:lnTo>
                    <a:pt x="110617" y="106680"/>
                  </a:lnTo>
                  <a:lnTo>
                    <a:pt x="118224" y="99085"/>
                  </a:lnTo>
                  <a:lnTo>
                    <a:pt x="118224" y="82765"/>
                  </a:lnTo>
                  <a:close/>
                </a:path>
                <a:path extrusionOk="0" h="557529" w="821690">
                  <a:moveTo>
                    <a:pt x="187007" y="82765"/>
                  </a:moveTo>
                  <a:lnTo>
                    <a:pt x="179400" y="75171"/>
                  </a:lnTo>
                  <a:lnTo>
                    <a:pt x="163093" y="75171"/>
                  </a:lnTo>
                  <a:lnTo>
                    <a:pt x="155486" y="82765"/>
                  </a:lnTo>
                  <a:lnTo>
                    <a:pt x="155486" y="99085"/>
                  </a:lnTo>
                  <a:lnTo>
                    <a:pt x="163093" y="106680"/>
                  </a:lnTo>
                  <a:lnTo>
                    <a:pt x="171246" y="106680"/>
                  </a:lnTo>
                  <a:lnTo>
                    <a:pt x="179400" y="106680"/>
                  </a:lnTo>
                  <a:lnTo>
                    <a:pt x="187007" y="99085"/>
                  </a:lnTo>
                  <a:lnTo>
                    <a:pt x="187007" y="82765"/>
                  </a:lnTo>
                  <a:close/>
                </a:path>
                <a:path extrusionOk="0" h="557529" w="821690">
                  <a:moveTo>
                    <a:pt x="255803" y="82219"/>
                  </a:moveTo>
                  <a:lnTo>
                    <a:pt x="248742" y="75171"/>
                  </a:lnTo>
                  <a:lnTo>
                    <a:pt x="231343" y="75171"/>
                  </a:lnTo>
                  <a:lnTo>
                    <a:pt x="224282" y="82219"/>
                  </a:lnTo>
                  <a:lnTo>
                    <a:pt x="224282" y="99631"/>
                  </a:lnTo>
                  <a:lnTo>
                    <a:pt x="231343" y="106680"/>
                  </a:lnTo>
                  <a:lnTo>
                    <a:pt x="248742" y="106680"/>
                  </a:lnTo>
                  <a:lnTo>
                    <a:pt x="255803" y="99631"/>
                  </a:lnTo>
                  <a:lnTo>
                    <a:pt x="255803" y="90932"/>
                  </a:lnTo>
                  <a:lnTo>
                    <a:pt x="255803" y="82219"/>
                  </a:lnTo>
                  <a:close/>
                </a:path>
                <a:path extrusionOk="0" h="557529" w="821690">
                  <a:moveTo>
                    <a:pt x="324599" y="82765"/>
                  </a:moveTo>
                  <a:lnTo>
                    <a:pt x="316992" y="75171"/>
                  </a:lnTo>
                  <a:lnTo>
                    <a:pt x="300685" y="75171"/>
                  </a:lnTo>
                  <a:lnTo>
                    <a:pt x="293077" y="82765"/>
                  </a:lnTo>
                  <a:lnTo>
                    <a:pt x="293077" y="99085"/>
                  </a:lnTo>
                  <a:lnTo>
                    <a:pt x="300685" y="106680"/>
                  </a:lnTo>
                  <a:lnTo>
                    <a:pt x="308838" y="106680"/>
                  </a:lnTo>
                  <a:lnTo>
                    <a:pt x="316992" y="106680"/>
                  </a:lnTo>
                  <a:lnTo>
                    <a:pt x="324599" y="99085"/>
                  </a:lnTo>
                  <a:lnTo>
                    <a:pt x="324599" y="82765"/>
                  </a:lnTo>
                  <a:close/>
                </a:path>
                <a:path extrusionOk="0" h="557529" w="821690">
                  <a:moveTo>
                    <a:pt x="729030" y="432981"/>
                  </a:moveTo>
                  <a:lnTo>
                    <a:pt x="722426" y="426377"/>
                  </a:lnTo>
                  <a:lnTo>
                    <a:pt x="285089" y="426377"/>
                  </a:lnTo>
                  <a:lnTo>
                    <a:pt x="278472" y="432981"/>
                  </a:lnTo>
                  <a:lnTo>
                    <a:pt x="278472" y="449300"/>
                  </a:lnTo>
                  <a:lnTo>
                    <a:pt x="285089" y="455904"/>
                  </a:lnTo>
                  <a:lnTo>
                    <a:pt x="714273" y="455904"/>
                  </a:lnTo>
                  <a:lnTo>
                    <a:pt x="722426" y="455904"/>
                  </a:lnTo>
                  <a:lnTo>
                    <a:pt x="729030" y="449300"/>
                  </a:lnTo>
                  <a:lnTo>
                    <a:pt x="729030" y="432981"/>
                  </a:lnTo>
                  <a:close/>
                </a:path>
                <a:path extrusionOk="0" h="557529" w="821690">
                  <a:moveTo>
                    <a:pt x="729030" y="349300"/>
                  </a:moveTo>
                  <a:lnTo>
                    <a:pt x="722426" y="342696"/>
                  </a:lnTo>
                  <a:lnTo>
                    <a:pt x="285089" y="342696"/>
                  </a:lnTo>
                  <a:lnTo>
                    <a:pt x="278472" y="349300"/>
                  </a:lnTo>
                  <a:lnTo>
                    <a:pt x="278472" y="365620"/>
                  </a:lnTo>
                  <a:lnTo>
                    <a:pt x="285089" y="372224"/>
                  </a:lnTo>
                  <a:lnTo>
                    <a:pt x="714273" y="372224"/>
                  </a:lnTo>
                  <a:lnTo>
                    <a:pt x="722426" y="372224"/>
                  </a:lnTo>
                  <a:lnTo>
                    <a:pt x="729030" y="365620"/>
                  </a:lnTo>
                  <a:lnTo>
                    <a:pt x="729030" y="349300"/>
                  </a:lnTo>
                  <a:close/>
                </a:path>
                <a:path extrusionOk="0" h="557529" w="821690">
                  <a:moveTo>
                    <a:pt x="729030" y="265595"/>
                  </a:moveTo>
                  <a:lnTo>
                    <a:pt x="722426" y="258991"/>
                  </a:lnTo>
                  <a:lnTo>
                    <a:pt x="285089" y="258991"/>
                  </a:lnTo>
                  <a:lnTo>
                    <a:pt x="278472" y="265595"/>
                  </a:lnTo>
                  <a:lnTo>
                    <a:pt x="278472" y="281914"/>
                  </a:lnTo>
                  <a:lnTo>
                    <a:pt x="285089" y="288518"/>
                  </a:lnTo>
                  <a:lnTo>
                    <a:pt x="714273" y="288518"/>
                  </a:lnTo>
                  <a:lnTo>
                    <a:pt x="722426" y="288518"/>
                  </a:lnTo>
                  <a:lnTo>
                    <a:pt x="729030" y="281914"/>
                  </a:lnTo>
                  <a:lnTo>
                    <a:pt x="729030" y="265595"/>
                  </a:lnTo>
                  <a:close/>
                </a:path>
                <a:path extrusionOk="0" h="557529" w="821690">
                  <a:moveTo>
                    <a:pt x="734390" y="83756"/>
                  </a:moveTo>
                  <a:lnTo>
                    <a:pt x="727786" y="77152"/>
                  </a:lnTo>
                  <a:lnTo>
                    <a:pt x="561047" y="77152"/>
                  </a:lnTo>
                  <a:lnTo>
                    <a:pt x="554431" y="83756"/>
                  </a:lnTo>
                  <a:lnTo>
                    <a:pt x="554431" y="100076"/>
                  </a:lnTo>
                  <a:lnTo>
                    <a:pt x="561047" y="106680"/>
                  </a:lnTo>
                  <a:lnTo>
                    <a:pt x="719632" y="106680"/>
                  </a:lnTo>
                  <a:lnTo>
                    <a:pt x="727786" y="106680"/>
                  </a:lnTo>
                  <a:lnTo>
                    <a:pt x="734390" y="100076"/>
                  </a:lnTo>
                  <a:lnTo>
                    <a:pt x="734390" y="83756"/>
                  </a:lnTo>
                  <a:close/>
                </a:path>
                <a:path extrusionOk="0" h="557529" w="821690">
                  <a:moveTo>
                    <a:pt x="821080" y="38747"/>
                  </a:moveTo>
                  <a:lnTo>
                    <a:pt x="819213" y="29527"/>
                  </a:lnTo>
                  <a:lnTo>
                    <a:pt x="818032" y="23685"/>
                  </a:lnTo>
                  <a:lnTo>
                    <a:pt x="809713" y="11366"/>
                  </a:lnTo>
                  <a:lnTo>
                    <a:pt x="797394" y="3048"/>
                  </a:lnTo>
                  <a:lnTo>
                    <a:pt x="791552" y="1866"/>
                  </a:lnTo>
                  <a:lnTo>
                    <a:pt x="791552" y="33578"/>
                  </a:lnTo>
                  <a:lnTo>
                    <a:pt x="791552" y="157873"/>
                  </a:lnTo>
                  <a:lnTo>
                    <a:pt x="791552" y="187401"/>
                  </a:lnTo>
                  <a:lnTo>
                    <a:pt x="791552" y="523278"/>
                  </a:lnTo>
                  <a:lnTo>
                    <a:pt x="787323" y="527494"/>
                  </a:lnTo>
                  <a:lnTo>
                    <a:pt x="200698" y="527494"/>
                  </a:lnTo>
                  <a:lnTo>
                    <a:pt x="200698" y="187401"/>
                  </a:lnTo>
                  <a:lnTo>
                    <a:pt x="791552" y="187401"/>
                  </a:lnTo>
                  <a:lnTo>
                    <a:pt x="791552" y="157873"/>
                  </a:lnTo>
                  <a:lnTo>
                    <a:pt x="194094" y="157873"/>
                  </a:lnTo>
                  <a:lnTo>
                    <a:pt x="177787" y="157873"/>
                  </a:lnTo>
                  <a:lnTo>
                    <a:pt x="171183" y="157873"/>
                  </a:lnTo>
                  <a:lnTo>
                    <a:pt x="171183" y="187401"/>
                  </a:lnTo>
                  <a:lnTo>
                    <a:pt x="171183" y="527494"/>
                  </a:lnTo>
                  <a:lnTo>
                    <a:pt x="33756" y="527494"/>
                  </a:lnTo>
                  <a:lnTo>
                    <a:pt x="29527" y="523278"/>
                  </a:lnTo>
                  <a:lnTo>
                    <a:pt x="29527" y="187401"/>
                  </a:lnTo>
                  <a:lnTo>
                    <a:pt x="171183" y="187401"/>
                  </a:lnTo>
                  <a:lnTo>
                    <a:pt x="171183" y="157873"/>
                  </a:lnTo>
                  <a:lnTo>
                    <a:pt x="29527" y="157873"/>
                  </a:lnTo>
                  <a:lnTo>
                    <a:pt x="29527" y="33578"/>
                  </a:lnTo>
                  <a:lnTo>
                    <a:pt x="33578" y="29527"/>
                  </a:lnTo>
                  <a:lnTo>
                    <a:pt x="787501" y="29527"/>
                  </a:lnTo>
                  <a:lnTo>
                    <a:pt x="791552" y="33578"/>
                  </a:lnTo>
                  <a:lnTo>
                    <a:pt x="791552" y="1866"/>
                  </a:lnTo>
                  <a:lnTo>
                    <a:pt x="782332" y="0"/>
                  </a:lnTo>
                  <a:lnTo>
                    <a:pt x="38760" y="0"/>
                  </a:lnTo>
                  <a:lnTo>
                    <a:pt x="23698" y="3048"/>
                  </a:lnTo>
                  <a:lnTo>
                    <a:pt x="11379" y="11366"/>
                  </a:lnTo>
                  <a:lnTo>
                    <a:pt x="3060" y="23685"/>
                  </a:lnTo>
                  <a:lnTo>
                    <a:pt x="12" y="38747"/>
                  </a:lnTo>
                  <a:lnTo>
                    <a:pt x="12" y="164477"/>
                  </a:lnTo>
                  <a:lnTo>
                    <a:pt x="0" y="180797"/>
                  </a:lnTo>
                  <a:lnTo>
                    <a:pt x="12" y="518274"/>
                  </a:lnTo>
                  <a:lnTo>
                    <a:pt x="3060" y="533336"/>
                  </a:lnTo>
                  <a:lnTo>
                    <a:pt x="11379" y="545655"/>
                  </a:lnTo>
                  <a:lnTo>
                    <a:pt x="23698" y="553974"/>
                  </a:lnTo>
                  <a:lnTo>
                    <a:pt x="38760" y="557022"/>
                  </a:lnTo>
                  <a:lnTo>
                    <a:pt x="782332" y="557022"/>
                  </a:lnTo>
                  <a:lnTo>
                    <a:pt x="797394" y="553974"/>
                  </a:lnTo>
                  <a:lnTo>
                    <a:pt x="809713" y="545655"/>
                  </a:lnTo>
                  <a:lnTo>
                    <a:pt x="818032" y="533336"/>
                  </a:lnTo>
                  <a:lnTo>
                    <a:pt x="819213" y="527494"/>
                  </a:lnTo>
                  <a:lnTo>
                    <a:pt x="821080" y="518274"/>
                  </a:lnTo>
                  <a:lnTo>
                    <a:pt x="821080" y="38747"/>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26" name="Google Shape;226;p5"/>
          <p:cNvGrpSpPr/>
          <p:nvPr/>
        </p:nvGrpSpPr>
        <p:grpSpPr>
          <a:xfrm>
            <a:off x="6862394" y="4221467"/>
            <a:ext cx="945515" cy="944880"/>
            <a:chOff x="6862394" y="4221467"/>
            <a:chExt cx="945515" cy="944880"/>
          </a:xfrm>
        </p:grpSpPr>
        <p:sp>
          <p:nvSpPr>
            <p:cNvPr id="227" name="Google Shape;227;p5"/>
            <p:cNvSpPr/>
            <p:nvPr/>
          </p:nvSpPr>
          <p:spPr>
            <a:xfrm>
              <a:off x="6862394" y="4221467"/>
              <a:ext cx="945515" cy="944880"/>
            </a:xfrm>
            <a:custGeom>
              <a:rect b="b" l="l" r="r" t="t"/>
              <a:pathLst>
                <a:path extrusionOk="0" h="944879" w="945515">
                  <a:moveTo>
                    <a:pt x="531545" y="233654"/>
                  </a:moveTo>
                  <a:lnTo>
                    <a:pt x="526973" y="229082"/>
                  </a:lnTo>
                  <a:lnTo>
                    <a:pt x="178346" y="229082"/>
                  </a:lnTo>
                  <a:lnTo>
                    <a:pt x="173774" y="233654"/>
                  </a:lnTo>
                  <a:lnTo>
                    <a:pt x="173774" y="244983"/>
                  </a:lnTo>
                  <a:lnTo>
                    <a:pt x="178346" y="249555"/>
                  </a:lnTo>
                  <a:lnTo>
                    <a:pt x="521309" y="249555"/>
                  </a:lnTo>
                  <a:lnTo>
                    <a:pt x="526973" y="249555"/>
                  </a:lnTo>
                  <a:lnTo>
                    <a:pt x="531545" y="244983"/>
                  </a:lnTo>
                  <a:lnTo>
                    <a:pt x="531545" y="233654"/>
                  </a:lnTo>
                  <a:close/>
                </a:path>
                <a:path extrusionOk="0" h="944879" w="945515">
                  <a:moveTo>
                    <a:pt x="531545" y="128917"/>
                  </a:moveTo>
                  <a:lnTo>
                    <a:pt x="526973" y="124345"/>
                  </a:lnTo>
                  <a:lnTo>
                    <a:pt x="178346" y="124345"/>
                  </a:lnTo>
                  <a:lnTo>
                    <a:pt x="173774" y="128917"/>
                  </a:lnTo>
                  <a:lnTo>
                    <a:pt x="173774" y="140246"/>
                  </a:lnTo>
                  <a:lnTo>
                    <a:pt x="178346" y="144818"/>
                  </a:lnTo>
                  <a:lnTo>
                    <a:pt x="521309" y="144818"/>
                  </a:lnTo>
                  <a:lnTo>
                    <a:pt x="526973" y="144818"/>
                  </a:lnTo>
                  <a:lnTo>
                    <a:pt x="531545" y="140246"/>
                  </a:lnTo>
                  <a:lnTo>
                    <a:pt x="531545" y="128917"/>
                  </a:lnTo>
                  <a:close/>
                </a:path>
                <a:path extrusionOk="0" h="944879" w="945515">
                  <a:moveTo>
                    <a:pt x="771296" y="349719"/>
                  </a:moveTo>
                  <a:lnTo>
                    <a:pt x="771080" y="338391"/>
                  </a:lnTo>
                  <a:lnTo>
                    <a:pt x="766508" y="333819"/>
                  </a:lnTo>
                  <a:lnTo>
                    <a:pt x="178130" y="333819"/>
                  </a:lnTo>
                  <a:lnTo>
                    <a:pt x="173545" y="338391"/>
                  </a:lnTo>
                  <a:lnTo>
                    <a:pt x="173545" y="349719"/>
                  </a:lnTo>
                  <a:lnTo>
                    <a:pt x="178130" y="354291"/>
                  </a:lnTo>
                  <a:lnTo>
                    <a:pt x="760844" y="354291"/>
                  </a:lnTo>
                  <a:lnTo>
                    <a:pt x="766724" y="354291"/>
                  </a:lnTo>
                  <a:lnTo>
                    <a:pt x="771296" y="349719"/>
                  </a:lnTo>
                  <a:close/>
                </a:path>
                <a:path extrusionOk="0" h="944879" w="945515">
                  <a:moveTo>
                    <a:pt x="945273" y="498881"/>
                  </a:moveTo>
                  <a:lnTo>
                    <a:pt x="939965" y="472630"/>
                  </a:lnTo>
                  <a:lnTo>
                    <a:pt x="925487" y="451167"/>
                  </a:lnTo>
                  <a:lnTo>
                    <a:pt x="924369" y="450418"/>
                  </a:lnTo>
                  <a:lnTo>
                    <a:pt x="924369" y="498881"/>
                  </a:lnTo>
                  <a:lnTo>
                    <a:pt x="924369" y="757643"/>
                  </a:lnTo>
                  <a:lnTo>
                    <a:pt x="924369" y="804125"/>
                  </a:lnTo>
                  <a:lnTo>
                    <a:pt x="921016" y="820889"/>
                  </a:lnTo>
                  <a:lnTo>
                    <a:pt x="911834" y="834529"/>
                  </a:lnTo>
                  <a:lnTo>
                    <a:pt x="898194" y="843711"/>
                  </a:lnTo>
                  <a:lnTo>
                    <a:pt x="881481" y="847077"/>
                  </a:lnTo>
                  <a:lnTo>
                    <a:pt x="852081" y="847077"/>
                  </a:lnTo>
                  <a:lnTo>
                    <a:pt x="852081" y="761288"/>
                  </a:lnTo>
                  <a:lnTo>
                    <a:pt x="881481" y="761288"/>
                  </a:lnTo>
                  <a:lnTo>
                    <a:pt x="898194" y="764654"/>
                  </a:lnTo>
                  <a:lnTo>
                    <a:pt x="911834" y="773836"/>
                  </a:lnTo>
                  <a:lnTo>
                    <a:pt x="921016" y="787463"/>
                  </a:lnTo>
                  <a:lnTo>
                    <a:pt x="924369" y="804125"/>
                  </a:lnTo>
                  <a:lnTo>
                    <a:pt x="924369" y="757643"/>
                  </a:lnTo>
                  <a:lnTo>
                    <a:pt x="906208" y="745388"/>
                  </a:lnTo>
                  <a:lnTo>
                    <a:pt x="881481" y="740384"/>
                  </a:lnTo>
                  <a:lnTo>
                    <a:pt x="847509" y="740384"/>
                  </a:lnTo>
                  <a:lnTo>
                    <a:pt x="836180" y="740384"/>
                  </a:lnTo>
                  <a:lnTo>
                    <a:pt x="831608" y="740384"/>
                  </a:lnTo>
                  <a:lnTo>
                    <a:pt x="831608" y="761288"/>
                  </a:lnTo>
                  <a:lnTo>
                    <a:pt x="831608" y="857097"/>
                  </a:lnTo>
                  <a:lnTo>
                    <a:pt x="826338" y="883196"/>
                  </a:lnTo>
                  <a:lnTo>
                    <a:pt x="811961" y="904519"/>
                  </a:lnTo>
                  <a:lnTo>
                    <a:pt x="790638" y="918895"/>
                  </a:lnTo>
                  <a:lnTo>
                    <a:pt x="764540" y="924166"/>
                  </a:lnTo>
                  <a:lnTo>
                    <a:pt x="180073" y="924166"/>
                  </a:lnTo>
                  <a:lnTo>
                    <a:pt x="153974" y="918895"/>
                  </a:lnTo>
                  <a:lnTo>
                    <a:pt x="132664" y="904519"/>
                  </a:lnTo>
                  <a:lnTo>
                    <a:pt x="118275" y="883196"/>
                  </a:lnTo>
                  <a:lnTo>
                    <a:pt x="113017" y="857161"/>
                  </a:lnTo>
                  <a:lnTo>
                    <a:pt x="113017" y="851649"/>
                  </a:lnTo>
                  <a:lnTo>
                    <a:pt x="113004" y="761288"/>
                  </a:lnTo>
                  <a:lnTo>
                    <a:pt x="831608" y="761288"/>
                  </a:lnTo>
                  <a:lnTo>
                    <a:pt x="831608" y="740384"/>
                  </a:lnTo>
                  <a:lnTo>
                    <a:pt x="108432" y="740384"/>
                  </a:lnTo>
                  <a:lnTo>
                    <a:pt x="97116" y="740384"/>
                  </a:lnTo>
                  <a:lnTo>
                    <a:pt x="92532" y="740384"/>
                  </a:lnTo>
                  <a:lnTo>
                    <a:pt x="92532" y="761288"/>
                  </a:lnTo>
                  <a:lnTo>
                    <a:pt x="92532" y="847077"/>
                  </a:lnTo>
                  <a:lnTo>
                    <a:pt x="63576" y="847077"/>
                  </a:lnTo>
                  <a:lnTo>
                    <a:pt x="46863" y="843711"/>
                  </a:lnTo>
                  <a:lnTo>
                    <a:pt x="33235" y="834529"/>
                  </a:lnTo>
                  <a:lnTo>
                    <a:pt x="24053" y="820889"/>
                  </a:lnTo>
                  <a:lnTo>
                    <a:pt x="20688" y="804176"/>
                  </a:lnTo>
                  <a:lnTo>
                    <a:pt x="24053" y="787463"/>
                  </a:lnTo>
                  <a:lnTo>
                    <a:pt x="33235" y="773836"/>
                  </a:lnTo>
                  <a:lnTo>
                    <a:pt x="46863" y="764654"/>
                  </a:lnTo>
                  <a:lnTo>
                    <a:pt x="63576" y="761288"/>
                  </a:lnTo>
                  <a:lnTo>
                    <a:pt x="92532" y="761288"/>
                  </a:lnTo>
                  <a:lnTo>
                    <a:pt x="92532" y="740384"/>
                  </a:lnTo>
                  <a:lnTo>
                    <a:pt x="63576" y="740384"/>
                  </a:lnTo>
                  <a:lnTo>
                    <a:pt x="38849" y="745388"/>
                  </a:lnTo>
                  <a:lnTo>
                    <a:pt x="20675" y="757656"/>
                  </a:lnTo>
                  <a:lnTo>
                    <a:pt x="20675" y="498881"/>
                  </a:lnTo>
                  <a:lnTo>
                    <a:pt x="24345" y="480644"/>
                  </a:lnTo>
                  <a:lnTo>
                    <a:pt x="34366" y="465759"/>
                  </a:lnTo>
                  <a:lnTo>
                    <a:pt x="49250" y="455752"/>
                  </a:lnTo>
                  <a:lnTo>
                    <a:pt x="67487" y="452069"/>
                  </a:lnTo>
                  <a:lnTo>
                    <a:pt x="877557" y="452069"/>
                  </a:lnTo>
                  <a:lnTo>
                    <a:pt x="895718" y="455752"/>
                  </a:lnTo>
                  <a:lnTo>
                    <a:pt x="910602" y="465759"/>
                  </a:lnTo>
                  <a:lnTo>
                    <a:pt x="920673" y="480644"/>
                  </a:lnTo>
                  <a:lnTo>
                    <a:pt x="924369" y="498881"/>
                  </a:lnTo>
                  <a:lnTo>
                    <a:pt x="924369" y="450418"/>
                  </a:lnTo>
                  <a:lnTo>
                    <a:pt x="904036" y="436702"/>
                  </a:lnTo>
                  <a:lnTo>
                    <a:pt x="877773" y="431380"/>
                  </a:lnTo>
                  <a:lnTo>
                    <a:pt x="852297" y="431380"/>
                  </a:lnTo>
                  <a:lnTo>
                    <a:pt x="852297" y="267411"/>
                  </a:lnTo>
                  <a:lnTo>
                    <a:pt x="852297" y="259143"/>
                  </a:lnTo>
                  <a:lnTo>
                    <a:pt x="852119" y="258749"/>
                  </a:lnTo>
                  <a:lnTo>
                    <a:pt x="852081" y="256082"/>
                  </a:lnTo>
                  <a:lnTo>
                    <a:pt x="847509" y="251510"/>
                  </a:lnTo>
                  <a:lnTo>
                    <a:pt x="846188" y="251510"/>
                  </a:lnTo>
                  <a:lnTo>
                    <a:pt x="831824" y="237147"/>
                  </a:lnTo>
                  <a:lnTo>
                    <a:pt x="831824" y="271983"/>
                  </a:lnTo>
                  <a:lnTo>
                    <a:pt x="831824" y="431380"/>
                  </a:lnTo>
                  <a:lnTo>
                    <a:pt x="113220" y="431380"/>
                  </a:lnTo>
                  <a:lnTo>
                    <a:pt x="113220" y="87757"/>
                  </a:lnTo>
                  <a:lnTo>
                    <a:pt x="118503" y="61658"/>
                  </a:lnTo>
                  <a:lnTo>
                    <a:pt x="132880" y="40347"/>
                  </a:lnTo>
                  <a:lnTo>
                    <a:pt x="154203" y="25958"/>
                  </a:lnTo>
                  <a:lnTo>
                    <a:pt x="180289" y="20688"/>
                  </a:lnTo>
                  <a:lnTo>
                    <a:pt x="580313" y="20688"/>
                  </a:lnTo>
                  <a:lnTo>
                    <a:pt x="580313" y="175514"/>
                  </a:lnTo>
                  <a:lnTo>
                    <a:pt x="587921" y="213004"/>
                  </a:lnTo>
                  <a:lnTo>
                    <a:pt x="608622" y="243674"/>
                  </a:lnTo>
                  <a:lnTo>
                    <a:pt x="639292" y="264375"/>
                  </a:lnTo>
                  <a:lnTo>
                    <a:pt x="676783" y="271983"/>
                  </a:lnTo>
                  <a:lnTo>
                    <a:pt x="831824" y="271983"/>
                  </a:lnTo>
                  <a:lnTo>
                    <a:pt x="831824" y="237147"/>
                  </a:lnTo>
                  <a:lnTo>
                    <a:pt x="817206" y="222529"/>
                  </a:lnTo>
                  <a:lnTo>
                    <a:pt x="817206" y="251510"/>
                  </a:lnTo>
                  <a:lnTo>
                    <a:pt x="676567" y="251510"/>
                  </a:lnTo>
                  <a:lnTo>
                    <a:pt x="647090" y="245516"/>
                  </a:lnTo>
                  <a:lnTo>
                    <a:pt x="622998" y="229184"/>
                  </a:lnTo>
                  <a:lnTo>
                    <a:pt x="606755" y="205028"/>
                  </a:lnTo>
                  <a:lnTo>
                    <a:pt x="600786" y="175514"/>
                  </a:lnTo>
                  <a:lnTo>
                    <a:pt x="600786" y="35267"/>
                  </a:lnTo>
                  <a:lnTo>
                    <a:pt x="817206" y="251510"/>
                  </a:lnTo>
                  <a:lnTo>
                    <a:pt x="817206" y="222529"/>
                  </a:lnTo>
                  <a:lnTo>
                    <a:pt x="615378" y="20688"/>
                  </a:lnTo>
                  <a:lnTo>
                    <a:pt x="600786" y="6096"/>
                  </a:lnTo>
                  <a:lnTo>
                    <a:pt x="600786" y="4572"/>
                  </a:lnTo>
                  <a:lnTo>
                    <a:pt x="596214" y="0"/>
                  </a:lnTo>
                  <a:lnTo>
                    <a:pt x="593382" y="0"/>
                  </a:lnTo>
                  <a:lnTo>
                    <a:pt x="584885" y="0"/>
                  </a:lnTo>
                  <a:lnTo>
                    <a:pt x="180517" y="0"/>
                  </a:lnTo>
                  <a:lnTo>
                    <a:pt x="146405" y="6908"/>
                  </a:lnTo>
                  <a:lnTo>
                    <a:pt x="118516" y="25755"/>
                  </a:lnTo>
                  <a:lnTo>
                    <a:pt x="99682" y="53657"/>
                  </a:lnTo>
                  <a:lnTo>
                    <a:pt x="92760" y="87757"/>
                  </a:lnTo>
                  <a:lnTo>
                    <a:pt x="92760" y="431380"/>
                  </a:lnTo>
                  <a:lnTo>
                    <a:pt x="67716" y="431380"/>
                  </a:lnTo>
                  <a:lnTo>
                    <a:pt x="41465" y="436702"/>
                  </a:lnTo>
                  <a:lnTo>
                    <a:pt x="20002" y="451167"/>
                  </a:lnTo>
                  <a:lnTo>
                    <a:pt x="5524" y="472630"/>
                  </a:lnTo>
                  <a:lnTo>
                    <a:pt x="203" y="498881"/>
                  </a:lnTo>
                  <a:lnTo>
                    <a:pt x="203" y="802957"/>
                  </a:lnTo>
                  <a:lnTo>
                    <a:pt x="0" y="803960"/>
                  </a:lnTo>
                  <a:lnTo>
                    <a:pt x="203" y="804976"/>
                  </a:lnTo>
                  <a:lnTo>
                    <a:pt x="203" y="809840"/>
                  </a:lnTo>
                  <a:lnTo>
                    <a:pt x="1435" y="811085"/>
                  </a:lnTo>
                  <a:lnTo>
                    <a:pt x="5003" y="828687"/>
                  </a:lnTo>
                  <a:lnTo>
                    <a:pt x="18643" y="848906"/>
                  </a:lnTo>
                  <a:lnTo>
                    <a:pt x="38849" y="862545"/>
                  </a:lnTo>
                  <a:lnTo>
                    <a:pt x="63576" y="867549"/>
                  </a:lnTo>
                  <a:lnTo>
                    <a:pt x="94653" y="867549"/>
                  </a:lnTo>
                  <a:lnTo>
                    <a:pt x="97828" y="883196"/>
                  </a:lnTo>
                  <a:lnTo>
                    <a:pt x="118148" y="918895"/>
                  </a:lnTo>
                  <a:lnTo>
                    <a:pt x="180289" y="944854"/>
                  </a:lnTo>
                  <a:lnTo>
                    <a:pt x="764540" y="944854"/>
                  </a:lnTo>
                  <a:lnTo>
                    <a:pt x="819137" y="924166"/>
                  </a:lnTo>
                  <a:lnTo>
                    <a:pt x="845299" y="891298"/>
                  </a:lnTo>
                  <a:lnTo>
                    <a:pt x="849998" y="867549"/>
                  </a:lnTo>
                  <a:lnTo>
                    <a:pt x="881481" y="867549"/>
                  </a:lnTo>
                  <a:lnTo>
                    <a:pt x="906081" y="862545"/>
                  </a:lnTo>
                  <a:lnTo>
                    <a:pt x="926249" y="848906"/>
                  </a:lnTo>
                  <a:lnTo>
                    <a:pt x="939939" y="828687"/>
                  </a:lnTo>
                  <a:lnTo>
                    <a:pt x="943622" y="810895"/>
                  </a:lnTo>
                  <a:lnTo>
                    <a:pt x="944841" y="809625"/>
                  </a:lnTo>
                  <a:lnTo>
                    <a:pt x="945273" y="803960"/>
                  </a:lnTo>
                  <a:lnTo>
                    <a:pt x="945273" y="498881"/>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28" name="Google Shape;228;p5"/>
            <p:cNvPicPr preferRelativeResize="0"/>
            <p:nvPr/>
          </p:nvPicPr>
          <p:blipFill rotWithShape="1">
            <a:blip r:embed="rId5">
              <a:alphaModFix/>
            </a:blip>
            <a:srcRect b="0" l="0" r="0" t="0"/>
            <a:stretch/>
          </p:blipFill>
          <p:spPr>
            <a:xfrm>
              <a:off x="7268952" y="4721434"/>
              <a:ext cx="133266" cy="192722"/>
            </a:xfrm>
            <a:prstGeom prst="rect">
              <a:avLst/>
            </a:prstGeom>
            <a:noFill/>
            <a:ln>
              <a:noFill/>
            </a:ln>
          </p:spPr>
        </p:pic>
        <p:pic>
          <p:nvPicPr>
            <p:cNvPr id="229" name="Google Shape;229;p5"/>
            <p:cNvPicPr preferRelativeResize="0"/>
            <p:nvPr/>
          </p:nvPicPr>
          <p:blipFill rotWithShape="1">
            <a:blip r:embed="rId6">
              <a:alphaModFix/>
            </a:blip>
            <a:srcRect b="0" l="0" r="0" t="0"/>
            <a:stretch/>
          </p:blipFill>
          <p:spPr>
            <a:xfrm>
              <a:off x="7100191" y="4721443"/>
              <a:ext cx="131952" cy="192709"/>
            </a:xfrm>
            <a:prstGeom prst="rect">
              <a:avLst/>
            </a:prstGeom>
            <a:noFill/>
            <a:ln>
              <a:noFill/>
            </a:ln>
          </p:spPr>
        </p:pic>
        <p:pic>
          <p:nvPicPr>
            <p:cNvPr id="230" name="Google Shape;230;p5"/>
            <p:cNvPicPr preferRelativeResize="0"/>
            <p:nvPr/>
          </p:nvPicPr>
          <p:blipFill rotWithShape="1">
            <a:blip r:embed="rId7">
              <a:alphaModFix/>
            </a:blip>
            <a:srcRect b="0" l="0" r="0" t="0"/>
            <a:stretch/>
          </p:blipFill>
          <p:spPr>
            <a:xfrm>
              <a:off x="7446853" y="4721443"/>
              <a:ext cx="131965" cy="192709"/>
            </a:xfrm>
            <a:prstGeom prst="rect">
              <a:avLst/>
            </a:prstGeom>
            <a:noFill/>
            <a:ln>
              <a:noFill/>
            </a:ln>
          </p:spPr>
        </p:pic>
      </p:grpSp>
      <p:grpSp>
        <p:nvGrpSpPr>
          <p:cNvPr id="231" name="Google Shape;231;p5"/>
          <p:cNvGrpSpPr/>
          <p:nvPr/>
        </p:nvGrpSpPr>
        <p:grpSpPr>
          <a:xfrm>
            <a:off x="922858" y="4221466"/>
            <a:ext cx="952650" cy="944869"/>
            <a:chOff x="922858" y="4221466"/>
            <a:chExt cx="952650" cy="944869"/>
          </a:xfrm>
        </p:grpSpPr>
        <p:pic>
          <p:nvPicPr>
            <p:cNvPr id="232" name="Google Shape;232;p5"/>
            <p:cNvPicPr preferRelativeResize="0"/>
            <p:nvPr/>
          </p:nvPicPr>
          <p:blipFill rotWithShape="1">
            <a:blip r:embed="rId8">
              <a:alphaModFix/>
            </a:blip>
            <a:srcRect b="0" l="0" r="0" t="0"/>
            <a:stretch/>
          </p:blipFill>
          <p:spPr>
            <a:xfrm>
              <a:off x="1563625" y="5062716"/>
              <a:ext cx="207327" cy="103543"/>
            </a:xfrm>
            <a:prstGeom prst="rect">
              <a:avLst/>
            </a:prstGeom>
            <a:noFill/>
            <a:ln>
              <a:noFill/>
            </a:ln>
          </p:spPr>
        </p:pic>
        <p:sp>
          <p:nvSpPr>
            <p:cNvPr id="233" name="Google Shape;233;p5"/>
            <p:cNvSpPr/>
            <p:nvPr/>
          </p:nvSpPr>
          <p:spPr>
            <a:xfrm>
              <a:off x="1527994" y="5136490"/>
              <a:ext cx="278765" cy="29845"/>
            </a:xfrm>
            <a:custGeom>
              <a:rect b="b" l="l" r="r" t="t"/>
              <a:pathLst>
                <a:path extrusionOk="0" h="29845" w="278764">
                  <a:moveTo>
                    <a:pt x="271932" y="0"/>
                  </a:moveTo>
                  <a:lnTo>
                    <a:pt x="6654" y="0"/>
                  </a:lnTo>
                  <a:lnTo>
                    <a:pt x="0" y="6667"/>
                  </a:lnTo>
                  <a:lnTo>
                    <a:pt x="0" y="23101"/>
                  </a:lnTo>
                  <a:lnTo>
                    <a:pt x="6654" y="29768"/>
                  </a:lnTo>
                  <a:lnTo>
                    <a:pt x="263702" y="29768"/>
                  </a:lnTo>
                  <a:lnTo>
                    <a:pt x="271932" y="29768"/>
                  </a:lnTo>
                  <a:lnTo>
                    <a:pt x="278587" y="23101"/>
                  </a:lnTo>
                  <a:lnTo>
                    <a:pt x="278587" y="6667"/>
                  </a:lnTo>
                  <a:lnTo>
                    <a:pt x="271932" y="0"/>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34" name="Google Shape;234;p5"/>
            <p:cNvPicPr preferRelativeResize="0"/>
            <p:nvPr/>
          </p:nvPicPr>
          <p:blipFill rotWithShape="1">
            <a:blip r:embed="rId9">
              <a:alphaModFix/>
            </a:blip>
            <a:srcRect b="0" l="0" r="0" t="0"/>
            <a:stretch/>
          </p:blipFill>
          <p:spPr>
            <a:xfrm>
              <a:off x="1611511" y="4940222"/>
              <a:ext cx="111544" cy="152222"/>
            </a:xfrm>
            <a:prstGeom prst="rect">
              <a:avLst/>
            </a:prstGeom>
            <a:noFill/>
            <a:ln>
              <a:noFill/>
            </a:ln>
          </p:spPr>
        </p:pic>
        <p:sp>
          <p:nvSpPr>
            <p:cNvPr id="235" name="Google Shape;235;p5"/>
            <p:cNvSpPr/>
            <p:nvPr/>
          </p:nvSpPr>
          <p:spPr>
            <a:xfrm>
              <a:off x="1511990" y="4728423"/>
              <a:ext cx="311150" cy="250190"/>
            </a:xfrm>
            <a:custGeom>
              <a:rect b="b" l="l" r="r" t="t"/>
              <a:pathLst>
                <a:path extrusionOk="0" h="250189" w="311150">
                  <a:moveTo>
                    <a:pt x="299669" y="0"/>
                  </a:moveTo>
                  <a:lnTo>
                    <a:pt x="10947" y="0"/>
                  </a:lnTo>
                  <a:lnTo>
                    <a:pt x="7124" y="1600"/>
                  </a:lnTo>
                  <a:lnTo>
                    <a:pt x="1524" y="7289"/>
                  </a:lnTo>
                  <a:lnTo>
                    <a:pt x="0" y="11137"/>
                  </a:lnTo>
                  <a:lnTo>
                    <a:pt x="50" y="15125"/>
                  </a:lnTo>
                  <a:lnTo>
                    <a:pt x="4648" y="72382"/>
                  </a:lnTo>
                  <a:lnTo>
                    <a:pt x="16044" y="123148"/>
                  </a:lnTo>
                  <a:lnTo>
                    <a:pt x="33679" y="166579"/>
                  </a:lnTo>
                  <a:lnTo>
                    <a:pt x="56995" y="201830"/>
                  </a:lnTo>
                  <a:lnTo>
                    <a:pt x="85432" y="228055"/>
                  </a:lnTo>
                  <a:lnTo>
                    <a:pt x="155435" y="250050"/>
                  </a:lnTo>
                  <a:lnTo>
                    <a:pt x="192371" y="244410"/>
                  </a:lnTo>
                  <a:lnTo>
                    <a:pt x="225312" y="228055"/>
                  </a:lnTo>
                  <a:lnTo>
                    <a:pt x="233728" y="220281"/>
                  </a:lnTo>
                  <a:lnTo>
                    <a:pt x="155435" y="220281"/>
                  </a:lnTo>
                  <a:lnTo>
                    <a:pt x="116541" y="211309"/>
                  </a:lnTo>
                  <a:lnTo>
                    <a:pt x="83348" y="185744"/>
                  </a:lnTo>
                  <a:lnTo>
                    <a:pt x="57094" y="145614"/>
                  </a:lnTo>
                  <a:lnTo>
                    <a:pt x="39016" y="92946"/>
                  </a:lnTo>
                  <a:lnTo>
                    <a:pt x="30353" y="29768"/>
                  </a:lnTo>
                  <a:lnTo>
                    <a:pt x="309378" y="29768"/>
                  </a:lnTo>
                  <a:lnTo>
                    <a:pt x="310553" y="15125"/>
                  </a:lnTo>
                  <a:lnTo>
                    <a:pt x="310603" y="11137"/>
                  </a:lnTo>
                  <a:lnTo>
                    <a:pt x="309079" y="7289"/>
                  </a:lnTo>
                  <a:lnTo>
                    <a:pt x="303491" y="1600"/>
                  </a:lnTo>
                  <a:lnTo>
                    <a:pt x="299669" y="0"/>
                  </a:lnTo>
                  <a:close/>
                </a:path>
                <a:path extrusionOk="0" h="250189" w="311150">
                  <a:moveTo>
                    <a:pt x="309378" y="29768"/>
                  </a:moveTo>
                  <a:lnTo>
                    <a:pt x="280263" y="29768"/>
                  </a:lnTo>
                  <a:lnTo>
                    <a:pt x="271613" y="92946"/>
                  </a:lnTo>
                  <a:lnTo>
                    <a:pt x="253571" y="145614"/>
                  </a:lnTo>
                  <a:lnTo>
                    <a:pt x="227371" y="185744"/>
                  </a:lnTo>
                  <a:lnTo>
                    <a:pt x="194248" y="211309"/>
                  </a:lnTo>
                  <a:lnTo>
                    <a:pt x="155435" y="220281"/>
                  </a:lnTo>
                  <a:lnTo>
                    <a:pt x="233728" y="220281"/>
                  </a:lnTo>
                  <a:lnTo>
                    <a:pt x="253700" y="201830"/>
                  </a:lnTo>
                  <a:lnTo>
                    <a:pt x="276976" y="166579"/>
                  </a:lnTo>
                  <a:lnTo>
                    <a:pt x="294583" y="123148"/>
                  </a:lnTo>
                  <a:lnTo>
                    <a:pt x="305961" y="72382"/>
                  </a:lnTo>
                  <a:lnTo>
                    <a:pt x="309378" y="29768"/>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36" name="Google Shape;236;p5"/>
            <p:cNvPicPr preferRelativeResize="0"/>
            <p:nvPr/>
          </p:nvPicPr>
          <p:blipFill rotWithShape="1">
            <a:blip r:embed="rId10">
              <a:alphaModFix/>
            </a:blip>
            <a:srcRect b="0" l="0" r="0" t="0"/>
            <a:stretch/>
          </p:blipFill>
          <p:spPr>
            <a:xfrm>
              <a:off x="1597522" y="4818637"/>
              <a:ext cx="78308" cy="87045"/>
            </a:xfrm>
            <a:prstGeom prst="rect">
              <a:avLst/>
            </a:prstGeom>
            <a:noFill/>
            <a:ln>
              <a:noFill/>
            </a:ln>
          </p:spPr>
        </p:pic>
        <p:sp>
          <p:nvSpPr>
            <p:cNvPr id="237" name="Google Shape;237;p5"/>
            <p:cNvSpPr/>
            <p:nvPr/>
          </p:nvSpPr>
          <p:spPr>
            <a:xfrm>
              <a:off x="1484055" y="4656844"/>
              <a:ext cx="367030" cy="101600"/>
            </a:xfrm>
            <a:custGeom>
              <a:rect b="b" l="l" r="r" t="t"/>
              <a:pathLst>
                <a:path extrusionOk="0" h="101600" w="367030">
                  <a:moveTo>
                    <a:pt x="324751" y="0"/>
                  </a:moveTo>
                  <a:lnTo>
                    <a:pt x="41732" y="0"/>
                  </a:lnTo>
                  <a:lnTo>
                    <a:pt x="25503" y="3284"/>
                  </a:lnTo>
                  <a:lnTo>
                    <a:pt x="12236" y="12234"/>
                  </a:lnTo>
                  <a:lnTo>
                    <a:pt x="3284" y="25497"/>
                  </a:lnTo>
                  <a:lnTo>
                    <a:pt x="0" y="41719"/>
                  </a:lnTo>
                  <a:lnTo>
                    <a:pt x="0" y="59613"/>
                  </a:lnTo>
                  <a:lnTo>
                    <a:pt x="3284" y="75842"/>
                  </a:lnTo>
                  <a:lnTo>
                    <a:pt x="12236" y="89109"/>
                  </a:lnTo>
                  <a:lnTo>
                    <a:pt x="25503" y="98061"/>
                  </a:lnTo>
                  <a:lnTo>
                    <a:pt x="41732" y="101346"/>
                  </a:lnTo>
                  <a:lnTo>
                    <a:pt x="324751" y="101346"/>
                  </a:lnTo>
                  <a:lnTo>
                    <a:pt x="340978" y="98061"/>
                  </a:lnTo>
                  <a:lnTo>
                    <a:pt x="354241" y="89109"/>
                  </a:lnTo>
                  <a:lnTo>
                    <a:pt x="363188" y="75842"/>
                  </a:lnTo>
                  <a:lnTo>
                    <a:pt x="364051" y="71577"/>
                  </a:lnTo>
                  <a:lnTo>
                    <a:pt x="35128" y="71577"/>
                  </a:lnTo>
                  <a:lnTo>
                    <a:pt x="29768" y="66205"/>
                  </a:lnTo>
                  <a:lnTo>
                    <a:pt x="29768" y="35128"/>
                  </a:lnTo>
                  <a:lnTo>
                    <a:pt x="35128" y="29768"/>
                  </a:lnTo>
                  <a:lnTo>
                    <a:pt x="364052" y="29768"/>
                  </a:lnTo>
                  <a:lnTo>
                    <a:pt x="363188" y="25497"/>
                  </a:lnTo>
                  <a:lnTo>
                    <a:pt x="354241" y="12234"/>
                  </a:lnTo>
                  <a:lnTo>
                    <a:pt x="340978" y="3284"/>
                  </a:lnTo>
                  <a:lnTo>
                    <a:pt x="324751" y="0"/>
                  </a:lnTo>
                  <a:close/>
                </a:path>
                <a:path extrusionOk="0" h="101600" w="367030">
                  <a:moveTo>
                    <a:pt x="364052" y="29768"/>
                  </a:moveTo>
                  <a:lnTo>
                    <a:pt x="331330" y="29768"/>
                  </a:lnTo>
                  <a:lnTo>
                    <a:pt x="336702" y="35128"/>
                  </a:lnTo>
                  <a:lnTo>
                    <a:pt x="336702" y="66205"/>
                  </a:lnTo>
                  <a:lnTo>
                    <a:pt x="331330" y="71577"/>
                  </a:lnTo>
                  <a:lnTo>
                    <a:pt x="364051" y="71577"/>
                  </a:lnTo>
                  <a:lnTo>
                    <a:pt x="366471" y="59613"/>
                  </a:lnTo>
                  <a:lnTo>
                    <a:pt x="366471" y="41719"/>
                  </a:lnTo>
                  <a:lnTo>
                    <a:pt x="364052" y="29768"/>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38" name="Google Shape;238;p5"/>
            <p:cNvPicPr preferRelativeResize="0"/>
            <p:nvPr/>
          </p:nvPicPr>
          <p:blipFill rotWithShape="1">
            <a:blip r:embed="rId11">
              <a:alphaModFix/>
            </a:blip>
            <a:srcRect b="0" l="0" r="0" t="0"/>
            <a:stretch/>
          </p:blipFill>
          <p:spPr>
            <a:xfrm>
              <a:off x="1729141" y="4778160"/>
              <a:ext cx="146367" cy="166662"/>
            </a:xfrm>
            <a:prstGeom prst="rect">
              <a:avLst/>
            </a:prstGeom>
            <a:noFill/>
            <a:ln>
              <a:noFill/>
            </a:ln>
          </p:spPr>
        </p:pic>
        <p:pic>
          <p:nvPicPr>
            <p:cNvPr id="239" name="Google Shape;239;p5"/>
            <p:cNvPicPr preferRelativeResize="0"/>
            <p:nvPr/>
          </p:nvPicPr>
          <p:blipFill rotWithShape="1">
            <a:blip r:embed="rId12">
              <a:alphaModFix/>
            </a:blip>
            <a:srcRect b="0" l="0" r="0" t="0"/>
            <a:stretch/>
          </p:blipFill>
          <p:spPr>
            <a:xfrm>
              <a:off x="1459050" y="4778160"/>
              <a:ext cx="146367" cy="166662"/>
            </a:xfrm>
            <a:prstGeom prst="rect">
              <a:avLst/>
            </a:prstGeom>
            <a:noFill/>
            <a:ln>
              <a:noFill/>
            </a:ln>
          </p:spPr>
        </p:pic>
        <p:pic>
          <p:nvPicPr>
            <p:cNvPr id="240" name="Google Shape;240;p5"/>
            <p:cNvPicPr preferRelativeResize="0"/>
            <p:nvPr/>
          </p:nvPicPr>
          <p:blipFill rotWithShape="1">
            <a:blip r:embed="rId13">
              <a:alphaModFix/>
            </a:blip>
            <a:srcRect b="0" l="0" r="0" t="0"/>
            <a:stretch/>
          </p:blipFill>
          <p:spPr>
            <a:xfrm>
              <a:off x="1007264" y="4849535"/>
              <a:ext cx="106591" cy="177939"/>
            </a:xfrm>
            <a:prstGeom prst="rect">
              <a:avLst/>
            </a:prstGeom>
            <a:noFill/>
            <a:ln>
              <a:noFill/>
            </a:ln>
          </p:spPr>
        </p:pic>
        <p:sp>
          <p:nvSpPr>
            <p:cNvPr id="241" name="Google Shape;241;p5"/>
            <p:cNvSpPr/>
            <p:nvPr/>
          </p:nvSpPr>
          <p:spPr>
            <a:xfrm>
              <a:off x="989723" y="4572875"/>
              <a:ext cx="416559" cy="454659"/>
            </a:xfrm>
            <a:custGeom>
              <a:rect b="b" l="l" r="r" t="t"/>
              <a:pathLst>
                <a:path extrusionOk="0" h="454660" w="416559">
                  <a:moveTo>
                    <a:pt x="270294" y="221945"/>
                  </a:moveTo>
                  <a:lnTo>
                    <a:pt x="268071" y="210896"/>
                  </a:lnTo>
                  <a:lnTo>
                    <a:pt x="262026" y="201866"/>
                  </a:lnTo>
                  <a:lnTo>
                    <a:pt x="253060" y="195783"/>
                  </a:lnTo>
                  <a:lnTo>
                    <a:pt x="242112" y="193548"/>
                  </a:lnTo>
                  <a:lnTo>
                    <a:pt x="240525" y="193548"/>
                  </a:lnTo>
                  <a:lnTo>
                    <a:pt x="240525" y="223316"/>
                  </a:lnTo>
                  <a:lnTo>
                    <a:pt x="240525" y="424840"/>
                  </a:lnTo>
                  <a:lnTo>
                    <a:pt x="193471" y="424840"/>
                  </a:lnTo>
                  <a:lnTo>
                    <a:pt x="193471" y="223316"/>
                  </a:lnTo>
                  <a:lnTo>
                    <a:pt x="240525" y="223316"/>
                  </a:lnTo>
                  <a:lnTo>
                    <a:pt x="240525" y="193548"/>
                  </a:lnTo>
                  <a:lnTo>
                    <a:pt x="191871" y="193548"/>
                  </a:lnTo>
                  <a:lnTo>
                    <a:pt x="180911" y="195783"/>
                  </a:lnTo>
                  <a:lnTo>
                    <a:pt x="171958" y="201866"/>
                  </a:lnTo>
                  <a:lnTo>
                    <a:pt x="165912" y="210896"/>
                  </a:lnTo>
                  <a:lnTo>
                    <a:pt x="163703" y="221945"/>
                  </a:lnTo>
                  <a:lnTo>
                    <a:pt x="163703" y="447941"/>
                  </a:lnTo>
                  <a:lnTo>
                    <a:pt x="170357" y="454609"/>
                  </a:lnTo>
                  <a:lnTo>
                    <a:pt x="263639" y="454609"/>
                  </a:lnTo>
                  <a:lnTo>
                    <a:pt x="270294" y="447941"/>
                  </a:lnTo>
                  <a:lnTo>
                    <a:pt x="270294" y="424840"/>
                  </a:lnTo>
                  <a:lnTo>
                    <a:pt x="270294" y="223316"/>
                  </a:lnTo>
                  <a:lnTo>
                    <a:pt x="270294" y="221945"/>
                  </a:lnTo>
                  <a:close/>
                </a:path>
                <a:path extrusionOk="0" h="454660" w="416559">
                  <a:moveTo>
                    <a:pt x="295973" y="13906"/>
                  </a:moveTo>
                  <a:lnTo>
                    <a:pt x="285724" y="1054"/>
                  </a:lnTo>
                  <a:lnTo>
                    <a:pt x="276352" y="0"/>
                  </a:lnTo>
                  <a:lnTo>
                    <a:pt x="229984" y="36195"/>
                  </a:lnTo>
                  <a:lnTo>
                    <a:pt x="188277" y="67106"/>
                  </a:lnTo>
                  <a:lnTo>
                    <a:pt x="145097" y="97663"/>
                  </a:lnTo>
                  <a:lnTo>
                    <a:pt x="100698" y="127673"/>
                  </a:lnTo>
                  <a:lnTo>
                    <a:pt x="55346" y="156959"/>
                  </a:lnTo>
                  <a:lnTo>
                    <a:pt x="2260" y="189547"/>
                  </a:lnTo>
                  <a:lnTo>
                    <a:pt x="0" y="198704"/>
                  </a:lnTo>
                  <a:lnTo>
                    <a:pt x="7035" y="210388"/>
                  </a:lnTo>
                  <a:lnTo>
                    <a:pt x="11963" y="212953"/>
                  </a:lnTo>
                  <a:lnTo>
                    <a:pt x="17005" y="212953"/>
                  </a:lnTo>
                  <a:lnTo>
                    <a:pt x="19621" y="212953"/>
                  </a:lnTo>
                  <a:lnTo>
                    <a:pt x="71247" y="182118"/>
                  </a:lnTo>
                  <a:lnTo>
                    <a:pt x="117144" y="152488"/>
                  </a:lnTo>
                  <a:lnTo>
                    <a:pt x="162090" y="122097"/>
                  </a:lnTo>
                  <a:lnTo>
                    <a:pt x="205816" y="91173"/>
                  </a:lnTo>
                  <a:lnTo>
                    <a:pt x="248043" y="59867"/>
                  </a:lnTo>
                  <a:lnTo>
                    <a:pt x="294919" y="23266"/>
                  </a:lnTo>
                  <a:lnTo>
                    <a:pt x="295973" y="13906"/>
                  </a:lnTo>
                  <a:close/>
                </a:path>
                <a:path extrusionOk="0" h="454660" w="416559">
                  <a:moveTo>
                    <a:pt x="416433" y="126530"/>
                  </a:moveTo>
                  <a:lnTo>
                    <a:pt x="414223" y="115481"/>
                  </a:lnTo>
                  <a:lnTo>
                    <a:pt x="408178" y="106438"/>
                  </a:lnTo>
                  <a:lnTo>
                    <a:pt x="399224" y="100355"/>
                  </a:lnTo>
                  <a:lnTo>
                    <a:pt x="388264" y="98120"/>
                  </a:lnTo>
                  <a:lnTo>
                    <a:pt x="386664" y="98120"/>
                  </a:lnTo>
                  <a:lnTo>
                    <a:pt x="386664" y="127889"/>
                  </a:lnTo>
                  <a:lnTo>
                    <a:pt x="386664" y="424840"/>
                  </a:lnTo>
                  <a:lnTo>
                    <a:pt x="339623" y="424840"/>
                  </a:lnTo>
                  <a:lnTo>
                    <a:pt x="339623" y="127889"/>
                  </a:lnTo>
                  <a:lnTo>
                    <a:pt x="386664" y="127889"/>
                  </a:lnTo>
                  <a:lnTo>
                    <a:pt x="386664" y="98120"/>
                  </a:lnTo>
                  <a:lnTo>
                    <a:pt x="338023" y="98120"/>
                  </a:lnTo>
                  <a:lnTo>
                    <a:pt x="327063" y="100355"/>
                  </a:lnTo>
                  <a:lnTo>
                    <a:pt x="318109" y="106438"/>
                  </a:lnTo>
                  <a:lnTo>
                    <a:pt x="312077" y="115481"/>
                  </a:lnTo>
                  <a:lnTo>
                    <a:pt x="309854" y="126530"/>
                  </a:lnTo>
                  <a:lnTo>
                    <a:pt x="309854" y="447941"/>
                  </a:lnTo>
                  <a:lnTo>
                    <a:pt x="316509" y="454609"/>
                  </a:lnTo>
                  <a:lnTo>
                    <a:pt x="409778" y="454609"/>
                  </a:lnTo>
                  <a:lnTo>
                    <a:pt x="416433" y="447941"/>
                  </a:lnTo>
                  <a:lnTo>
                    <a:pt x="416433" y="424840"/>
                  </a:lnTo>
                  <a:lnTo>
                    <a:pt x="416433" y="127889"/>
                  </a:lnTo>
                  <a:lnTo>
                    <a:pt x="416433" y="126530"/>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42" name="Google Shape;242;p5"/>
            <p:cNvPicPr preferRelativeResize="0"/>
            <p:nvPr/>
          </p:nvPicPr>
          <p:blipFill rotWithShape="1">
            <a:blip r:embed="rId14">
              <a:alphaModFix/>
            </a:blip>
            <a:srcRect b="0" l="0" r="0" t="0"/>
            <a:stretch/>
          </p:blipFill>
          <p:spPr>
            <a:xfrm>
              <a:off x="1208351" y="4551476"/>
              <a:ext cx="94856" cy="102793"/>
            </a:xfrm>
            <a:prstGeom prst="rect">
              <a:avLst/>
            </a:prstGeom>
            <a:noFill/>
            <a:ln>
              <a:noFill/>
            </a:ln>
          </p:spPr>
        </p:pic>
        <p:sp>
          <p:nvSpPr>
            <p:cNvPr id="243" name="Google Shape;243;p5"/>
            <p:cNvSpPr/>
            <p:nvPr/>
          </p:nvSpPr>
          <p:spPr>
            <a:xfrm>
              <a:off x="922858" y="4221466"/>
              <a:ext cx="829944" cy="806450"/>
            </a:xfrm>
            <a:custGeom>
              <a:rect b="b" l="l" r="r" t="t"/>
              <a:pathLst>
                <a:path extrusionOk="0" h="806450" w="829944">
                  <a:moveTo>
                    <a:pt x="150977" y="75412"/>
                  </a:moveTo>
                  <a:lnTo>
                    <a:pt x="144322" y="68745"/>
                  </a:lnTo>
                  <a:lnTo>
                    <a:pt x="119951" y="68745"/>
                  </a:lnTo>
                  <a:lnTo>
                    <a:pt x="113296" y="75412"/>
                  </a:lnTo>
                  <a:lnTo>
                    <a:pt x="113296" y="91846"/>
                  </a:lnTo>
                  <a:lnTo>
                    <a:pt x="119951" y="98513"/>
                  </a:lnTo>
                  <a:lnTo>
                    <a:pt x="136093" y="98513"/>
                  </a:lnTo>
                  <a:lnTo>
                    <a:pt x="144322" y="98513"/>
                  </a:lnTo>
                  <a:lnTo>
                    <a:pt x="150977" y="91846"/>
                  </a:lnTo>
                  <a:lnTo>
                    <a:pt x="150977" y="75412"/>
                  </a:lnTo>
                  <a:close/>
                </a:path>
                <a:path extrusionOk="0" h="806450" w="829944">
                  <a:moveTo>
                    <a:pt x="229209" y="75412"/>
                  </a:moveTo>
                  <a:lnTo>
                    <a:pt x="222554" y="68745"/>
                  </a:lnTo>
                  <a:lnTo>
                    <a:pt x="198196" y="68745"/>
                  </a:lnTo>
                  <a:lnTo>
                    <a:pt x="191528" y="75412"/>
                  </a:lnTo>
                  <a:lnTo>
                    <a:pt x="191528" y="91846"/>
                  </a:lnTo>
                  <a:lnTo>
                    <a:pt x="198196" y="98513"/>
                  </a:lnTo>
                  <a:lnTo>
                    <a:pt x="214325" y="98513"/>
                  </a:lnTo>
                  <a:lnTo>
                    <a:pt x="222554" y="98513"/>
                  </a:lnTo>
                  <a:lnTo>
                    <a:pt x="229209" y="91846"/>
                  </a:lnTo>
                  <a:lnTo>
                    <a:pt x="229209" y="75412"/>
                  </a:lnTo>
                  <a:close/>
                </a:path>
                <a:path extrusionOk="0" h="806450" w="829944">
                  <a:moveTo>
                    <a:pt x="307441" y="75412"/>
                  </a:moveTo>
                  <a:lnTo>
                    <a:pt x="300786" y="68745"/>
                  </a:lnTo>
                  <a:lnTo>
                    <a:pt x="276415" y="68745"/>
                  </a:lnTo>
                  <a:lnTo>
                    <a:pt x="269760" y="75412"/>
                  </a:lnTo>
                  <a:lnTo>
                    <a:pt x="269760" y="91846"/>
                  </a:lnTo>
                  <a:lnTo>
                    <a:pt x="276415" y="98513"/>
                  </a:lnTo>
                  <a:lnTo>
                    <a:pt x="292557" y="98513"/>
                  </a:lnTo>
                  <a:lnTo>
                    <a:pt x="300786" y="98513"/>
                  </a:lnTo>
                  <a:lnTo>
                    <a:pt x="307441" y="91846"/>
                  </a:lnTo>
                  <a:lnTo>
                    <a:pt x="307441" y="75412"/>
                  </a:lnTo>
                  <a:close/>
                </a:path>
                <a:path extrusionOk="0" h="806450" w="829944">
                  <a:moveTo>
                    <a:pt x="716648" y="75412"/>
                  </a:moveTo>
                  <a:lnTo>
                    <a:pt x="709993" y="68745"/>
                  </a:lnTo>
                  <a:lnTo>
                    <a:pt x="463753" y="68745"/>
                  </a:lnTo>
                  <a:lnTo>
                    <a:pt x="457085" y="75412"/>
                  </a:lnTo>
                  <a:lnTo>
                    <a:pt x="457085" y="91846"/>
                  </a:lnTo>
                  <a:lnTo>
                    <a:pt x="463753" y="98513"/>
                  </a:lnTo>
                  <a:lnTo>
                    <a:pt x="701763" y="98513"/>
                  </a:lnTo>
                  <a:lnTo>
                    <a:pt x="709993" y="98513"/>
                  </a:lnTo>
                  <a:lnTo>
                    <a:pt x="716648" y="91846"/>
                  </a:lnTo>
                  <a:lnTo>
                    <a:pt x="716648" y="75412"/>
                  </a:lnTo>
                  <a:close/>
                </a:path>
                <a:path extrusionOk="0" h="806450" w="829944">
                  <a:moveTo>
                    <a:pt x="759294" y="207962"/>
                  </a:moveTo>
                  <a:lnTo>
                    <a:pt x="752640" y="201295"/>
                  </a:lnTo>
                  <a:lnTo>
                    <a:pt x="82397" y="201295"/>
                  </a:lnTo>
                  <a:lnTo>
                    <a:pt x="75742" y="207962"/>
                  </a:lnTo>
                  <a:lnTo>
                    <a:pt x="75742" y="224396"/>
                  </a:lnTo>
                  <a:lnTo>
                    <a:pt x="82397" y="231063"/>
                  </a:lnTo>
                  <a:lnTo>
                    <a:pt x="744410" y="231063"/>
                  </a:lnTo>
                  <a:lnTo>
                    <a:pt x="752640" y="231063"/>
                  </a:lnTo>
                  <a:lnTo>
                    <a:pt x="759294" y="224396"/>
                  </a:lnTo>
                  <a:lnTo>
                    <a:pt x="759294" y="207962"/>
                  </a:lnTo>
                  <a:close/>
                </a:path>
                <a:path extrusionOk="0" h="806450" w="829944">
                  <a:moveTo>
                    <a:pt x="759320" y="343154"/>
                  </a:moveTo>
                  <a:lnTo>
                    <a:pt x="752665" y="336486"/>
                  </a:lnTo>
                  <a:lnTo>
                    <a:pt x="426402" y="336486"/>
                  </a:lnTo>
                  <a:lnTo>
                    <a:pt x="419735" y="343154"/>
                  </a:lnTo>
                  <a:lnTo>
                    <a:pt x="419735" y="359587"/>
                  </a:lnTo>
                  <a:lnTo>
                    <a:pt x="426402" y="366255"/>
                  </a:lnTo>
                  <a:lnTo>
                    <a:pt x="744435" y="366255"/>
                  </a:lnTo>
                  <a:lnTo>
                    <a:pt x="752665" y="366255"/>
                  </a:lnTo>
                  <a:lnTo>
                    <a:pt x="759320" y="359587"/>
                  </a:lnTo>
                  <a:lnTo>
                    <a:pt x="759320" y="343154"/>
                  </a:lnTo>
                  <a:close/>
                </a:path>
                <a:path extrusionOk="0" h="806450" w="829944">
                  <a:moveTo>
                    <a:pt x="759320" y="275399"/>
                  </a:moveTo>
                  <a:lnTo>
                    <a:pt x="752665" y="268732"/>
                  </a:lnTo>
                  <a:lnTo>
                    <a:pt x="82410" y="268732"/>
                  </a:lnTo>
                  <a:lnTo>
                    <a:pt x="75755" y="275399"/>
                  </a:lnTo>
                  <a:lnTo>
                    <a:pt x="75755" y="291833"/>
                  </a:lnTo>
                  <a:lnTo>
                    <a:pt x="82410" y="298500"/>
                  </a:lnTo>
                  <a:lnTo>
                    <a:pt x="744435" y="298500"/>
                  </a:lnTo>
                  <a:lnTo>
                    <a:pt x="752665" y="298500"/>
                  </a:lnTo>
                  <a:lnTo>
                    <a:pt x="759320" y="291833"/>
                  </a:lnTo>
                  <a:lnTo>
                    <a:pt x="759320" y="275399"/>
                  </a:lnTo>
                  <a:close/>
                </a:path>
                <a:path extrusionOk="0" h="806450" w="829944">
                  <a:moveTo>
                    <a:pt x="829945" y="74904"/>
                  </a:moveTo>
                  <a:lnTo>
                    <a:pt x="824039" y="45770"/>
                  </a:lnTo>
                  <a:lnTo>
                    <a:pt x="807974" y="21958"/>
                  </a:lnTo>
                  <a:lnTo>
                    <a:pt x="800176" y="16700"/>
                  </a:lnTo>
                  <a:lnTo>
                    <a:pt x="800176" y="74904"/>
                  </a:lnTo>
                  <a:lnTo>
                    <a:pt x="800176" y="132003"/>
                  </a:lnTo>
                  <a:lnTo>
                    <a:pt x="29768" y="132003"/>
                  </a:lnTo>
                  <a:lnTo>
                    <a:pt x="29768" y="74904"/>
                  </a:lnTo>
                  <a:lnTo>
                    <a:pt x="33312" y="57353"/>
                  </a:lnTo>
                  <a:lnTo>
                    <a:pt x="43002" y="43002"/>
                  </a:lnTo>
                  <a:lnTo>
                    <a:pt x="57340" y="33312"/>
                  </a:lnTo>
                  <a:lnTo>
                    <a:pt x="74891" y="29768"/>
                  </a:lnTo>
                  <a:lnTo>
                    <a:pt x="755040" y="29768"/>
                  </a:lnTo>
                  <a:lnTo>
                    <a:pt x="772591" y="33312"/>
                  </a:lnTo>
                  <a:lnTo>
                    <a:pt x="786942" y="43002"/>
                  </a:lnTo>
                  <a:lnTo>
                    <a:pt x="796620" y="57353"/>
                  </a:lnTo>
                  <a:lnTo>
                    <a:pt x="800176" y="74904"/>
                  </a:lnTo>
                  <a:lnTo>
                    <a:pt x="800176" y="16700"/>
                  </a:lnTo>
                  <a:lnTo>
                    <a:pt x="784161" y="5892"/>
                  </a:lnTo>
                  <a:lnTo>
                    <a:pt x="755040" y="0"/>
                  </a:lnTo>
                  <a:lnTo>
                    <a:pt x="74891" y="0"/>
                  </a:lnTo>
                  <a:lnTo>
                    <a:pt x="45758" y="5892"/>
                  </a:lnTo>
                  <a:lnTo>
                    <a:pt x="21958" y="21958"/>
                  </a:lnTo>
                  <a:lnTo>
                    <a:pt x="5892" y="45770"/>
                  </a:lnTo>
                  <a:lnTo>
                    <a:pt x="0" y="74904"/>
                  </a:lnTo>
                  <a:lnTo>
                    <a:pt x="0" y="138671"/>
                  </a:lnTo>
                  <a:lnTo>
                    <a:pt x="0" y="155105"/>
                  </a:lnTo>
                  <a:lnTo>
                    <a:pt x="0" y="731126"/>
                  </a:lnTo>
                  <a:lnTo>
                    <a:pt x="5892" y="760247"/>
                  </a:lnTo>
                  <a:lnTo>
                    <a:pt x="21958" y="784047"/>
                  </a:lnTo>
                  <a:lnTo>
                    <a:pt x="45758" y="800112"/>
                  </a:lnTo>
                  <a:lnTo>
                    <a:pt x="74891" y="806018"/>
                  </a:lnTo>
                  <a:lnTo>
                    <a:pt x="691464" y="806018"/>
                  </a:lnTo>
                  <a:lnTo>
                    <a:pt x="699693" y="806018"/>
                  </a:lnTo>
                  <a:lnTo>
                    <a:pt x="706348" y="799350"/>
                  </a:lnTo>
                  <a:lnTo>
                    <a:pt x="706348" y="782916"/>
                  </a:lnTo>
                  <a:lnTo>
                    <a:pt x="699693" y="776249"/>
                  </a:lnTo>
                  <a:lnTo>
                    <a:pt x="74891" y="776249"/>
                  </a:lnTo>
                  <a:lnTo>
                    <a:pt x="57340" y="772693"/>
                  </a:lnTo>
                  <a:lnTo>
                    <a:pt x="43002" y="763016"/>
                  </a:lnTo>
                  <a:lnTo>
                    <a:pt x="33312" y="748665"/>
                  </a:lnTo>
                  <a:lnTo>
                    <a:pt x="29768" y="731126"/>
                  </a:lnTo>
                  <a:lnTo>
                    <a:pt x="29768" y="161772"/>
                  </a:lnTo>
                  <a:lnTo>
                    <a:pt x="800176" y="161772"/>
                  </a:lnTo>
                  <a:lnTo>
                    <a:pt x="800176" y="454075"/>
                  </a:lnTo>
                  <a:lnTo>
                    <a:pt x="806831" y="460743"/>
                  </a:lnTo>
                  <a:lnTo>
                    <a:pt x="823290" y="460743"/>
                  </a:lnTo>
                  <a:lnTo>
                    <a:pt x="829945" y="454075"/>
                  </a:lnTo>
                  <a:lnTo>
                    <a:pt x="829945" y="155105"/>
                  </a:lnTo>
                  <a:lnTo>
                    <a:pt x="829945" y="138671"/>
                  </a:lnTo>
                  <a:lnTo>
                    <a:pt x="829945" y="74904"/>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44" name="Google Shape;244;p5"/>
          <p:cNvSpPr txBox="1"/>
          <p:nvPr/>
        </p:nvSpPr>
        <p:spPr>
          <a:xfrm>
            <a:off x="910183" y="1761127"/>
            <a:ext cx="6201410" cy="7861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5000"/>
              <a:buFont typeface="Arial"/>
              <a:buNone/>
            </a:pPr>
            <a:r>
              <a:rPr b="0" i="0" lang="es-GT" sz="5000" u="none" cap="none" strike="noStrike">
                <a:solidFill>
                  <a:srgbClr val="000000"/>
                </a:solidFill>
                <a:latin typeface="Montserrat Medium"/>
                <a:ea typeface="Montserrat Medium"/>
                <a:cs typeface="Montserrat Medium"/>
                <a:sym typeface="Montserrat Medium"/>
              </a:rPr>
              <a:t>¿Qué es BigQuery?</a:t>
            </a:r>
            <a:endParaRPr b="0" i="0" sz="5000" u="none" cap="none" strike="noStrike">
              <a:solidFill>
                <a:srgbClr val="000000"/>
              </a:solidFill>
              <a:latin typeface="Montserrat Medium"/>
              <a:ea typeface="Montserrat Medium"/>
              <a:cs typeface="Montserrat Medium"/>
              <a:sym typeface="Montserrat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6"/>
          <p:cNvSpPr/>
          <p:nvPr/>
        </p:nvSpPr>
        <p:spPr>
          <a:xfrm>
            <a:off x="9934612" y="6301459"/>
            <a:ext cx="7767320" cy="1606550"/>
          </a:xfrm>
          <a:custGeom>
            <a:rect b="b" l="l" r="r" t="t"/>
            <a:pathLst>
              <a:path extrusionOk="0" h="1606550" w="7767319">
                <a:moveTo>
                  <a:pt x="7583030" y="76"/>
                </a:moveTo>
                <a:lnTo>
                  <a:pt x="190500" y="0"/>
                </a:lnTo>
                <a:lnTo>
                  <a:pt x="138188" y="7302"/>
                </a:lnTo>
                <a:lnTo>
                  <a:pt x="87261" y="30378"/>
                </a:lnTo>
                <a:lnTo>
                  <a:pt x="45224" y="67233"/>
                </a:lnTo>
                <a:lnTo>
                  <a:pt x="15697" y="114719"/>
                </a:lnTo>
                <a:lnTo>
                  <a:pt x="1219" y="168719"/>
                </a:lnTo>
                <a:lnTo>
                  <a:pt x="0" y="1416024"/>
                </a:lnTo>
                <a:lnTo>
                  <a:pt x="609" y="1431594"/>
                </a:lnTo>
                <a:lnTo>
                  <a:pt x="13309" y="1486052"/>
                </a:lnTo>
                <a:lnTo>
                  <a:pt x="35636" y="1527009"/>
                </a:lnTo>
                <a:lnTo>
                  <a:pt x="74510" y="1567180"/>
                </a:lnTo>
                <a:lnTo>
                  <a:pt x="120484" y="1593227"/>
                </a:lnTo>
                <a:lnTo>
                  <a:pt x="168719" y="1605305"/>
                </a:lnTo>
                <a:lnTo>
                  <a:pt x="7576794" y="1606524"/>
                </a:lnTo>
                <a:lnTo>
                  <a:pt x="7592364" y="1605915"/>
                </a:lnTo>
                <a:lnTo>
                  <a:pt x="7646809" y="1593227"/>
                </a:lnTo>
                <a:lnTo>
                  <a:pt x="7695247" y="1565262"/>
                </a:lnTo>
                <a:lnTo>
                  <a:pt x="7727950" y="1532013"/>
                </a:lnTo>
                <a:lnTo>
                  <a:pt x="7753997" y="1486052"/>
                </a:lnTo>
                <a:lnTo>
                  <a:pt x="7766075" y="1437805"/>
                </a:lnTo>
                <a:lnTo>
                  <a:pt x="7767294" y="190500"/>
                </a:lnTo>
                <a:lnTo>
                  <a:pt x="7766684" y="174929"/>
                </a:lnTo>
                <a:lnTo>
                  <a:pt x="7753997" y="120484"/>
                </a:lnTo>
                <a:lnTo>
                  <a:pt x="7726032" y="72059"/>
                </a:lnTo>
                <a:lnTo>
                  <a:pt x="7692783" y="39344"/>
                </a:lnTo>
                <a:lnTo>
                  <a:pt x="7652575" y="15697"/>
                </a:lnTo>
                <a:lnTo>
                  <a:pt x="7598575" y="1219"/>
                </a:lnTo>
                <a:lnTo>
                  <a:pt x="7583030"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1" name="Google Shape;251;p6"/>
          <p:cNvSpPr/>
          <p:nvPr/>
        </p:nvSpPr>
        <p:spPr>
          <a:xfrm>
            <a:off x="1362372" y="6301459"/>
            <a:ext cx="7767320" cy="1606550"/>
          </a:xfrm>
          <a:custGeom>
            <a:rect b="b" l="l" r="r" t="t"/>
            <a:pathLst>
              <a:path extrusionOk="0" h="1606550" w="7767320">
                <a:moveTo>
                  <a:pt x="7583030" y="76"/>
                </a:moveTo>
                <a:lnTo>
                  <a:pt x="190500" y="0"/>
                </a:lnTo>
                <a:lnTo>
                  <a:pt x="138188" y="7302"/>
                </a:lnTo>
                <a:lnTo>
                  <a:pt x="87261" y="30378"/>
                </a:lnTo>
                <a:lnTo>
                  <a:pt x="45224" y="67233"/>
                </a:lnTo>
                <a:lnTo>
                  <a:pt x="15697" y="114719"/>
                </a:lnTo>
                <a:lnTo>
                  <a:pt x="1219" y="168719"/>
                </a:lnTo>
                <a:lnTo>
                  <a:pt x="0" y="1416024"/>
                </a:lnTo>
                <a:lnTo>
                  <a:pt x="609" y="1431594"/>
                </a:lnTo>
                <a:lnTo>
                  <a:pt x="13309" y="1486052"/>
                </a:lnTo>
                <a:lnTo>
                  <a:pt x="35636" y="1527009"/>
                </a:lnTo>
                <a:lnTo>
                  <a:pt x="74510" y="1567180"/>
                </a:lnTo>
                <a:lnTo>
                  <a:pt x="123380" y="1594345"/>
                </a:lnTo>
                <a:lnTo>
                  <a:pt x="168719" y="1605305"/>
                </a:lnTo>
                <a:lnTo>
                  <a:pt x="7576794" y="1606524"/>
                </a:lnTo>
                <a:lnTo>
                  <a:pt x="7592364" y="1605915"/>
                </a:lnTo>
                <a:lnTo>
                  <a:pt x="7646809" y="1593227"/>
                </a:lnTo>
                <a:lnTo>
                  <a:pt x="7692783" y="1567180"/>
                </a:lnTo>
                <a:lnTo>
                  <a:pt x="7727950" y="1532013"/>
                </a:lnTo>
                <a:lnTo>
                  <a:pt x="7755115" y="1483144"/>
                </a:lnTo>
                <a:lnTo>
                  <a:pt x="7766075" y="1437805"/>
                </a:lnTo>
                <a:lnTo>
                  <a:pt x="7767294" y="190500"/>
                </a:lnTo>
                <a:lnTo>
                  <a:pt x="7766684" y="174929"/>
                </a:lnTo>
                <a:lnTo>
                  <a:pt x="7753984" y="120484"/>
                </a:lnTo>
                <a:lnTo>
                  <a:pt x="7726032" y="72059"/>
                </a:lnTo>
                <a:lnTo>
                  <a:pt x="7692783" y="39344"/>
                </a:lnTo>
                <a:lnTo>
                  <a:pt x="7652575" y="15697"/>
                </a:lnTo>
                <a:lnTo>
                  <a:pt x="7598575" y="1219"/>
                </a:lnTo>
                <a:lnTo>
                  <a:pt x="7583030"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2" name="Google Shape;252;p6"/>
          <p:cNvSpPr/>
          <p:nvPr/>
        </p:nvSpPr>
        <p:spPr>
          <a:xfrm>
            <a:off x="9934612" y="3874253"/>
            <a:ext cx="7767320" cy="1606550"/>
          </a:xfrm>
          <a:custGeom>
            <a:rect b="b" l="l" r="r" t="t"/>
            <a:pathLst>
              <a:path extrusionOk="0" h="1606550" w="7767319">
                <a:moveTo>
                  <a:pt x="7583030" y="76"/>
                </a:moveTo>
                <a:lnTo>
                  <a:pt x="190500" y="0"/>
                </a:lnTo>
                <a:lnTo>
                  <a:pt x="138188" y="7302"/>
                </a:lnTo>
                <a:lnTo>
                  <a:pt x="87261" y="30378"/>
                </a:lnTo>
                <a:lnTo>
                  <a:pt x="45224" y="67233"/>
                </a:lnTo>
                <a:lnTo>
                  <a:pt x="15697" y="114719"/>
                </a:lnTo>
                <a:lnTo>
                  <a:pt x="1219" y="168719"/>
                </a:lnTo>
                <a:lnTo>
                  <a:pt x="0" y="1416024"/>
                </a:lnTo>
                <a:lnTo>
                  <a:pt x="609" y="1431594"/>
                </a:lnTo>
                <a:lnTo>
                  <a:pt x="13309" y="1486052"/>
                </a:lnTo>
                <a:lnTo>
                  <a:pt x="35636" y="1527009"/>
                </a:lnTo>
                <a:lnTo>
                  <a:pt x="74510" y="1567180"/>
                </a:lnTo>
                <a:lnTo>
                  <a:pt x="120484" y="1593227"/>
                </a:lnTo>
                <a:lnTo>
                  <a:pt x="168719" y="1605305"/>
                </a:lnTo>
                <a:lnTo>
                  <a:pt x="7576794" y="1606524"/>
                </a:lnTo>
                <a:lnTo>
                  <a:pt x="7592364" y="1605915"/>
                </a:lnTo>
                <a:lnTo>
                  <a:pt x="7646809" y="1593227"/>
                </a:lnTo>
                <a:lnTo>
                  <a:pt x="7695247" y="1565262"/>
                </a:lnTo>
                <a:lnTo>
                  <a:pt x="7727950" y="1532013"/>
                </a:lnTo>
                <a:lnTo>
                  <a:pt x="7753997" y="1486052"/>
                </a:lnTo>
                <a:lnTo>
                  <a:pt x="7766075" y="1437805"/>
                </a:lnTo>
                <a:lnTo>
                  <a:pt x="7767294" y="190500"/>
                </a:lnTo>
                <a:lnTo>
                  <a:pt x="7766684" y="174929"/>
                </a:lnTo>
                <a:lnTo>
                  <a:pt x="7753997" y="120484"/>
                </a:lnTo>
                <a:lnTo>
                  <a:pt x="7726032" y="72059"/>
                </a:lnTo>
                <a:lnTo>
                  <a:pt x="7692783" y="39344"/>
                </a:lnTo>
                <a:lnTo>
                  <a:pt x="7652575" y="15697"/>
                </a:lnTo>
                <a:lnTo>
                  <a:pt x="7598575" y="1219"/>
                </a:lnTo>
                <a:lnTo>
                  <a:pt x="7583030"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3" name="Google Shape;253;p6"/>
          <p:cNvSpPr/>
          <p:nvPr/>
        </p:nvSpPr>
        <p:spPr>
          <a:xfrm>
            <a:off x="1362372" y="3874253"/>
            <a:ext cx="7767320" cy="1606550"/>
          </a:xfrm>
          <a:custGeom>
            <a:rect b="b" l="l" r="r" t="t"/>
            <a:pathLst>
              <a:path extrusionOk="0" h="1606550" w="7767320">
                <a:moveTo>
                  <a:pt x="7583030" y="76"/>
                </a:moveTo>
                <a:lnTo>
                  <a:pt x="190500" y="0"/>
                </a:lnTo>
                <a:lnTo>
                  <a:pt x="138188" y="7302"/>
                </a:lnTo>
                <a:lnTo>
                  <a:pt x="87261" y="30378"/>
                </a:lnTo>
                <a:lnTo>
                  <a:pt x="45224" y="67233"/>
                </a:lnTo>
                <a:lnTo>
                  <a:pt x="15697" y="114719"/>
                </a:lnTo>
                <a:lnTo>
                  <a:pt x="1219" y="168719"/>
                </a:lnTo>
                <a:lnTo>
                  <a:pt x="0" y="1416024"/>
                </a:lnTo>
                <a:lnTo>
                  <a:pt x="609" y="1431594"/>
                </a:lnTo>
                <a:lnTo>
                  <a:pt x="13309" y="1486052"/>
                </a:lnTo>
                <a:lnTo>
                  <a:pt x="35636" y="1527009"/>
                </a:lnTo>
                <a:lnTo>
                  <a:pt x="74510" y="1567180"/>
                </a:lnTo>
                <a:lnTo>
                  <a:pt x="123380" y="1594345"/>
                </a:lnTo>
                <a:lnTo>
                  <a:pt x="168719" y="1605305"/>
                </a:lnTo>
                <a:lnTo>
                  <a:pt x="7576794" y="1606524"/>
                </a:lnTo>
                <a:lnTo>
                  <a:pt x="7592364" y="1605915"/>
                </a:lnTo>
                <a:lnTo>
                  <a:pt x="7646809" y="1593227"/>
                </a:lnTo>
                <a:lnTo>
                  <a:pt x="7692783" y="1567180"/>
                </a:lnTo>
                <a:lnTo>
                  <a:pt x="7727950" y="1532013"/>
                </a:lnTo>
                <a:lnTo>
                  <a:pt x="7755115" y="1483144"/>
                </a:lnTo>
                <a:lnTo>
                  <a:pt x="7766075" y="1437805"/>
                </a:lnTo>
                <a:lnTo>
                  <a:pt x="7767294" y="190500"/>
                </a:lnTo>
                <a:lnTo>
                  <a:pt x="7766684" y="174929"/>
                </a:lnTo>
                <a:lnTo>
                  <a:pt x="7753984" y="120484"/>
                </a:lnTo>
                <a:lnTo>
                  <a:pt x="7726032" y="72059"/>
                </a:lnTo>
                <a:lnTo>
                  <a:pt x="7692783" y="39344"/>
                </a:lnTo>
                <a:lnTo>
                  <a:pt x="7652575" y="15697"/>
                </a:lnTo>
                <a:lnTo>
                  <a:pt x="7598575" y="1219"/>
                </a:lnTo>
                <a:lnTo>
                  <a:pt x="7583030"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4" name="Google Shape;254;p6"/>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5" name="Google Shape;255;p6"/>
          <p:cNvSpPr txBox="1"/>
          <p:nvPr/>
        </p:nvSpPr>
        <p:spPr>
          <a:xfrm>
            <a:off x="9617075" y="333678"/>
            <a:ext cx="503682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Introducción a BigQuery y su Arquitectura</a:t>
            </a:r>
            <a:endParaRPr b="0" i="0" sz="2000" u="none" cap="none" strike="noStrike">
              <a:solidFill>
                <a:srgbClr val="000000"/>
              </a:solidFill>
              <a:latin typeface="Lora"/>
              <a:ea typeface="Lora"/>
              <a:cs typeface="Lora"/>
              <a:sym typeface="Lora"/>
            </a:endParaRPr>
          </a:p>
        </p:txBody>
      </p:sp>
      <p:sp>
        <p:nvSpPr>
          <p:cNvPr id="256" name="Google Shape;256;p6"/>
          <p:cNvSpPr txBox="1"/>
          <p:nvPr/>
        </p:nvSpPr>
        <p:spPr>
          <a:xfrm>
            <a:off x="16141363"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descr="$PPTXTitle" id="257" name="Google Shape;257;p6"/>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s-GT"/>
              <a:t>06.</a:t>
            </a:r>
            <a:endParaRPr/>
          </a:p>
        </p:txBody>
      </p:sp>
      <p:sp>
        <p:nvSpPr>
          <p:cNvPr id="258" name="Google Shape;258;p6"/>
          <p:cNvSpPr txBox="1"/>
          <p:nvPr/>
        </p:nvSpPr>
        <p:spPr>
          <a:xfrm>
            <a:off x="905494" y="1771163"/>
            <a:ext cx="15393035" cy="706120"/>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4450"/>
              <a:buFont typeface="Arial"/>
              <a:buNone/>
            </a:pPr>
            <a:r>
              <a:rPr b="0" i="0" lang="es-GT" sz="4450" u="none" cap="none" strike="noStrike">
                <a:solidFill>
                  <a:srgbClr val="000000"/>
                </a:solidFill>
                <a:latin typeface="Montserrat Medium"/>
                <a:ea typeface="Montserrat Medium"/>
                <a:cs typeface="Montserrat Medium"/>
                <a:sym typeface="Montserrat Medium"/>
              </a:rPr>
              <a:t>Arquitectura: Separando almacenamiento y cómputo</a:t>
            </a:r>
            <a:endParaRPr b="0" i="0" sz="4450" u="none" cap="none" strike="noStrike">
              <a:solidFill>
                <a:srgbClr val="000000"/>
              </a:solidFill>
              <a:latin typeface="Montserrat Medium"/>
              <a:ea typeface="Montserrat Medium"/>
              <a:cs typeface="Montserrat Medium"/>
              <a:sym typeface="Montserrat Medium"/>
            </a:endParaRPr>
          </a:p>
        </p:txBody>
      </p:sp>
      <p:grpSp>
        <p:nvGrpSpPr>
          <p:cNvPr id="259" name="Google Shape;259;p6"/>
          <p:cNvGrpSpPr/>
          <p:nvPr/>
        </p:nvGrpSpPr>
        <p:grpSpPr>
          <a:xfrm>
            <a:off x="9499959" y="6120434"/>
            <a:ext cx="1113790" cy="1040765"/>
            <a:chOff x="9499959" y="6120434"/>
            <a:chExt cx="1113790" cy="1040765"/>
          </a:xfrm>
        </p:grpSpPr>
        <p:sp>
          <p:nvSpPr>
            <p:cNvPr id="260" name="Google Shape;260;p6"/>
            <p:cNvSpPr/>
            <p:nvPr/>
          </p:nvSpPr>
          <p:spPr>
            <a:xfrm>
              <a:off x="9499959" y="6120434"/>
              <a:ext cx="1113790" cy="1040765"/>
            </a:xfrm>
            <a:custGeom>
              <a:rect b="b" l="l" r="r" t="t"/>
              <a:pathLst>
                <a:path extrusionOk="0" h="1040765" w="1113790">
                  <a:moveTo>
                    <a:pt x="95872" y="0"/>
                  </a:moveTo>
                  <a:lnTo>
                    <a:pt x="52057" y="10579"/>
                  </a:lnTo>
                  <a:lnTo>
                    <a:pt x="17030" y="41300"/>
                  </a:lnTo>
                  <a:lnTo>
                    <a:pt x="304" y="88036"/>
                  </a:lnTo>
                  <a:lnTo>
                    <a:pt x="0" y="944714"/>
                  </a:lnTo>
                  <a:lnTo>
                    <a:pt x="1269" y="960323"/>
                  </a:lnTo>
                  <a:lnTo>
                    <a:pt x="19799" y="1003071"/>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1" name="Google Shape;261;p6"/>
            <p:cNvSpPr/>
            <p:nvPr/>
          </p:nvSpPr>
          <p:spPr>
            <a:xfrm>
              <a:off x="10226231" y="6398831"/>
              <a:ext cx="169545" cy="48895"/>
            </a:xfrm>
            <a:custGeom>
              <a:rect b="b" l="l" r="r" t="t"/>
              <a:pathLst>
                <a:path extrusionOk="0" h="48895" w="169545">
                  <a:moveTo>
                    <a:pt x="108851" y="0"/>
                  </a:moveTo>
                  <a:lnTo>
                    <a:pt x="60477" y="0"/>
                  </a:lnTo>
                  <a:lnTo>
                    <a:pt x="60477" y="12090"/>
                  </a:lnTo>
                  <a:lnTo>
                    <a:pt x="108851" y="12090"/>
                  </a:lnTo>
                  <a:lnTo>
                    <a:pt x="108851" y="0"/>
                  </a:lnTo>
                  <a:close/>
                </a:path>
                <a:path extrusionOk="0" h="48895" w="169545">
                  <a:moveTo>
                    <a:pt x="169329" y="24180"/>
                  </a:moveTo>
                  <a:lnTo>
                    <a:pt x="0" y="24180"/>
                  </a:lnTo>
                  <a:lnTo>
                    <a:pt x="0" y="48374"/>
                  </a:lnTo>
                  <a:lnTo>
                    <a:pt x="169329" y="48374"/>
                  </a:lnTo>
                  <a:lnTo>
                    <a:pt x="169329" y="24180"/>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62" name="Google Shape;262;p6"/>
            <p:cNvPicPr preferRelativeResize="0"/>
            <p:nvPr/>
          </p:nvPicPr>
          <p:blipFill rotWithShape="1">
            <a:blip r:embed="rId3">
              <a:alphaModFix/>
            </a:blip>
            <a:srcRect b="0" l="0" r="0" t="0"/>
            <a:stretch/>
          </p:blipFill>
          <p:spPr>
            <a:xfrm>
              <a:off x="10262519" y="6580254"/>
              <a:ext cx="72567" cy="96761"/>
            </a:xfrm>
            <a:prstGeom prst="rect">
              <a:avLst/>
            </a:prstGeom>
            <a:noFill/>
            <a:ln>
              <a:noFill/>
            </a:ln>
          </p:spPr>
        </p:pic>
        <p:sp>
          <p:nvSpPr>
            <p:cNvPr id="263" name="Google Shape;263;p6"/>
            <p:cNvSpPr/>
            <p:nvPr/>
          </p:nvSpPr>
          <p:spPr>
            <a:xfrm>
              <a:off x="9694037" y="6277863"/>
              <a:ext cx="725805" cy="725805"/>
            </a:xfrm>
            <a:custGeom>
              <a:rect b="b" l="l" r="r" t="t"/>
              <a:pathLst>
                <a:path extrusionOk="0" h="725804" w="725804">
                  <a:moveTo>
                    <a:pt x="24180" y="653161"/>
                  </a:moveTo>
                  <a:lnTo>
                    <a:pt x="0" y="653161"/>
                  </a:lnTo>
                  <a:lnTo>
                    <a:pt x="0" y="725728"/>
                  </a:lnTo>
                  <a:lnTo>
                    <a:pt x="24180" y="725728"/>
                  </a:lnTo>
                  <a:lnTo>
                    <a:pt x="24180" y="653161"/>
                  </a:lnTo>
                  <a:close/>
                </a:path>
                <a:path extrusionOk="0" h="725804" w="725804">
                  <a:moveTo>
                    <a:pt x="72580" y="616864"/>
                  </a:moveTo>
                  <a:lnTo>
                    <a:pt x="48387" y="616864"/>
                  </a:lnTo>
                  <a:lnTo>
                    <a:pt x="48387" y="725728"/>
                  </a:lnTo>
                  <a:lnTo>
                    <a:pt x="72580" y="725728"/>
                  </a:lnTo>
                  <a:lnTo>
                    <a:pt x="72580" y="616864"/>
                  </a:lnTo>
                  <a:close/>
                </a:path>
                <a:path extrusionOk="0" h="725804" w="725804">
                  <a:moveTo>
                    <a:pt x="120954" y="580580"/>
                  </a:moveTo>
                  <a:lnTo>
                    <a:pt x="96761" y="580580"/>
                  </a:lnTo>
                  <a:lnTo>
                    <a:pt x="96761" y="725728"/>
                  </a:lnTo>
                  <a:lnTo>
                    <a:pt x="120954" y="725728"/>
                  </a:lnTo>
                  <a:lnTo>
                    <a:pt x="120954" y="580580"/>
                  </a:lnTo>
                  <a:close/>
                </a:path>
                <a:path extrusionOk="0" h="725804" w="725804">
                  <a:moveTo>
                    <a:pt x="169329" y="145148"/>
                  </a:moveTo>
                  <a:lnTo>
                    <a:pt x="72567" y="145148"/>
                  </a:lnTo>
                  <a:lnTo>
                    <a:pt x="72567" y="205625"/>
                  </a:lnTo>
                  <a:lnTo>
                    <a:pt x="169329" y="205625"/>
                  </a:lnTo>
                  <a:lnTo>
                    <a:pt x="169329" y="145148"/>
                  </a:lnTo>
                  <a:close/>
                </a:path>
                <a:path extrusionOk="0" h="725804" w="725804">
                  <a:moveTo>
                    <a:pt x="169341" y="544296"/>
                  </a:moveTo>
                  <a:lnTo>
                    <a:pt x="145148" y="544296"/>
                  </a:lnTo>
                  <a:lnTo>
                    <a:pt x="145148" y="725728"/>
                  </a:lnTo>
                  <a:lnTo>
                    <a:pt x="169341" y="725728"/>
                  </a:lnTo>
                  <a:lnTo>
                    <a:pt x="169341" y="544296"/>
                  </a:lnTo>
                  <a:close/>
                </a:path>
                <a:path extrusionOk="0" h="725804" w="725804">
                  <a:moveTo>
                    <a:pt x="193509" y="125793"/>
                  </a:moveTo>
                  <a:lnTo>
                    <a:pt x="188671" y="120954"/>
                  </a:lnTo>
                  <a:lnTo>
                    <a:pt x="53213" y="120954"/>
                  </a:lnTo>
                  <a:lnTo>
                    <a:pt x="48374" y="125793"/>
                  </a:lnTo>
                  <a:lnTo>
                    <a:pt x="48374" y="205625"/>
                  </a:lnTo>
                  <a:lnTo>
                    <a:pt x="60464" y="205625"/>
                  </a:lnTo>
                  <a:lnTo>
                    <a:pt x="60464" y="145148"/>
                  </a:lnTo>
                  <a:lnTo>
                    <a:pt x="60464" y="137896"/>
                  </a:lnTo>
                  <a:lnTo>
                    <a:pt x="65303" y="133057"/>
                  </a:lnTo>
                  <a:lnTo>
                    <a:pt x="176580" y="133057"/>
                  </a:lnTo>
                  <a:lnTo>
                    <a:pt x="181419" y="137896"/>
                  </a:lnTo>
                  <a:lnTo>
                    <a:pt x="181419" y="205625"/>
                  </a:lnTo>
                  <a:lnTo>
                    <a:pt x="193509" y="205625"/>
                  </a:lnTo>
                  <a:lnTo>
                    <a:pt x="193509" y="125793"/>
                  </a:lnTo>
                  <a:close/>
                </a:path>
                <a:path extrusionOk="0" h="725804" w="725804">
                  <a:moveTo>
                    <a:pt x="206819" y="217716"/>
                  </a:moveTo>
                  <a:lnTo>
                    <a:pt x="35064" y="217716"/>
                  </a:lnTo>
                  <a:lnTo>
                    <a:pt x="42316" y="229819"/>
                  </a:lnTo>
                  <a:lnTo>
                    <a:pt x="199567" y="229819"/>
                  </a:lnTo>
                  <a:lnTo>
                    <a:pt x="206819" y="217716"/>
                  </a:lnTo>
                  <a:close/>
                </a:path>
                <a:path extrusionOk="0" h="725804" w="725804">
                  <a:moveTo>
                    <a:pt x="495909" y="60477"/>
                  </a:moveTo>
                  <a:lnTo>
                    <a:pt x="396722" y="60477"/>
                  </a:lnTo>
                  <a:lnTo>
                    <a:pt x="393153" y="53505"/>
                  </a:lnTo>
                  <a:lnTo>
                    <a:pt x="388099" y="47332"/>
                  </a:lnTo>
                  <a:lnTo>
                    <a:pt x="381927" y="42291"/>
                  </a:lnTo>
                  <a:lnTo>
                    <a:pt x="374954" y="38709"/>
                  </a:lnTo>
                  <a:lnTo>
                    <a:pt x="374954" y="65316"/>
                  </a:lnTo>
                  <a:lnTo>
                    <a:pt x="374954" y="79832"/>
                  </a:lnTo>
                  <a:lnTo>
                    <a:pt x="370116" y="84670"/>
                  </a:lnTo>
                  <a:lnTo>
                    <a:pt x="355600" y="84670"/>
                  </a:lnTo>
                  <a:lnTo>
                    <a:pt x="350761" y="79832"/>
                  </a:lnTo>
                  <a:lnTo>
                    <a:pt x="350761" y="65316"/>
                  </a:lnTo>
                  <a:lnTo>
                    <a:pt x="355600" y="60477"/>
                  </a:lnTo>
                  <a:lnTo>
                    <a:pt x="370116" y="60477"/>
                  </a:lnTo>
                  <a:lnTo>
                    <a:pt x="374954" y="65316"/>
                  </a:lnTo>
                  <a:lnTo>
                    <a:pt x="374954" y="38709"/>
                  </a:lnTo>
                  <a:lnTo>
                    <a:pt x="374954" y="0"/>
                  </a:lnTo>
                  <a:lnTo>
                    <a:pt x="350761" y="0"/>
                  </a:lnTo>
                  <a:lnTo>
                    <a:pt x="350761" y="38709"/>
                  </a:lnTo>
                  <a:lnTo>
                    <a:pt x="340855" y="43840"/>
                  </a:lnTo>
                  <a:lnTo>
                    <a:pt x="333209" y="51562"/>
                  </a:lnTo>
                  <a:lnTo>
                    <a:pt x="328307" y="61341"/>
                  </a:lnTo>
                  <a:lnTo>
                    <a:pt x="326567" y="72580"/>
                  </a:lnTo>
                  <a:lnTo>
                    <a:pt x="328307" y="83820"/>
                  </a:lnTo>
                  <a:lnTo>
                    <a:pt x="333209" y="93599"/>
                  </a:lnTo>
                  <a:lnTo>
                    <a:pt x="340855" y="101320"/>
                  </a:lnTo>
                  <a:lnTo>
                    <a:pt x="350761" y="106438"/>
                  </a:lnTo>
                  <a:lnTo>
                    <a:pt x="350761" y="171754"/>
                  </a:lnTo>
                  <a:lnTo>
                    <a:pt x="343789" y="175336"/>
                  </a:lnTo>
                  <a:lnTo>
                    <a:pt x="337604" y="180378"/>
                  </a:lnTo>
                  <a:lnTo>
                    <a:pt x="332562" y="186563"/>
                  </a:lnTo>
                  <a:lnTo>
                    <a:pt x="328993" y="193535"/>
                  </a:lnTo>
                  <a:lnTo>
                    <a:pt x="266090" y="193535"/>
                  </a:lnTo>
                  <a:lnTo>
                    <a:pt x="266090" y="217716"/>
                  </a:lnTo>
                  <a:lnTo>
                    <a:pt x="328993" y="217716"/>
                  </a:lnTo>
                  <a:lnTo>
                    <a:pt x="332562" y="224688"/>
                  </a:lnTo>
                  <a:lnTo>
                    <a:pt x="337604" y="230873"/>
                  </a:lnTo>
                  <a:lnTo>
                    <a:pt x="343789" y="235927"/>
                  </a:lnTo>
                  <a:lnTo>
                    <a:pt x="350761" y="239496"/>
                  </a:lnTo>
                  <a:lnTo>
                    <a:pt x="350761" y="292709"/>
                  </a:lnTo>
                  <a:lnTo>
                    <a:pt x="340855" y="297840"/>
                  </a:lnTo>
                  <a:lnTo>
                    <a:pt x="333209" y="305562"/>
                  </a:lnTo>
                  <a:lnTo>
                    <a:pt x="328307" y="315341"/>
                  </a:lnTo>
                  <a:lnTo>
                    <a:pt x="326567" y="326580"/>
                  </a:lnTo>
                  <a:lnTo>
                    <a:pt x="328307" y="337832"/>
                  </a:lnTo>
                  <a:lnTo>
                    <a:pt x="333209" y="347599"/>
                  </a:lnTo>
                  <a:lnTo>
                    <a:pt x="340855" y="355333"/>
                  </a:lnTo>
                  <a:lnTo>
                    <a:pt x="350761" y="360451"/>
                  </a:lnTo>
                  <a:lnTo>
                    <a:pt x="350761" y="459625"/>
                  </a:lnTo>
                  <a:lnTo>
                    <a:pt x="374954" y="459625"/>
                  </a:lnTo>
                  <a:lnTo>
                    <a:pt x="374954" y="360451"/>
                  </a:lnTo>
                  <a:lnTo>
                    <a:pt x="381927" y="356882"/>
                  </a:lnTo>
                  <a:lnTo>
                    <a:pt x="388099" y="351828"/>
                  </a:lnTo>
                  <a:lnTo>
                    <a:pt x="393153" y="345643"/>
                  </a:lnTo>
                  <a:lnTo>
                    <a:pt x="396722" y="338670"/>
                  </a:lnTo>
                  <a:lnTo>
                    <a:pt x="495909" y="338670"/>
                  </a:lnTo>
                  <a:lnTo>
                    <a:pt x="495909" y="314490"/>
                  </a:lnTo>
                  <a:lnTo>
                    <a:pt x="396722" y="314490"/>
                  </a:lnTo>
                  <a:lnTo>
                    <a:pt x="393153" y="307517"/>
                  </a:lnTo>
                  <a:lnTo>
                    <a:pt x="388099" y="301332"/>
                  </a:lnTo>
                  <a:lnTo>
                    <a:pt x="381927" y="296291"/>
                  </a:lnTo>
                  <a:lnTo>
                    <a:pt x="374954" y="292709"/>
                  </a:lnTo>
                  <a:lnTo>
                    <a:pt x="374954" y="319316"/>
                  </a:lnTo>
                  <a:lnTo>
                    <a:pt x="374954" y="333832"/>
                  </a:lnTo>
                  <a:lnTo>
                    <a:pt x="370116" y="338670"/>
                  </a:lnTo>
                  <a:lnTo>
                    <a:pt x="355600" y="338670"/>
                  </a:lnTo>
                  <a:lnTo>
                    <a:pt x="350761" y="333832"/>
                  </a:lnTo>
                  <a:lnTo>
                    <a:pt x="350761" y="319316"/>
                  </a:lnTo>
                  <a:lnTo>
                    <a:pt x="355600" y="314490"/>
                  </a:lnTo>
                  <a:lnTo>
                    <a:pt x="370116" y="314490"/>
                  </a:lnTo>
                  <a:lnTo>
                    <a:pt x="374954" y="319316"/>
                  </a:lnTo>
                  <a:lnTo>
                    <a:pt x="374954" y="292709"/>
                  </a:lnTo>
                  <a:lnTo>
                    <a:pt x="374954" y="239496"/>
                  </a:lnTo>
                  <a:lnTo>
                    <a:pt x="384848" y="234378"/>
                  </a:lnTo>
                  <a:lnTo>
                    <a:pt x="392493" y="226644"/>
                  </a:lnTo>
                  <a:lnTo>
                    <a:pt x="397408" y="216877"/>
                  </a:lnTo>
                  <a:lnTo>
                    <a:pt x="399148" y="205625"/>
                  </a:lnTo>
                  <a:lnTo>
                    <a:pt x="397408" y="194386"/>
                  </a:lnTo>
                  <a:lnTo>
                    <a:pt x="392493" y="184607"/>
                  </a:lnTo>
                  <a:lnTo>
                    <a:pt x="384848" y="176885"/>
                  </a:lnTo>
                  <a:lnTo>
                    <a:pt x="374954" y="171754"/>
                  </a:lnTo>
                  <a:lnTo>
                    <a:pt x="374954" y="198374"/>
                  </a:lnTo>
                  <a:lnTo>
                    <a:pt x="374954" y="212877"/>
                  </a:lnTo>
                  <a:lnTo>
                    <a:pt x="370116" y="217716"/>
                  </a:lnTo>
                  <a:lnTo>
                    <a:pt x="355600" y="217716"/>
                  </a:lnTo>
                  <a:lnTo>
                    <a:pt x="350761" y="212877"/>
                  </a:lnTo>
                  <a:lnTo>
                    <a:pt x="350761" y="198374"/>
                  </a:lnTo>
                  <a:lnTo>
                    <a:pt x="355600" y="193535"/>
                  </a:lnTo>
                  <a:lnTo>
                    <a:pt x="370116" y="193535"/>
                  </a:lnTo>
                  <a:lnTo>
                    <a:pt x="374954" y="198374"/>
                  </a:lnTo>
                  <a:lnTo>
                    <a:pt x="374954" y="171754"/>
                  </a:lnTo>
                  <a:lnTo>
                    <a:pt x="374954" y="106438"/>
                  </a:lnTo>
                  <a:lnTo>
                    <a:pt x="381927" y="102870"/>
                  </a:lnTo>
                  <a:lnTo>
                    <a:pt x="388099" y="97828"/>
                  </a:lnTo>
                  <a:lnTo>
                    <a:pt x="393153" y="91643"/>
                  </a:lnTo>
                  <a:lnTo>
                    <a:pt x="396722" y="84670"/>
                  </a:lnTo>
                  <a:lnTo>
                    <a:pt x="495909" y="84670"/>
                  </a:lnTo>
                  <a:lnTo>
                    <a:pt x="495909" y="60477"/>
                  </a:lnTo>
                  <a:close/>
                </a:path>
                <a:path extrusionOk="0" h="725804" w="725804">
                  <a:moveTo>
                    <a:pt x="508000" y="641096"/>
                  </a:moveTo>
                  <a:lnTo>
                    <a:pt x="217716" y="641096"/>
                  </a:lnTo>
                  <a:lnTo>
                    <a:pt x="217716" y="665226"/>
                  </a:lnTo>
                  <a:lnTo>
                    <a:pt x="217716" y="689356"/>
                  </a:lnTo>
                  <a:lnTo>
                    <a:pt x="217716" y="702056"/>
                  </a:lnTo>
                  <a:lnTo>
                    <a:pt x="508000" y="702056"/>
                  </a:lnTo>
                  <a:lnTo>
                    <a:pt x="508000" y="689444"/>
                  </a:lnTo>
                  <a:lnTo>
                    <a:pt x="508000" y="665251"/>
                  </a:lnTo>
                  <a:lnTo>
                    <a:pt x="387045" y="665251"/>
                  </a:lnTo>
                  <a:lnTo>
                    <a:pt x="387045" y="689356"/>
                  </a:lnTo>
                  <a:lnTo>
                    <a:pt x="362864" y="689356"/>
                  </a:lnTo>
                  <a:lnTo>
                    <a:pt x="362864" y="665251"/>
                  </a:lnTo>
                  <a:lnTo>
                    <a:pt x="350774" y="665251"/>
                  </a:lnTo>
                  <a:lnTo>
                    <a:pt x="350774" y="689356"/>
                  </a:lnTo>
                  <a:lnTo>
                    <a:pt x="326580" y="689356"/>
                  </a:lnTo>
                  <a:lnTo>
                    <a:pt x="326580" y="665251"/>
                  </a:lnTo>
                  <a:lnTo>
                    <a:pt x="314477" y="665251"/>
                  </a:lnTo>
                  <a:lnTo>
                    <a:pt x="314477" y="689356"/>
                  </a:lnTo>
                  <a:lnTo>
                    <a:pt x="241909" y="689356"/>
                  </a:lnTo>
                  <a:lnTo>
                    <a:pt x="241909" y="665226"/>
                  </a:lnTo>
                  <a:lnTo>
                    <a:pt x="508000" y="665226"/>
                  </a:lnTo>
                  <a:lnTo>
                    <a:pt x="508000" y="641096"/>
                  </a:lnTo>
                  <a:close/>
                </a:path>
                <a:path extrusionOk="0" h="725804" w="725804">
                  <a:moveTo>
                    <a:pt x="508000" y="556006"/>
                  </a:moveTo>
                  <a:lnTo>
                    <a:pt x="217716" y="556006"/>
                  </a:lnTo>
                  <a:lnTo>
                    <a:pt x="217716" y="580136"/>
                  </a:lnTo>
                  <a:lnTo>
                    <a:pt x="217716" y="604266"/>
                  </a:lnTo>
                  <a:lnTo>
                    <a:pt x="217716" y="616966"/>
                  </a:lnTo>
                  <a:lnTo>
                    <a:pt x="508000" y="616966"/>
                  </a:lnTo>
                  <a:lnTo>
                    <a:pt x="508000" y="604774"/>
                  </a:lnTo>
                  <a:lnTo>
                    <a:pt x="508000" y="604266"/>
                  </a:lnTo>
                  <a:lnTo>
                    <a:pt x="508000" y="580580"/>
                  </a:lnTo>
                  <a:lnTo>
                    <a:pt x="387045" y="580580"/>
                  </a:lnTo>
                  <a:lnTo>
                    <a:pt x="387045" y="604266"/>
                  </a:lnTo>
                  <a:lnTo>
                    <a:pt x="362864" y="604266"/>
                  </a:lnTo>
                  <a:lnTo>
                    <a:pt x="362864" y="580580"/>
                  </a:lnTo>
                  <a:lnTo>
                    <a:pt x="350774" y="580580"/>
                  </a:lnTo>
                  <a:lnTo>
                    <a:pt x="350774" y="604266"/>
                  </a:lnTo>
                  <a:lnTo>
                    <a:pt x="326580" y="604266"/>
                  </a:lnTo>
                  <a:lnTo>
                    <a:pt x="326580" y="580580"/>
                  </a:lnTo>
                  <a:lnTo>
                    <a:pt x="314477" y="580580"/>
                  </a:lnTo>
                  <a:lnTo>
                    <a:pt x="314477" y="604266"/>
                  </a:lnTo>
                  <a:lnTo>
                    <a:pt x="241909" y="604266"/>
                  </a:lnTo>
                  <a:lnTo>
                    <a:pt x="241909" y="580136"/>
                  </a:lnTo>
                  <a:lnTo>
                    <a:pt x="508000" y="580136"/>
                  </a:lnTo>
                  <a:lnTo>
                    <a:pt x="508000" y="556006"/>
                  </a:lnTo>
                  <a:close/>
                </a:path>
                <a:path extrusionOk="0" h="725804" w="725804">
                  <a:moveTo>
                    <a:pt x="508000" y="472186"/>
                  </a:moveTo>
                  <a:lnTo>
                    <a:pt x="217716" y="472186"/>
                  </a:lnTo>
                  <a:lnTo>
                    <a:pt x="217716" y="496316"/>
                  </a:lnTo>
                  <a:lnTo>
                    <a:pt x="217716" y="520446"/>
                  </a:lnTo>
                  <a:lnTo>
                    <a:pt x="217716" y="531876"/>
                  </a:lnTo>
                  <a:lnTo>
                    <a:pt x="508000" y="531876"/>
                  </a:lnTo>
                  <a:lnTo>
                    <a:pt x="508000" y="520446"/>
                  </a:lnTo>
                  <a:lnTo>
                    <a:pt x="241909" y="520446"/>
                  </a:lnTo>
                  <a:lnTo>
                    <a:pt x="241909" y="496316"/>
                  </a:lnTo>
                  <a:lnTo>
                    <a:pt x="314477" y="496316"/>
                  </a:lnTo>
                  <a:lnTo>
                    <a:pt x="314477" y="520103"/>
                  </a:lnTo>
                  <a:lnTo>
                    <a:pt x="326580" y="520103"/>
                  </a:lnTo>
                  <a:lnTo>
                    <a:pt x="326580" y="496316"/>
                  </a:lnTo>
                  <a:lnTo>
                    <a:pt x="350774" y="496316"/>
                  </a:lnTo>
                  <a:lnTo>
                    <a:pt x="350774" y="520103"/>
                  </a:lnTo>
                  <a:lnTo>
                    <a:pt x="362864" y="520103"/>
                  </a:lnTo>
                  <a:lnTo>
                    <a:pt x="362864" y="496316"/>
                  </a:lnTo>
                  <a:lnTo>
                    <a:pt x="387045" y="496316"/>
                  </a:lnTo>
                  <a:lnTo>
                    <a:pt x="387045" y="520103"/>
                  </a:lnTo>
                  <a:lnTo>
                    <a:pt x="508000" y="520103"/>
                  </a:lnTo>
                  <a:lnTo>
                    <a:pt x="508000" y="496316"/>
                  </a:lnTo>
                  <a:lnTo>
                    <a:pt x="508000" y="495909"/>
                  </a:lnTo>
                  <a:lnTo>
                    <a:pt x="508000" y="472186"/>
                  </a:lnTo>
                  <a:close/>
                </a:path>
                <a:path extrusionOk="0" h="725804" w="725804">
                  <a:moveTo>
                    <a:pt x="580580" y="544296"/>
                  </a:moveTo>
                  <a:lnTo>
                    <a:pt x="556387" y="544296"/>
                  </a:lnTo>
                  <a:lnTo>
                    <a:pt x="556387" y="725728"/>
                  </a:lnTo>
                  <a:lnTo>
                    <a:pt x="580580" y="725728"/>
                  </a:lnTo>
                  <a:lnTo>
                    <a:pt x="580580" y="544296"/>
                  </a:lnTo>
                  <a:close/>
                </a:path>
                <a:path extrusionOk="0" h="725804" w="725804">
                  <a:moveTo>
                    <a:pt x="628954" y="580580"/>
                  </a:moveTo>
                  <a:lnTo>
                    <a:pt x="604774" y="580580"/>
                  </a:lnTo>
                  <a:lnTo>
                    <a:pt x="604774" y="725728"/>
                  </a:lnTo>
                  <a:lnTo>
                    <a:pt x="628954" y="725728"/>
                  </a:lnTo>
                  <a:lnTo>
                    <a:pt x="628954" y="580580"/>
                  </a:lnTo>
                  <a:close/>
                </a:path>
                <a:path extrusionOk="0" h="725804" w="725804">
                  <a:moveTo>
                    <a:pt x="677341" y="616864"/>
                  </a:moveTo>
                  <a:lnTo>
                    <a:pt x="653148" y="616864"/>
                  </a:lnTo>
                  <a:lnTo>
                    <a:pt x="653148" y="725728"/>
                  </a:lnTo>
                  <a:lnTo>
                    <a:pt x="677341" y="725728"/>
                  </a:lnTo>
                  <a:lnTo>
                    <a:pt x="677341" y="616864"/>
                  </a:lnTo>
                  <a:close/>
                </a:path>
                <a:path extrusionOk="0" h="725804" w="725804">
                  <a:moveTo>
                    <a:pt x="677341" y="24193"/>
                  </a:moveTo>
                  <a:lnTo>
                    <a:pt x="556387" y="24193"/>
                  </a:lnTo>
                  <a:lnTo>
                    <a:pt x="556387" y="108864"/>
                  </a:lnTo>
                  <a:lnTo>
                    <a:pt x="677341" y="108864"/>
                  </a:lnTo>
                  <a:lnTo>
                    <a:pt x="677341" y="24193"/>
                  </a:lnTo>
                  <a:close/>
                </a:path>
                <a:path extrusionOk="0" h="725804" w="725804">
                  <a:moveTo>
                    <a:pt x="725728" y="653161"/>
                  </a:moveTo>
                  <a:lnTo>
                    <a:pt x="701535" y="653161"/>
                  </a:lnTo>
                  <a:lnTo>
                    <a:pt x="701535" y="725728"/>
                  </a:lnTo>
                  <a:lnTo>
                    <a:pt x="725728" y="725728"/>
                  </a:lnTo>
                  <a:lnTo>
                    <a:pt x="725728" y="653161"/>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4" name="Google Shape;264;p6"/>
          <p:cNvGrpSpPr/>
          <p:nvPr/>
        </p:nvGrpSpPr>
        <p:grpSpPr>
          <a:xfrm>
            <a:off x="927719" y="6120434"/>
            <a:ext cx="1113790" cy="1040765"/>
            <a:chOff x="927719" y="6120434"/>
            <a:chExt cx="1113790" cy="1040765"/>
          </a:xfrm>
        </p:grpSpPr>
        <p:sp>
          <p:nvSpPr>
            <p:cNvPr id="265" name="Google Shape;265;p6"/>
            <p:cNvSpPr/>
            <p:nvPr/>
          </p:nvSpPr>
          <p:spPr>
            <a:xfrm>
              <a:off x="927719" y="6120434"/>
              <a:ext cx="1113790" cy="1040765"/>
            </a:xfrm>
            <a:custGeom>
              <a:rect b="b" l="l" r="r" t="t"/>
              <a:pathLst>
                <a:path extrusionOk="0" h="1040765" w="1113789">
                  <a:moveTo>
                    <a:pt x="95872" y="0"/>
                  </a:moveTo>
                  <a:lnTo>
                    <a:pt x="94297" y="0"/>
                  </a:lnTo>
                  <a:lnTo>
                    <a:pt x="80251" y="1270"/>
                  </a:lnTo>
                  <a:lnTo>
                    <a:pt x="37503" y="19799"/>
                  </a:lnTo>
                  <a:lnTo>
                    <a:pt x="8534" y="56299"/>
                  </a:lnTo>
                  <a:lnTo>
                    <a:pt x="0" y="944714"/>
                  </a:lnTo>
                  <a:lnTo>
                    <a:pt x="1270" y="960323"/>
                  </a:lnTo>
                  <a:lnTo>
                    <a:pt x="19799" y="1003071"/>
                  </a:lnTo>
                  <a:lnTo>
                    <a:pt x="57734" y="1032687"/>
                  </a:lnTo>
                  <a:lnTo>
                    <a:pt x="1021041" y="1040536"/>
                  </a:lnTo>
                  <a:lnTo>
                    <a:pt x="1038148" y="1038440"/>
                  </a:lnTo>
                  <a:lnTo>
                    <a:pt x="1076286" y="1020775"/>
                  </a:lnTo>
                  <a:lnTo>
                    <a:pt x="1105255" y="984275"/>
                  </a:lnTo>
                  <a:lnTo>
                    <a:pt x="1113790"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6" name="Google Shape;266;p6"/>
            <p:cNvSpPr/>
            <p:nvPr/>
          </p:nvSpPr>
          <p:spPr>
            <a:xfrm>
              <a:off x="1254264" y="6277863"/>
              <a:ext cx="461009" cy="725805"/>
            </a:xfrm>
            <a:custGeom>
              <a:rect b="b" l="l" r="r" t="t"/>
              <a:pathLst>
                <a:path extrusionOk="0" h="725804" w="461010">
                  <a:moveTo>
                    <a:pt x="292277" y="189661"/>
                  </a:moveTo>
                  <a:lnTo>
                    <a:pt x="261264" y="144945"/>
                  </a:lnTo>
                  <a:lnTo>
                    <a:pt x="240969" y="138798"/>
                  </a:lnTo>
                  <a:lnTo>
                    <a:pt x="240969" y="101625"/>
                  </a:lnTo>
                  <a:lnTo>
                    <a:pt x="236258" y="96888"/>
                  </a:lnTo>
                  <a:lnTo>
                    <a:pt x="224599" y="96888"/>
                  </a:lnTo>
                  <a:lnTo>
                    <a:pt x="219862" y="101625"/>
                  </a:lnTo>
                  <a:lnTo>
                    <a:pt x="219862" y="138798"/>
                  </a:lnTo>
                  <a:lnTo>
                    <a:pt x="219862" y="160210"/>
                  </a:lnTo>
                  <a:lnTo>
                    <a:pt x="219862" y="219113"/>
                  </a:lnTo>
                  <a:lnTo>
                    <a:pt x="207822" y="215023"/>
                  </a:lnTo>
                  <a:lnTo>
                    <a:pt x="198259" y="208368"/>
                  </a:lnTo>
                  <a:lnTo>
                    <a:pt x="191947" y="199720"/>
                  </a:lnTo>
                  <a:lnTo>
                    <a:pt x="189661" y="189661"/>
                  </a:lnTo>
                  <a:lnTo>
                    <a:pt x="191947" y="179603"/>
                  </a:lnTo>
                  <a:lnTo>
                    <a:pt x="198259" y="170967"/>
                  </a:lnTo>
                  <a:lnTo>
                    <a:pt x="207810" y="164299"/>
                  </a:lnTo>
                  <a:lnTo>
                    <a:pt x="219824" y="160210"/>
                  </a:lnTo>
                  <a:lnTo>
                    <a:pt x="219862" y="138798"/>
                  </a:lnTo>
                  <a:lnTo>
                    <a:pt x="199580" y="144945"/>
                  </a:lnTo>
                  <a:lnTo>
                    <a:pt x="183311" y="156260"/>
                  </a:lnTo>
                  <a:lnTo>
                    <a:pt x="172491" y="171564"/>
                  </a:lnTo>
                  <a:lnTo>
                    <a:pt x="168567" y="189661"/>
                  </a:lnTo>
                  <a:lnTo>
                    <a:pt x="172491" y="207772"/>
                  </a:lnTo>
                  <a:lnTo>
                    <a:pt x="183311" y="223075"/>
                  </a:lnTo>
                  <a:lnTo>
                    <a:pt x="199580" y="234391"/>
                  </a:lnTo>
                  <a:lnTo>
                    <a:pt x="219862" y="240525"/>
                  </a:lnTo>
                  <a:lnTo>
                    <a:pt x="219862" y="301320"/>
                  </a:lnTo>
                  <a:lnTo>
                    <a:pt x="207835" y="297230"/>
                  </a:lnTo>
                  <a:lnTo>
                    <a:pt x="198272" y="290576"/>
                  </a:lnTo>
                  <a:lnTo>
                    <a:pt x="191960" y="281927"/>
                  </a:lnTo>
                  <a:lnTo>
                    <a:pt x="189674" y="271868"/>
                  </a:lnTo>
                  <a:lnTo>
                    <a:pt x="189674" y="266026"/>
                  </a:lnTo>
                  <a:lnTo>
                    <a:pt x="184950" y="261302"/>
                  </a:lnTo>
                  <a:lnTo>
                    <a:pt x="173291" y="261302"/>
                  </a:lnTo>
                  <a:lnTo>
                    <a:pt x="168567" y="266026"/>
                  </a:lnTo>
                  <a:lnTo>
                    <a:pt x="168567" y="271868"/>
                  </a:lnTo>
                  <a:lnTo>
                    <a:pt x="172491" y="289979"/>
                  </a:lnTo>
                  <a:lnTo>
                    <a:pt x="183311" y="305282"/>
                  </a:lnTo>
                  <a:lnTo>
                    <a:pt x="199580" y="316598"/>
                  </a:lnTo>
                  <a:lnTo>
                    <a:pt x="219862" y="322732"/>
                  </a:lnTo>
                  <a:lnTo>
                    <a:pt x="219862" y="359905"/>
                  </a:lnTo>
                  <a:lnTo>
                    <a:pt x="224586" y="364629"/>
                  </a:lnTo>
                  <a:lnTo>
                    <a:pt x="236245" y="364629"/>
                  </a:lnTo>
                  <a:lnTo>
                    <a:pt x="240969" y="359905"/>
                  </a:lnTo>
                  <a:lnTo>
                    <a:pt x="240969" y="322732"/>
                  </a:lnTo>
                  <a:lnTo>
                    <a:pt x="261226" y="316598"/>
                  </a:lnTo>
                  <a:lnTo>
                    <a:pt x="277533" y="305282"/>
                  </a:lnTo>
                  <a:lnTo>
                    <a:pt x="280327" y="301320"/>
                  </a:lnTo>
                  <a:lnTo>
                    <a:pt x="288353" y="289979"/>
                  </a:lnTo>
                  <a:lnTo>
                    <a:pt x="292277" y="271868"/>
                  </a:lnTo>
                  <a:lnTo>
                    <a:pt x="288353" y="253758"/>
                  </a:lnTo>
                  <a:lnTo>
                    <a:pt x="280327" y="242404"/>
                  </a:lnTo>
                  <a:lnTo>
                    <a:pt x="277533" y="238455"/>
                  </a:lnTo>
                  <a:lnTo>
                    <a:pt x="271170" y="234035"/>
                  </a:lnTo>
                  <a:lnTo>
                    <a:pt x="271170" y="271868"/>
                  </a:lnTo>
                  <a:lnTo>
                    <a:pt x="268897" y="281927"/>
                  </a:lnTo>
                  <a:lnTo>
                    <a:pt x="262585" y="290576"/>
                  </a:lnTo>
                  <a:lnTo>
                    <a:pt x="253022" y="297230"/>
                  </a:lnTo>
                  <a:lnTo>
                    <a:pt x="240969" y="301320"/>
                  </a:lnTo>
                  <a:lnTo>
                    <a:pt x="240969" y="242404"/>
                  </a:lnTo>
                  <a:lnTo>
                    <a:pt x="253022" y="246507"/>
                  </a:lnTo>
                  <a:lnTo>
                    <a:pt x="262585" y="253161"/>
                  </a:lnTo>
                  <a:lnTo>
                    <a:pt x="268897" y="261810"/>
                  </a:lnTo>
                  <a:lnTo>
                    <a:pt x="271170" y="271868"/>
                  </a:lnTo>
                  <a:lnTo>
                    <a:pt x="271170" y="234035"/>
                  </a:lnTo>
                  <a:lnTo>
                    <a:pt x="261264" y="227139"/>
                  </a:lnTo>
                  <a:lnTo>
                    <a:pt x="240969" y="221005"/>
                  </a:lnTo>
                  <a:lnTo>
                    <a:pt x="240969" y="219113"/>
                  </a:lnTo>
                  <a:lnTo>
                    <a:pt x="240969" y="160210"/>
                  </a:lnTo>
                  <a:lnTo>
                    <a:pt x="253022" y="164299"/>
                  </a:lnTo>
                  <a:lnTo>
                    <a:pt x="262585" y="170967"/>
                  </a:lnTo>
                  <a:lnTo>
                    <a:pt x="268897" y="179603"/>
                  </a:lnTo>
                  <a:lnTo>
                    <a:pt x="271170" y="189661"/>
                  </a:lnTo>
                  <a:lnTo>
                    <a:pt x="271170" y="195503"/>
                  </a:lnTo>
                  <a:lnTo>
                    <a:pt x="275894" y="200228"/>
                  </a:lnTo>
                  <a:lnTo>
                    <a:pt x="287553" y="200228"/>
                  </a:lnTo>
                  <a:lnTo>
                    <a:pt x="292277" y="195503"/>
                  </a:lnTo>
                  <a:lnTo>
                    <a:pt x="292277" y="189661"/>
                  </a:lnTo>
                  <a:close/>
                </a:path>
                <a:path extrusionOk="0" h="725804" w="461010">
                  <a:moveTo>
                    <a:pt x="425665" y="230759"/>
                  </a:moveTo>
                  <a:lnTo>
                    <a:pt x="420497" y="185978"/>
                  </a:lnTo>
                  <a:lnTo>
                    <a:pt x="405790" y="144856"/>
                  </a:lnTo>
                  <a:lnTo>
                    <a:pt x="404558" y="142925"/>
                  </a:lnTo>
                  <a:lnTo>
                    <a:pt x="404558" y="230759"/>
                  </a:lnTo>
                  <a:lnTo>
                    <a:pt x="398322" y="277063"/>
                  </a:lnTo>
                  <a:lnTo>
                    <a:pt x="380746" y="318706"/>
                  </a:lnTo>
                  <a:lnTo>
                    <a:pt x="353491" y="354012"/>
                  </a:lnTo>
                  <a:lnTo>
                    <a:pt x="318236" y="381304"/>
                  </a:lnTo>
                  <a:lnTo>
                    <a:pt x="276656" y="398907"/>
                  </a:lnTo>
                  <a:lnTo>
                    <a:pt x="230428" y="405142"/>
                  </a:lnTo>
                  <a:lnTo>
                    <a:pt x="184188" y="398907"/>
                  </a:lnTo>
                  <a:lnTo>
                    <a:pt x="142595" y="381304"/>
                  </a:lnTo>
                  <a:lnTo>
                    <a:pt x="107340" y="354012"/>
                  </a:lnTo>
                  <a:lnTo>
                    <a:pt x="80086" y="318706"/>
                  </a:lnTo>
                  <a:lnTo>
                    <a:pt x="62509" y="277063"/>
                  </a:lnTo>
                  <a:lnTo>
                    <a:pt x="56286" y="230759"/>
                  </a:lnTo>
                  <a:lnTo>
                    <a:pt x="62509" y="184454"/>
                  </a:lnTo>
                  <a:lnTo>
                    <a:pt x="80086" y="142811"/>
                  </a:lnTo>
                  <a:lnTo>
                    <a:pt x="107340" y="107518"/>
                  </a:lnTo>
                  <a:lnTo>
                    <a:pt x="142595" y="80225"/>
                  </a:lnTo>
                  <a:lnTo>
                    <a:pt x="184188" y="62623"/>
                  </a:lnTo>
                  <a:lnTo>
                    <a:pt x="230428" y="56375"/>
                  </a:lnTo>
                  <a:lnTo>
                    <a:pt x="276656" y="62623"/>
                  </a:lnTo>
                  <a:lnTo>
                    <a:pt x="318236" y="80225"/>
                  </a:lnTo>
                  <a:lnTo>
                    <a:pt x="353491" y="107518"/>
                  </a:lnTo>
                  <a:lnTo>
                    <a:pt x="380746" y="142811"/>
                  </a:lnTo>
                  <a:lnTo>
                    <a:pt x="398322" y="184454"/>
                  </a:lnTo>
                  <a:lnTo>
                    <a:pt x="404558" y="230759"/>
                  </a:lnTo>
                  <a:lnTo>
                    <a:pt x="404558" y="142925"/>
                  </a:lnTo>
                  <a:lnTo>
                    <a:pt x="382714" y="108546"/>
                  </a:lnTo>
                  <a:lnTo>
                    <a:pt x="352463" y="78244"/>
                  </a:lnTo>
                  <a:lnTo>
                    <a:pt x="318147" y="56375"/>
                  </a:lnTo>
                  <a:lnTo>
                    <a:pt x="275132" y="40411"/>
                  </a:lnTo>
                  <a:lnTo>
                    <a:pt x="230428" y="35229"/>
                  </a:lnTo>
                  <a:lnTo>
                    <a:pt x="185712" y="40411"/>
                  </a:lnTo>
                  <a:lnTo>
                    <a:pt x="144640" y="55143"/>
                  </a:lnTo>
                  <a:lnTo>
                    <a:pt x="108381" y="78244"/>
                  </a:lnTo>
                  <a:lnTo>
                    <a:pt x="78117" y="108546"/>
                  </a:lnTo>
                  <a:lnTo>
                    <a:pt x="55054" y="144856"/>
                  </a:lnTo>
                  <a:lnTo>
                    <a:pt x="40335" y="185978"/>
                  </a:lnTo>
                  <a:lnTo>
                    <a:pt x="35179" y="230759"/>
                  </a:lnTo>
                  <a:lnTo>
                    <a:pt x="40335" y="275539"/>
                  </a:lnTo>
                  <a:lnTo>
                    <a:pt x="55054" y="316674"/>
                  </a:lnTo>
                  <a:lnTo>
                    <a:pt x="78117" y="352983"/>
                  </a:lnTo>
                  <a:lnTo>
                    <a:pt x="108381" y="383273"/>
                  </a:lnTo>
                  <a:lnTo>
                    <a:pt x="144640" y="406387"/>
                  </a:lnTo>
                  <a:lnTo>
                    <a:pt x="185712" y="421119"/>
                  </a:lnTo>
                  <a:lnTo>
                    <a:pt x="230428" y="426288"/>
                  </a:lnTo>
                  <a:lnTo>
                    <a:pt x="275132" y="421119"/>
                  </a:lnTo>
                  <a:lnTo>
                    <a:pt x="316204" y="406387"/>
                  </a:lnTo>
                  <a:lnTo>
                    <a:pt x="318147" y="405142"/>
                  </a:lnTo>
                  <a:lnTo>
                    <a:pt x="352463" y="383273"/>
                  </a:lnTo>
                  <a:lnTo>
                    <a:pt x="382714" y="352983"/>
                  </a:lnTo>
                  <a:lnTo>
                    <a:pt x="405790" y="316674"/>
                  </a:lnTo>
                  <a:lnTo>
                    <a:pt x="420497" y="275539"/>
                  </a:lnTo>
                  <a:lnTo>
                    <a:pt x="425665" y="230759"/>
                  </a:lnTo>
                  <a:close/>
                </a:path>
                <a:path extrusionOk="0" h="725804" w="461010">
                  <a:moveTo>
                    <a:pt x="460832" y="230759"/>
                  </a:moveTo>
                  <a:lnTo>
                    <a:pt x="456145" y="184315"/>
                  </a:lnTo>
                  <a:lnTo>
                    <a:pt x="442696" y="141020"/>
                  </a:lnTo>
                  <a:lnTo>
                    <a:pt x="439724" y="135547"/>
                  </a:lnTo>
                  <a:lnTo>
                    <a:pt x="439724" y="230759"/>
                  </a:lnTo>
                  <a:lnTo>
                    <a:pt x="434187" y="278765"/>
                  </a:lnTo>
                  <a:lnTo>
                    <a:pt x="418426" y="322859"/>
                  </a:lnTo>
                  <a:lnTo>
                    <a:pt x="393687" y="361784"/>
                  </a:lnTo>
                  <a:lnTo>
                    <a:pt x="361251" y="394271"/>
                  </a:lnTo>
                  <a:lnTo>
                    <a:pt x="322389" y="419036"/>
                  </a:lnTo>
                  <a:lnTo>
                    <a:pt x="278358" y="434835"/>
                  </a:lnTo>
                  <a:lnTo>
                    <a:pt x="230416" y="440372"/>
                  </a:lnTo>
                  <a:lnTo>
                    <a:pt x="182486" y="434835"/>
                  </a:lnTo>
                  <a:lnTo>
                    <a:pt x="138442" y="419036"/>
                  </a:lnTo>
                  <a:lnTo>
                    <a:pt x="99580" y="394271"/>
                  </a:lnTo>
                  <a:lnTo>
                    <a:pt x="67144" y="361784"/>
                  </a:lnTo>
                  <a:lnTo>
                    <a:pt x="42418" y="322859"/>
                  </a:lnTo>
                  <a:lnTo>
                    <a:pt x="26644" y="278765"/>
                  </a:lnTo>
                  <a:lnTo>
                    <a:pt x="21107" y="230759"/>
                  </a:lnTo>
                  <a:lnTo>
                    <a:pt x="26644" y="182753"/>
                  </a:lnTo>
                  <a:lnTo>
                    <a:pt x="42418" y="138658"/>
                  </a:lnTo>
                  <a:lnTo>
                    <a:pt x="67144" y="99733"/>
                  </a:lnTo>
                  <a:lnTo>
                    <a:pt x="99580" y="67259"/>
                  </a:lnTo>
                  <a:lnTo>
                    <a:pt x="138442" y="42481"/>
                  </a:lnTo>
                  <a:lnTo>
                    <a:pt x="182486" y="26695"/>
                  </a:lnTo>
                  <a:lnTo>
                    <a:pt x="230416" y="21145"/>
                  </a:lnTo>
                  <a:lnTo>
                    <a:pt x="278358" y="26695"/>
                  </a:lnTo>
                  <a:lnTo>
                    <a:pt x="322389" y="42481"/>
                  </a:lnTo>
                  <a:lnTo>
                    <a:pt x="361251" y="67259"/>
                  </a:lnTo>
                  <a:lnTo>
                    <a:pt x="393687" y="99733"/>
                  </a:lnTo>
                  <a:lnTo>
                    <a:pt x="418426" y="138658"/>
                  </a:lnTo>
                  <a:lnTo>
                    <a:pt x="434187" y="182753"/>
                  </a:lnTo>
                  <a:lnTo>
                    <a:pt x="439724" y="230759"/>
                  </a:lnTo>
                  <a:lnTo>
                    <a:pt x="439724" y="135547"/>
                  </a:lnTo>
                  <a:lnTo>
                    <a:pt x="421424" y="101828"/>
                  </a:lnTo>
                  <a:lnTo>
                    <a:pt x="393268" y="67665"/>
                  </a:lnTo>
                  <a:lnTo>
                    <a:pt x="359156" y="39471"/>
                  </a:lnTo>
                  <a:lnTo>
                    <a:pt x="325501" y="21145"/>
                  </a:lnTo>
                  <a:lnTo>
                    <a:pt x="276796" y="4699"/>
                  </a:lnTo>
                  <a:lnTo>
                    <a:pt x="230416" y="0"/>
                  </a:lnTo>
                  <a:lnTo>
                    <a:pt x="184035" y="4699"/>
                  </a:lnTo>
                  <a:lnTo>
                    <a:pt x="140817" y="18161"/>
                  </a:lnTo>
                  <a:lnTo>
                    <a:pt x="101676" y="39471"/>
                  </a:lnTo>
                  <a:lnTo>
                    <a:pt x="67564" y="67665"/>
                  </a:lnTo>
                  <a:lnTo>
                    <a:pt x="39408" y="101828"/>
                  </a:lnTo>
                  <a:lnTo>
                    <a:pt x="18135" y="141020"/>
                  </a:lnTo>
                  <a:lnTo>
                    <a:pt x="4686" y="184315"/>
                  </a:lnTo>
                  <a:lnTo>
                    <a:pt x="0" y="230759"/>
                  </a:lnTo>
                  <a:lnTo>
                    <a:pt x="5346" y="280250"/>
                  </a:lnTo>
                  <a:lnTo>
                    <a:pt x="19519" y="322859"/>
                  </a:lnTo>
                  <a:lnTo>
                    <a:pt x="44513" y="366903"/>
                  </a:lnTo>
                  <a:lnTo>
                    <a:pt x="76111" y="401929"/>
                  </a:lnTo>
                  <a:lnTo>
                    <a:pt x="114198" y="429895"/>
                  </a:lnTo>
                  <a:lnTo>
                    <a:pt x="114198" y="529005"/>
                  </a:lnTo>
                  <a:lnTo>
                    <a:pt x="14782" y="529005"/>
                  </a:lnTo>
                  <a:lnTo>
                    <a:pt x="10807" y="531787"/>
                  </a:lnTo>
                  <a:lnTo>
                    <a:pt x="7785" y="540169"/>
                  </a:lnTo>
                  <a:lnTo>
                    <a:pt x="9055" y="544855"/>
                  </a:lnTo>
                  <a:lnTo>
                    <a:pt x="225501" y="724916"/>
                  </a:lnTo>
                  <a:lnTo>
                    <a:pt x="227901" y="725728"/>
                  </a:lnTo>
                  <a:lnTo>
                    <a:pt x="232689" y="725728"/>
                  </a:lnTo>
                  <a:lnTo>
                    <a:pt x="235089" y="724916"/>
                  </a:lnTo>
                  <a:lnTo>
                    <a:pt x="263321" y="701433"/>
                  </a:lnTo>
                  <a:lnTo>
                    <a:pt x="451535" y="544855"/>
                  </a:lnTo>
                  <a:lnTo>
                    <a:pt x="452805" y="540169"/>
                  </a:lnTo>
                  <a:lnTo>
                    <a:pt x="449783" y="531787"/>
                  </a:lnTo>
                  <a:lnTo>
                    <a:pt x="445808" y="529005"/>
                  </a:lnTo>
                  <a:lnTo>
                    <a:pt x="412140" y="529005"/>
                  </a:lnTo>
                  <a:lnTo>
                    <a:pt x="412140" y="550138"/>
                  </a:lnTo>
                  <a:lnTo>
                    <a:pt x="230289" y="701433"/>
                  </a:lnTo>
                  <a:lnTo>
                    <a:pt x="48437" y="550138"/>
                  </a:lnTo>
                  <a:lnTo>
                    <a:pt x="130581" y="550138"/>
                  </a:lnTo>
                  <a:lnTo>
                    <a:pt x="135305" y="545414"/>
                  </a:lnTo>
                  <a:lnTo>
                    <a:pt x="135305" y="440969"/>
                  </a:lnTo>
                  <a:lnTo>
                    <a:pt x="135597" y="440969"/>
                  </a:lnTo>
                  <a:lnTo>
                    <a:pt x="157899" y="449732"/>
                  </a:lnTo>
                  <a:lnTo>
                    <a:pt x="181229" y="456184"/>
                  </a:lnTo>
                  <a:lnTo>
                    <a:pt x="205498" y="460159"/>
                  </a:lnTo>
                  <a:lnTo>
                    <a:pt x="230416" y="461518"/>
                  </a:lnTo>
                  <a:lnTo>
                    <a:pt x="255473" y="460159"/>
                  </a:lnTo>
                  <a:lnTo>
                    <a:pt x="279704" y="456184"/>
                  </a:lnTo>
                  <a:lnTo>
                    <a:pt x="303009" y="449732"/>
                  </a:lnTo>
                  <a:lnTo>
                    <a:pt x="325272" y="440969"/>
                  </a:lnTo>
                  <a:lnTo>
                    <a:pt x="325272" y="545414"/>
                  </a:lnTo>
                  <a:lnTo>
                    <a:pt x="329996" y="550138"/>
                  </a:lnTo>
                  <a:lnTo>
                    <a:pt x="412140" y="550138"/>
                  </a:lnTo>
                  <a:lnTo>
                    <a:pt x="412140" y="529005"/>
                  </a:lnTo>
                  <a:lnTo>
                    <a:pt x="346379" y="529005"/>
                  </a:lnTo>
                  <a:lnTo>
                    <a:pt x="346379" y="440969"/>
                  </a:lnTo>
                  <a:lnTo>
                    <a:pt x="346379" y="440372"/>
                  </a:lnTo>
                  <a:lnTo>
                    <a:pt x="346379" y="430034"/>
                  </a:lnTo>
                  <a:lnTo>
                    <a:pt x="384543" y="402082"/>
                  </a:lnTo>
                  <a:lnTo>
                    <a:pt x="416217" y="367042"/>
                  </a:lnTo>
                  <a:lnTo>
                    <a:pt x="440245" y="326047"/>
                  </a:lnTo>
                  <a:lnTo>
                    <a:pt x="455498" y="280250"/>
                  </a:lnTo>
                  <a:lnTo>
                    <a:pt x="460832" y="230759"/>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7" name="Google Shape;267;p6"/>
          <p:cNvGrpSpPr/>
          <p:nvPr/>
        </p:nvGrpSpPr>
        <p:grpSpPr>
          <a:xfrm>
            <a:off x="9499959" y="3693228"/>
            <a:ext cx="1113790" cy="1040765"/>
            <a:chOff x="9499959" y="3693228"/>
            <a:chExt cx="1113790" cy="1040765"/>
          </a:xfrm>
        </p:grpSpPr>
        <p:sp>
          <p:nvSpPr>
            <p:cNvPr id="268" name="Google Shape;268;p6"/>
            <p:cNvSpPr/>
            <p:nvPr/>
          </p:nvSpPr>
          <p:spPr>
            <a:xfrm>
              <a:off x="9499959" y="3693228"/>
              <a:ext cx="1113790" cy="1040765"/>
            </a:xfrm>
            <a:custGeom>
              <a:rect b="b" l="l" r="r" t="t"/>
              <a:pathLst>
                <a:path extrusionOk="0" h="1040764" w="1113790">
                  <a:moveTo>
                    <a:pt x="95872" y="0"/>
                  </a:moveTo>
                  <a:lnTo>
                    <a:pt x="52057" y="10579"/>
                  </a:lnTo>
                  <a:lnTo>
                    <a:pt x="17030" y="41300"/>
                  </a:lnTo>
                  <a:lnTo>
                    <a:pt x="304" y="88036"/>
                  </a:lnTo>
                  <a:lnTo>
                    <a:pt x="0" y="944714"/>
                  </a:lnTo>
                  <a:lnTo>
                    <a:pt x="1269" y="960323"/>
                  </a:lnTo>
                  <a:lnTo>
                    <a:pt x="19799" y="1003071"/>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9" name="Google Shape;269;p6"/>
            <p:cNvSpPr/>
            <p:nvPr/>
          </p:nvSpPr>
          <p:spPr>
            <a:xfrm>
              <a:off x="9659136" y="3851904"/>
              <a:ext cx="794385" cy="724535"/>
            </a:xfrm>
            <a:custGeom>
              <a:rect b="b" l="l" r="r" t="t"/>
              <a:pathLst>
                <a:path extrusionOk="0" h="724535" w="794384">
                  <a:moveTo>
                    <a:pt x="401154" y="675640"/>
                  </a:moveTo>
                  <a:lnTo>
                    <a:pt x="392239" y="675640"/>
                  </a:lnTo>
                  <a:lnTo>
                    <a:pt x="392239" y="698500"/>
                  </a:lnTo>
                  <a:lnTo>
                    <a:pt x="401154" y="698500"/>
                  </a:lnTo>
                  <a:lnTo>
                    <a:pt x="401154" y="675640"/>
                  </a:lnTo>
                  <a:close/>
                </a:path>
                <a:path extrusionOk="0" h="724535" w="794384">
                  <a:moveTo>
                    <a:pt x="365633" y="662940"/>
                  </a:moveTo>
                  <a:lnTo>
                    <a:pt x="356717" y="662940"/>
                  </a:lnTo>
                  <a:lnTo>
                    <a:pt x="356717" y="679450"/>
                  </a:lnTo>
                  <a:lnTo>
                    <a:pt x="365633" y="679450"/>
                  </a:lnTo>
                  <a:lnTo>
                    <a:pt x="365633" y="662940"/>
                  </a:lnTo>
                  <a:close/>
                </a:path>
                <a:path extrusionOk="0" h="724535" w="794384">
                  <a:moveTo>
                    <a:pt x="436676" y="662940"/>
                  </a:moveTo>
                  <a:lnTo>
                    <a:pt x="427761" y="662940"/>
                  </a:lnTo>
                  <a:lnTo>
                    <a:pt x="427761" y="679450"/>
                  </a:lnTo>
                  <a:lnTo>
                    <a:pt x="436676" y="679450"/>
                  </a:lnTo>
                  <a:lnTo>
                    <a:pt x="436676" y="662940"/>
                  </a:lnTo>
                  <a:close/>
                </a:path>
                <a:path extrusionOk="0" h="724535" w="794384">
                  <a:moveTo>
                    <a:pt x="401193" y="424180"/>
                  </a:moveTo>
                  <a:lnTo>
                    <a:pt x="392277" y="424180"/>
                  </a:lnTo>
                  <a:lnTo>
                    <a:pt x="392277" y="666750"/>
                  </a:lnTo>
                  <a:lnTo>
                    <a:pt x="401193" y="666750"/>
                  </a:lnTo>
                  <a:lnTo>
                    <a:pt x="401193" y="424180"/>
                  </a:lnTo>
                  <a:close/>
                </a:path>
                <a:path extrusionOk="0" h="724535" w="794384">
                  <a:moveTo>
                    <a:pt x="365633" y="631190"/>
                  </a:moveTo>
                  <a:lnTo>
                    <a:pt x="356717" y="631190"/>
                  </a:lnTo>
                  <a:lnTo>
                    <a:pt x="356717" y="654050"/>
                  </a:lnTo>
                  <a:lnTo>
                    <a:pt x="365633" y="654050"/>
                  </a:lnTo>
                  <a:lnTo>
                    <a:pt x="365633" y="631190"/>
                  </a:lnTo>
                  <a:close/>
                </a:path>
                <a:path extrusionOk="0" h="724535" w="794384">
                  <a:moveTo>
                    <a:pt x="436676" y="631190"/>
                  </a:moveTo>
                  <a:lnTo>
                    <a:pt x="427761" y="631190"/>
                  </a:lnTo>
                  <a:lnTo>
                    <a:pt x="427761" y="654050"/>
                  </a:lnTo>
                  <a:lnTo>
                    <a:pt x="436676" y="654050"/>
                  </a:lnTo>
                  <a:lnTo>
                    <a:pt x="436676" y="631190"/>
                  </a:lnTo>
                  <a:close/>
                </a:path>
                <a:path extrusionOk="0" h="724535" w="794384">
                  <a:moveTo>
                    <a:pt x="365226" y="424180"/>
                  </a:moveTo>
                  <a:lnTo>
                    <a:pt x="356311" y="424180"/>
                  </a:lnTo>
                  <a:lnTo>
                    <a:pt x="356311" y="622300"/>
                  </a:lnTo>
                  <a:lnTo>
                    <a:pt x="365226" y="622300"/>
                  </a:lnTo>
                  <a:lnTo>
                    <a:pt x="365226" y="424180"/>
                  </a:lnTo>
                  <a:close/>
                </a:path>
                <a:path extrusionOk="0" h="724535" w="794384">
                  <a:moveTo>
                    <a:pt x="437172" y="424180"/>
                  </a:moveTo>
                  <a:lnTo>
                    <a:pt x="428256" y="424180"/>
                  </a:lnTo>
                  <a:lnTo>
                    <a:pt x="428256" y="622300"/>
                  </a:lnTo>
                  <a:lnTo>
                    <a:pt x="437172" y="622300"/>
                  </a:lnTo>
                  <a:lnTo>
                    <a:pt x="437172" y="424180"/>
                  </a:lnTo>
                  <a:close/>
                </a:path>
                <a:path extrusionOk="0" h="724535" w="794384">
                  <a:moveTo>
                    <a:pt x="473138" y="424180"/>
                  </a:moveTo>
                  <a:lnTo>
                    <a:pt x="464223" y="424180"/>
                  </a:lnTo>
                  <a:lnTo>
                    <a:pt x="464223" y="561340"/>
                  </a:lnTo>
                  <a:lnTo>
                    <a:pt x="791870" y="560070"/>
                  </a:lnTo>
                  <a:lnTo>
                    <a:pt x="793864" y="557530"/>
                  </a:lnTo>
                  <a:lnTo>
                    <a:pt x="793864" y="553720"/>
                  </a:lnTo>
                  <a:lnTo>
                    <a:pt x="792867" y="552450"/>
                  </a:lnTo>
                  <a:lnTo>
                    <a:pt x="473138" y="552450"/>
                  </a:lnTo>
                  <a:lnTo>
                    <a:pt x="473138" y="424180"/>
                  </a:lnTo>
                  <a:close/>
                </a:path>
                <a:path extrusionOk="0" h="724535" w="794384">
                  <a:moveTo>
                    <a:pt x="329641" y="185420"/>
                  </a:moveTo>
                  <a:lnTo>
                    <a:pt x="320725" y="185420"/>
                  </a:lnTo>
                  <a:lnTo>
                    <a:pt x="320725" y="210820"/>
                  </a:lnTo>
                  <a:lnTo>
                    <a:pt x="309403" y="214630"/>
                  </a:lnTo>
                  <a:lnTo>
                    <a:pt x="300096" y="220980"/>
                  </a:lnTo>
                  <a:lnTo>
                    <a:pt x="293534" y="231140"/>
                  </a:lnTo>
                  <a:lnTo>
                    <a:pt x="290449" y="242570"/>
                  </a:lnTo>
                  <a:lnTo>
                    <a:pt x="265391" y="242570"/>
                  </a:lnTo>
                  <a:lnTo>
                    <a:pt x="265391" y="251460"/>
                  </a:lnTo>
                  <a:lnTo>
                    <a:pt x="290296" y="251460"/>
                  </a:lnTo>
                  <a:lnTo>
                    <a:pt x="290296" y="278130"/>
                  </a:lnTo>
                  <a:lnTo>
                    <a:pt x="265391" y="278130"/>
                  </a:lnTo>
                  <a:lnTo>
                    <a:pt x="265391" y="287020"/>
                  </a:lnTo>
                  <a:lnTo>
                    <a:pt x="290296" y="287020"/>
                  </a:lnTo>
                  <a:lnTo>
                    <a:pt x="290296" y="313690"/>
                  </a:lnTo>
                  <a:lnTo>
                    <a:pt x="265391" y="313690"/>
                  </a:lnTo>
                  <a:lnTo>
                    <a:pt x="265391" y="322580"/>
                  </a:lnTo>
                  <a:lnTo>
                    <a:pt x="290296" y="322580"/>
                  </a:lnTo>
                  <a:lnTo>
                    <a:pt x="290296" y="349250"/>
                  </a:lnTo>
                  <a:lnTo>
                    <a:pt x="265391" y="349250"/>
                  </a:lnTo>
                  <a:lnTo>
                    <a:pt x="265391" y="358140"/>
                  </a:lnTo>
                  <a:lnTo>
                    <a:pt x="290296" y="358140"/>
                  </a:lnTo>
                  <a:lnTo>
                    <a:pt x="290296" y="384810"/>
                  </a:lnTo>
                  <a:lnTo>
                    <a:pt x="265391" y="384810"/>
                  </a:lnTo>
                  <a:lnTo>
                    <a:pt x="265391" y="393700"/>
                  </a:lnTo>
                  <a:lnTo>
                    <a:pt x="290588" y="393700"/>
                  </a:lnTo>
                  <a:lnTo>
                    <a:pt x="293902" y="403860"/>
                  </a:lnTo>
                  <a:lnTo>
                    <a:pt x="300408" y="412750"/>
                  </a:lnTo>
                  <a:lnTo>
                    <a:pt x="309444" y="420370"/>
                  </a:lnTo>
                  <a:lnTo>
                    <a:pt x="320344" y="422910"/>
                  </a:lnTo>
                  <a:lnTo>
                    <a:pt x="320344" y="551180"/>
                  </a:lnTo>
                  <a:lnTo>
                    <a:pt x="2120" y="551180"/>
                  </a:lnTo>
                  <a:lnTo>
                    <a:pt x="127" y="553720"/>
                  </a:lnTo>
                  <a:lnTo>
                    <a:pt x="127" y="557530"/>
                  </a:lnTo>
                  <a:lnTo>
                    <a:pt x="2120" y="560070"/>
                  </a:lnTo>
                  <a:lnTo>
                    <a:pt x="329260" y="560070"/>
                  </a:lnTo>
                  <a:lnTo>
                    <a:pt x="329260" y="424180"/>
                  </a:lnTo>
                  <a:lnTo>
                    <a:pt x="473138" y="424180"/>
                  </a:lnTo>
                  <a:lnTo>
                    <a:pt x="473138" y="422910"/>
                  </a:lnTo>
                  <a:lnTo>
                    <a:pt x="484173" y="420370"/>
                  </a:lnTo>
                  <a:lnTo>
                    <a:pt x="490280" y="415290"/>
                  </a:lnTo>
                  <a:lnTo>
                    <a:pt x="325183" y="415290"/>
                  </a:lnTo>
                  <a:lnTo>
                    <a:pt x="315103" y="412750"/>
                  </a:lnTo>
                  <a:lnTo>
                    <a:pt x="306844" y="407670"/>
                  </a:lnTo>
                  <a:lnTo>
                    <a:pt x="301262" y="398780"/>
                  </a:lnTo>
                  <a:lnTo>
                    <a:pt x="299212" y="388620"/>
                  </a:lnTo>
                  <a:lnTo>
                    <a:pt x="299212" y="245110"/>
                  </a:lnTo>
                  <a:lnTo>
                    <a:pt x="301262" y="234950"/>
                  </a:lnTo>
                  <a:lnTo>
                    <a:pt x="306844" y="227330"/>
                  </a:lnTo>
                  <a:lnTo>
                    <a:pt x="315103" y="220980"/>
                  </a:lnTo>
                  <a:lnTo>
                    <a:pt x="325183" y="219710"/>
                  </a:lnTo>
                  <a:lnTo>
                    <a:pt x="491724" y="219710"/>
                  </a:lnTo>
                  <a:lnTo>
                    <a:pt x="483632" y="213360"/>
                  </a:lnTo>
                  <a:lnTo>
                    <a:pt x="471881" y="210820"/>
                  </a:lnTo>
                  <a:lnTo>
                    <a:pt x="329641" y="210820"/>
                  </a:lnTo>
                  <a:lnTo>
                    <a:pt x="329641" y="185420"/>
                  </a:lnTo>
                  <a:close/>
                </a:path>
                <a:path extrusionOk="0" h="724535" w="794384">
                  <a:moveTo>
                    <a:pt x="791870" y="551180"/>
                  </a:moveTo>
                  <a:lnTo>
                    <a:pt x="473138" y="552450"/>
                  </a:lnTo>
                  <a:lnTo>
                    <a:pt x="792867" y="552450"/>
                  </a:lnTo>
                  <a:lnTo>
                    <a:pt x="791870" y="551180"/>
                  </a:lnTo>
                  <a:close/>
                </a:path>
                <a:path extrusionOk="0" h="724535" w="794384">
                  <a:moveTo>
                    <a:pt x="416956" y="0"/>
                  </a:moveTo>
                  <a:lnTo>
                    <a:pt x="376547" y="0"/>
                  </a:lnTo>
                  <a:lnTo>
                    <a:pt x="336674" y="6350"/>
                  </a:lnTo>
                  <a:lnTo>
                    <a:pt x="298429" y="20320"/>
                  </a:lnTo>
                  <a:lnTo>
                    <a:pt x="262906" y="40640"/>
                  </a:lnTo>
                  <a:lnTo>
                    <a:pt x="231197" y="66040"/>
                  </a:lnTo>
                  <a:lnTo>
                    <a:pt x="204395" y="99060"/>
                  </a:lnTo>
                  <a:lnTo>
                    <a:pt x="183591" y="138430"/>
                  </a:lnTo>
                  <a:lnTo>
                    <a:pt x="136376" y="138430"/>
                  </a:lnTo>
                  <a:lnTo>
                    <a:pt x="92965" y="152400"/>
                  </a:lnTo>
                  <a:lnTo>
                    <a:pt x="55491" y="176530"/>
                  </a:lnTo>
                  <a:lnTo>
                    <a:pt x="26083" y="210820"/>
                  </a:lnTo>
                  <a:lnTo>
                    <a:pt x="6876" y="251460"/>
                  </a:lnTo>
                  <a:lnTo>
                    <a:pt x="0" y="298450"/>
                  </a:lnTo>
                  <a:lnTo>
                    <a:pt x="8193" y="349250"/>
                  </a:lnTo>
                  <a:lnTo>
                    <a:pt x="31011" y="392430"/>
                  </a:lnTo>
                  <a:lnTo>
                    <a:pt x="65806" y="427990"/>
                  </a:lnTo>
                  <a:lnTo>
                    <a:pt x="109932" y="450850"/>
                  </a:lnTo>
                  <a:lnTo>
                    <a:pt x="160743" y="458470"/>
                  </a:lnTo>
                  <a:lnTo>
                    <a:pt x="295567" y="458470"/>
                  </a:lnTo>
                  <a:lnTo>
                    <a:pt x="295567" y="449580"/>
                  </a:lnTo>
                  <a:lnTo>
                    <a:pt x="160743" y="449580"/>
                  </a:lnTo>
                  <a:lnTo>
                    <a:pt x="112752" y="441960"/>
                  </a:lnTo>
                  <a:lnTo>
                    <a:pt x="71073" y="420370"/>
                  </a:lnTo>
                  <a:lnTo>
                    <a:pt x="38207" y="387350"/>
                  </a:lnTo>
                  <a:lnTo>
                    <a:pt x="16655" y="345440"/>
                  </a:lnTo>
                  <a:lnTo>
                    <a:pt x="8915" y="298450"/>
                  </a:lnTo>
                  <a:lnTo>
                    <a:pt x="15671" y="252730"/>
                  </a:lnTo>
                  <a:lnTo>
                    <a:pt x="34541" y="213360"/>
                  </a:lnTo>
                  <a:lnTo>
                    <a:pt x="63428" y="181610"/>
                  </a:lnTo>
                  <a:lnTo>
                    <a:pt x="100234" y="158750"/>
                  </a:lnTo>
                  <a:lnTo>
                    <a:pt x="142863" y="147320"/>
                  </a:lnTo>
                  <a:lnTo>
                    <a:pt x="189873" y="147320"/>
                  </a:lnTo>
                  <a:lnTo>
                    <a:pt x="209561" y="109220"/>
                  </a:lnTo>
                  <a:lnTo>
                    <a:pt x="235766" y="74930"/>
                  </a:lnTo>
                  <a:lnTo>
                    <a:pt x="266754" y="48260"/>
                  </a:lnTo>
                  <a:lnTo>
                    <a:pt x="301450" y="27940"/>
                  </a:lnTo>
                  <a:lnTo>
                    <a:pt x="338777" y="15240"/>
                  </a:lnTo>
                  <a:lnTo>
                    <a:pt x="377659" y="8890"/>
                  </a:lnTo>
                  <a:lnTo>
                    <a:pt x="459993" y="8890"/>
                  </a:lnTo>
                  <a:lnTo>
                    <a:pt x="456809" y="7620"/>
                  </a:lnTo>
                  <a:lnTo>
                    <a:pt x="416956" y="0"/>
                  </a:lnTo>
                  <a:close/>
                </a:path>
                <a:path extrusionOk="0" h="724535" w="794384">
                  <a:moveTo>
                    <a:pt x="459993" y="8890"/>
                  </a:moveTo>
                  <a:lnTo>
                    <a:pt x="377659" y="8890"/>
                  </a:lnTo>
                  <a:lnTo>
                    <a:pt x="417022" y="10160"/>
                  </a:lnTo>
                  <a:lnTo>
                    <a:pt x="455787" y="17780"/>
                  </a:lnTo>
                  <a:lnTo>
                    <a:pt x="492880" y="31750"/>
                  </a:lnTo>
                  <a:lnTo>
                    <a:pt x="527224" y="54610"/>
                  </a:lnTo>
                  <a:lnTo>
                    <a:pt x="557743" y="83820"/>
                  </a:lnTo>
                  <a:lnTo>
                    <a:pt x="583361" y="120650"/>
                  </a:lnTo>
                  <a:lnTo>
                    <a:pt x="616173" y="129540"/>
                  </a:lnTo>
                  <a:lnTo>
                    <a:pt x="643455" y="144780"/>
                  </a:lnTo>
                  <a:lnTo>
                    <a:pt x="664236" y="168910"/>
                  </a:lnTo>
                  <a:lnTo>
                    <a:pt x="677545" y="200660"/>
                  </a:lnTo>
                  <a:lnTo>
                    <a:pt x="720487" y="215900"/>
                  </a:lnTo>
                  <a:lnTo>
                    <a:pt x="754510" y="242570"/>
                  </a:lnTo>
                  <a:lnTo>
                    <a:pt x="776907" y="279400"/>
                  </a:lnTo>
                  <a:lnTo>
                    <a:pt x="784974" y="325120"/>
                  </a:lnTo>
                  <a:lnTo>
                    <a:pt x="775130" y="373380"/>
                  </a:lnTo>
                  <a:lnTo>
                    <a:pt x="748284" y="412750"/>
                  </a:lnTo>
                  <a:lnTo>
                    <a:pt x="708464" y="439420"/>
                  </a:lnTo>
                  <a:lnTo>
                    <a:pt x="659701" y="449580"/>
                  </a:lnTo>
                  <a:lnTo>
                    <a:pt x="498195" y="449580"/>
                  </a:lnTo>
                  <a:lnTo>
                    <a:pt x="498195" y="458470"/>
                  </a:lnTo>
                  <a:lnTo>
                    <a:pt x="659701" y="458470"/>
                  </a:lnTo>
                  <a:lnTo>
                    <a:pt x="702113" y="452120"/>
                  </a:lnTo>
                  <a:lnTo>
                    <a:pt x="738948" y="433070"/>
                  </a:lnTo>
                  <a:lnTo>
                    <a:pt x="767997" y="403860"/>
                  </a:lnTo>
                  <a:lnTo>
                    <a:pt x="787048" y="367030"/>
                  </a:lnTo>
                  <a:lnTo>
                    <a:pt x="793889" y="325120"/>
                  </a:lnTo>
                  <a:lnTo>
                    <a:pt x="785722" y="278130"/>
                  </a:lnTo>
                  <a:lnTo>
                    <a:pt x="763004" y="238760"/>
                  </a:lnTo>
                  <a:lnTo>
                    <a:pt x="728411" y="209550"/>
                  </a:lnTo>
                  <a:lnTo>
                    <a:pt x="684618" y="193040"/>
                  </a:lnTo>
                  <a:lnTo>
                    <a:pt x="670511" y="162560"/>
                  </a:lnTo>
                  <a:lnTo>
                    <a:pt x="648730" y="138430"/>
                  </a:lnTo>
                  <a:lnTo>
                    <a:pt x="620941" y="120650"/>
                  </a:lnTo>
                  <a:lnTo>
                    <a:pt x="588810" y="113030"/>
                  </a:lnTo>
                  <a:lnTo>
                    <a:pt x="562106" y="74930"/>
                  </a:lnTo>
                  <a:lnTo>
                    <a:pt x="530477" y="45720"/>
                  </a:lnTo>
                  <a:lnTo>
                    <a:pt x="495014" y="22860"/>
                  </a:lnTo>
                  <a:lnTo>
                    <a:pt x="459993" y="8890"/>
                  </a:lnTo>
                  <a:close/>
                </a:path>
                <a:path extrusionOk="0" h="724535" w="794384">
                  <a:moveTo>
                    <a:pt x="760717" y="316230"/>
                  </a:moveTo>
                  <a:lnTo>
                    <a:pt x="755370" y="316230"/>
                  </a:lnTo>
                  <a:lnTo>
                    <a:pt x="755370" y="320040"/>
                  </a:lnTo>
                  <a:lnTo>
                    <a:pt x="747109" y="360680"/>
                  </a:lnTo>
                  <a:lnTo>
                    <a:pt x="724581" y="393700"/>
                  </a:lnTo>
                  <a:lnTo>
                    <a:pt x="691167" y="416560"/>
                  </a:lnTo>
                  <a:lnTo>
                    <a:pt x="650252" y="425450"/>
                  </a:lnTo>
                  <a:lnTo>
                    <a:pt x="646734" y="425450"/>
                  </a:lnTo>
                  <a:lnTo>
                    <a:pt x="646734" y="430530"/>
                  </a:lnTo>
                  <a:lnTo>
                    <a:pt x="650252" y="430530"/>
                  </a:lnTo>
                  <a:lnTo>
                    <a:pt x="693246" y="421640"/>
                  </a:lnTo>
                  <a:lnTo>
                    <a:pt x="728359" y="397510"/>
                  </a:lnTo>
                  <a:lnTo>
                    <a:pt x="752035" y="363220"/>
                  </a:lnTo>
                  <a:lnTo>
                    <a:pt x="760717" y="320040"/>
                  </a:lnTo>
                  <a:lnTo>
                    <a:pt x="760717" y="316230"/>
                  </a:lnTo>
                  <a:close/>
                </a:path>
                <a:path extrusionOk="0" h="724535" w="794384">
                  <a:moveTo>
                    <a:pt x="41363" y="295910"/>
                  </a:moveTo>
                  <a:lnTo>
                    <a:pt x="36017" y="295910"/>
                  </a:lnTo>
                  <a:lnTo>
                    <a:pt x="36017" y="299720"/>
                  </a:lnTo>
                  <a:lnTo>
                    <a:pt x="46163" y="349250"/>
                  </a:lnTo>
                  <a:lnTo>
                    <a:pt x="73671" y="388620"/>
                  </a:lnTo>
                  <a:lnTo>
                    <a:pt x="114139" y="415290"/>
                  </a:lnTo>
                  <a:lnTo>
                    <a:pt x="163169" y="424180"/>
                  </a:lnTo>
                  <a:lnTo>
                    <a:pt x="166687" y="424180"/>
                  </a:lnTo>
                  <a:lnTo>
                    <a:pt x="166687" y="419100"/>
                  </a:lnTo>
                  <a:lnTo>
                    <a:pt x="163169" y="419100"/>
                  </a:lnTo>
                  <a:lnTo>
                    <a:pt x="116212" y="410210"/>
                  </a:lnTo>
                  <a:lnTo>
                    <a:pt x="77444" y="384810"/>
                  </a:lnTo>
                  <a:lnTo>
                    <a:pt x="51087" y="346710"/>
                  </a:lnTo>
                  <a:lnTo>
                    <a:pt x="41363" y="299720"/>
                  </a:lnTo>
                  <a:lnTo>
                    <a:pt x="41363" y="295910"/>
                  </a:lnTo>
                  <a:close/>
                </a:path>
                <a:path extrusionOk="0" h="724535" w="794384">
                  <a:moveTo>
                    <a:pt x="491724" y="219710"/>
                  </a:moveTo>
                  <a:lnTo>
                    <a:pt x="468706" y="219710"/>
                  </a:lnTo>
                  <a:lnTo>
                    <a:pt x="478784" y="220980"/>
                  </a:lnTo>
                  <a:lnTo>
                    <a:pt x="487038" y="227330"/>
                  </a:lnTo>
                  <a:lnTo>
                    <a:pt x="492616" y="234950"/>
                  </a:lnTo>
                  <a:lnTo>
                    <a:pt x="494665" y="245110"/>
                  </a:lnTo>
                  <a:lnTo>
                    <a:pt x="494665" y="388620"/>
                  </a:lnTo>
                  <a:lnTo>
                    <a:pt x="492616" y="398780"/>
                  </a:lnTo>
                  <a:lnTo>
                    <a:pt x="487038" y="407670"/>
                  </a:lnTo>
                  <a:lnTo>
                    <a:pt x="478784" y="412750"/>
                  </a:lnTo>
                  <a:lnTo>
                    <a:pt x="468706" y="415290"/>
                  </a:lnTo>
                  <a:lnTo>
                    <a:pt x="490280" y="415290"/>
                  </a:lnTo>
                  <a:lnTo>
                    <a:pt x="493334" y="412750"/>
                  </a:lnTo>
                  <a:lnTo>
                    <a:pt x="499938" y="403860"/>
                  </a:lnTo>
                  <a:lnTo>
                    <a:pt x="503301" y="393700"/>
                  </a:lnTo>
                  <a:lnTo>
                    <a:pt x="529183" y="393700"/>
                  </a:lnTo>
                  <a:lnTo>
                    <a:pt x="529183" y="384810"/>
                  </a:lnTo>
                  <a:lnTo>
                    <a:pt x="503580" y="384810"/>
                  </a:lnTo>
                  <a:lnTo>
                    <a:pt x="503580" y="358140"/>
                  </a:lnTo>
                  <a:lnTo>
                    <a:pt x="529183" y="358140"/>
                  </a:lnTo>
                  <a:lnTo>
                    <a:pt x="529183" y="349250"/>
                  </a:lnTo>
                  <a:lnTo>
                    <a:pt x="503580" y="349250"/>
                  </a:lnTo>
                  <a:lnTo>
                    <a:pt x="503580" y="322580"/>
                  </a:lnTo>
                  <a:lnTo>
                    <a:pt x="529183" y="322580"/>
                  </a:lnTo>
                  <a:lnTo>
                    <a:pt x="529183" y="313690"/>
                  </a:lnTo>
                  <a:lnTo>
                    <a:pt x="503580" y="313690"/>
                  </a:lnTo>
                  <a:lnTo>
                    <a:pt x="503580" y="287020"/>
                  </a:lnTo>
                  <a:lnTo>
                    <a:pt x="529183" y="287020"/>
                  </a:lnTo>
                  <a:lnTo>
                    <a:pt x="529183" y="278130"/>
                  </a:lnTo>
                  <a:lnTo>
                    <a:pt x="503580" y="278130"/>
                  </a:lnTo>
                  <a:lnTo>
                    <a:pt x="503580" y="251460"/>
                  </a:lnTo>
                  <a:lnTo>
                    <a:pt x="529183" y="251460"/>
                  </a:lnTo>
                  <a:lnTo>
                    <a:pt x="529183" y="242570"/>
                  </a:lnTo>
                  <a:lnTo>
                    <a:pt x="503440" y="242570"/>
                  </a:lnTo>
                  <a:lnTo>
                    <a:pt x="500211" y="229870"/>
                  </a:lnTo>
                  <a:lnTo>
                    <a:pt x="493342" y="220980"/>
                  </a:lnTo>
                  <a:lnTo>
                    <a:pt x="491724" y="219710"/>
                  </a:lnTo>
                  <a:close/>
                </a:path>
                <a:path extrusionOk="0" h="724535" w="794384">
                  <a:moveTo>
                    <a:pt x="467321" y="238760"/>
                  </a:moveTo>
                  <a:lnTo>
                    <a:pt x="326567" y="238760"/>
                  </a:lnTo>
                  <a:lnTo>
                    <a:pt x="318719" y="246380"/>
                  </a:lnTo>
                  <a:lnTo>
                    <a:pt x="318719" y="387350"/>
                  </a:lnTo>
                  <a:lnTo>
                    <a:pt x="326567" y="394970"/>
                  </a:lnTo>
                  <a:lnTo>
                    <a:pt x="467321" y="394970"/>
                  </a:lnTo>
                  <a:lnTo>
                    <a:pt x="472554" y="389890"/>
                  </a:lnTo>
                  <a:lnTo>
                    <a:pt x="329514" y="389890"/>
                  </a:lnTo>
                  <a:lnTo>
                    <a:pt x="324065" y="384810"/>
                  </a:lnTo>
                  <a:lnTo>
                    <a:pt x="324065" y="248920"/>
                  </a:lnTo>
                  <a:lnTo>
                    <a:pt x="329514" y="243840"/>
                  </a:lnTo>
                  <a:lnTo>
                    <a:pt x="472554" y="243840"/>
                  </a:lnTo>
                  <a:lnTo>
                    <a:pt x="467321" y="238760"/>
                  </a:lnTo>
                  <a:close/>
                </a:path>
                <a:path extrusionOk="0" h="724535" w="794384">
                  <a:moveTo>
                    <a:pt x="472554" y="243840"/>
                  </a:moveTo>
                  <a:lnTo>
                    <a:pt x="464362" y="243840"/>
                  </a:lnTo>
                  <a:lnTo>
                    <a:pt x="469823" y="248920"/>
                  </a:lnTo>
                  <a:lnTo>
                    <a:pt x="469823" y="384810"/>
                  </a:lnTo>
                  <a:lnTo>
                    <a:pt x="464362" y="389890"/>
                  </a:lnTo>
                  <a:lnTo>
                    <a:pt x="472554" y="389890"/>
                  </a:lnTo>
                  <a:lnTo>
                    <a:pt x="475170" y="387350"/>
                  </a:lnTo>
                  <a:lnTo>
                    <a:pt x="475170" y="246380"/>
                  </a:lnTo>
                  <a:lnTo>
                    <a:pt x="472554" y="243840"/>
                  </a:lnTo>
                  <a:close/>
                </a:path>
                <a:path extrusionOk="0" h="724535" w="794384">
                  <a:moveTo>
                    <a:pt x="255206" y="349250"/>
                  </a:moveTo>
                  <a:lnTo>
                    <a:pt x="231724" y="349250"/>
                  </a:lnTo>
                  <a:lnTo>
                    <a:pt x="231724" y="358140"/>
                  </a:lnTo>
                  <a:lnTo>
                    <a:pt x="255206" y="358140"/>
                  </a:lnTo>
                  <a:lnTo>
                    <a:pt x="255206" y="349250"/>
                  </a:lnTo>
                  <a:close/>
                </a:path>
                <a:path extrusionOk="0" h="724535" w="794384">
                  <a:moveTo>
                    <a:pt x="561822" y="349250"/>
                  </a:moveTo>
                  <a:lnTo>
                    <a:pt x="538353" y="349250"/>
                  </a:lnTo>
                  <a:lnTo>
                    <a:pt x="538353" y="358140"/>
                  </a:lnTo>
                  <a:lnTo>
                    <a:pt x="561822" y="358140"/>
                  </a:lnTo>
                  <a:lnTo>
                    <a:pt x="561822" y="349250"/>
                  </a:lnTo>
                  <a:close/>
                </a:path>
                <a:path extrusionOk="0" h="724535" w="794384">
                  <a:moveTo>
                    <a:pt x="223431" y="313690"/>
                  </a:moveTo>
                  <a:lnTo>
                    <a:pt x="205828" y="313690"/>
                  </a:lnTo>
                  <a:lnTo>
                    <a:pt x="205828" y="322580"/>
                  </a:lnTo>
                  <a:lnTo>
                    <a:pt x="223431" y="322580"/>
                  </a:lnTo>
                  <a:lnTo>
                    <a:pt x="223431" y="313690"/>
                  </a:lnTo>
                  <a:close/>
                </a:path>
                <a:path extrusionOk="0" h="724535" w="794384">
                  <a:moveTo>
                    <a:pt x="255206" y="313690"/>
                  </a:moveTo>
                  <a:lnTo>
                    <a:pt x="231724" y="313690"/>
                  </a:lnTo>
                  <a:lnTo>
                    <a:pt x="231724" y="322580"/>
                  </a:lnTo>
                  <a:lnTo>
                    <a:pt x="255206" y="322580"/>
                  </a:lnTo>
                  <a:lnTo>
                    <a:pt x="255206" y="313690"/>
                  </a:lnTo>
                  <a:close/>
                </a:path>
                <a:path extrusionOk="0" h="724535" w="794384">
                  <a:moveTo>
                    <a:pt x="561822" y="313690"/>
                  </a:moveTo>
                  <a:lnTo>
                    <a:pt x="538353" y="313690"/>
                  </a:lnTo>
                  <a:lnTo>
                    <a:pt x="538353" y="322580"/>
                  </a:lnTo>
                  <a:lnTo>
                    <a:pt x="561822" y="322580"/>
                  </a:lnTo>
                  <a:lnTo>
                    <a:pt x="561822" y="313690"/>
                  </a:lnTo>
                  <a:close/>
                </a:path>
                <a:path extrusionOk="0" h="724535" w="794384">
                  <a:moveTo>
                    <a:pt x="587717" y="313690"/>
                  </a:moveTo>
                  <a:lnTo>
                    <a:pt x="570115" y="313690"/>
                  </a:lnTo>
                  <a:lnTo>
                    <a:pt x="570115" y="322580"/>
                  </a:lnTo>
                  <a:lnTo>
                    <a:pt x="587717" y="322580"/>
                  </a:lnTo>
                  <a:lnTo>
                    <a:pt x="587717" y="313690"/>
                  </a:lnTo>
                  <a:close/>
                </a:path>
                <a:path extrusionOk="0" h="724535" w="794384">
                  <a:moveTo>
                    <a:pt x="196926" y="278130"/>
                  </a:moveTo>
                  <a:lnTo>
                    <a:pt x="182270" y="278130"/>
                  </a:lnTo>
                  <a:lnTo>
                    <a:pt x="182270" y="287020"/>
                  </a:lnTo>
                  <a:lnTo>
                    <a:pt x="196926" y="287020"/>
                  </a:lnTo>
                  <a:lnTo>
                    <a:pt x="196926" y="278130"/>
                  </a:lnTo>
                  <a:close/>
                </a:path>
                <a:path extrusionOk="0" h="724535" w="794384">
                  <a:moveTo>
                    <a:pt x="223431" y="278130"/>
                  </a:moveTo>
                  <a:lnTo>
                    <a:pt x="205828" y="278130"/>
                  </a:lnTo>
                  <a:lnTo>
                    <a:pt x="205828" y="287020"/>
                  </a:lnTo>
                  <a:lnTo>
                    <a:pt x="223431" y="287020"/>
                  </a:lnTo>
                  <a:lnTo>
                    <a:pt x="223431" y="278130"/>
                  </a:lnTo>
                  <a:close/>
                </a:path>
                <a:path extrusionOk="0" h="724535" w="794384">
                  <a:moveTo>
                    <a:pt x="255206" y="278130"/>
                  </a:moveTo>
                  <a:lnTo>
                    <a:pt x="231724" y="278130"/>
                  </a:lnTo>
                  <a:lnTo>
                    <a:pt x="231724" y="287020"/>
                  </a:lnTo>
                  <a:lnTo>
                    <a:pt x="255206" y="287020"/>
                  </a:lnTo>
                  <a:lnTo>
                    <a:pt x="255206" y="278130"/>
                  </a:lnTo>
                  <a:close/>
                </a:path>
                <a:path extrusionOk="0" h="724535" w="794384">
                  <a:moveTo>
                    <a:pt x="561822" y="278130"/>
                  </a:moveTo>
                  <a:lnTo>
                    <a:pt x="538353" y="278130"/>
                  </a:lnTo>
                  <a:lnTo>
                    <a:pt x="538353" y="287020"/>
                  </a:lnTo>
                  <a:lnTo>
                    <a:pt x="561822" y="287020"/>
                  </a:lnTo>
                  <a:lnTo>
                    <a:pt x="561822" y="278130"/>
                  </a:lnTo>
                  <a:close/>
                </a:path>
                <a:path extrusionOk="0" h="724535" w="794384">
                  <a:moveTo>
                    <a:pt x="587717" y="278130"/>
                  </a:moveTo>
                  <a:lnTo>
                    <a:pt x="570115" y="278130"/>
                  </a:lnTo>
                  <a:lnTo>
                    <a:pt x="570115" y="287020"/>
                  </a:lnTo>
                  <a:lnTo>
                    <a:pt x="587717" y="287020"/>
                  </a:lnTo>
                  <a:lnTo>
                    <a:pt x="587717" y="278130"/>
                  </a:lnTo>
                  <a:close/>
                </a:path>
                <a:path extrusionOk="0" h="724535" w="794384">
                  <a:moveTo>
                    <a:pt x="611289" y="278130"/>
                  </a:moveTo>
                  <a:lnTo>
                    <a:pt x="596620" y="278130"/>
                  </a:lnTo>
                  <a:lnTo>
                    <a:pt x="596620" y="287020"/>
                  </a:lnTo>
                  <a:lnTo>
                    <a:pt x="611289" y="287020"/>
                  </a:lnTo>
                  <a:lnTo>
                    <a:pt x="611289" y="278130"/>
                  </a:lnTo>
                  <a:close/>
                </a:path>
                <a:path extrusionOk="0" h="724535" w="794384">
                  <a:moveTo>
                    <a:pt x="196926" y="242570"/>
                  </a:moveTo>
                  <a:lnTo>
                    <a:pt x="182270" y="242570"/>
                  </a:lnTo>
                  <a:lnTo>
                    <a:pt x="182270" y="251460"/>
                  </a:lnTo>
                  <a:lnTo>
                    <a:pt x="196926" y="251460"/>
                  </a:lnTo>
                  <a:lnTo>
                    <a:pt x="196926" y="242570"/>
                  </a:lnTo>
                  <a:close/>
                </a:path>
                <a:path extrusionOk="0" h="724535" w="794384">
                  <a:moveTo>
                    <a:pt x="223431" y="242570"/>
                  </a:moveTo>
                  <a:lnTo>
                    <a:pt x="205828" y="242570"/>
                  </a:lnTo>
                  <a:lnTo>
                    <a:pt x="205828" y="251460"/>
                  </a:lnTo>
                  <a:lnTo>
                    <a:pt x="223431" y="251460"/>
                  </a:lnTo>
                  <a:lnTo>
                    <a:pt x="223431" y="242570"/>
                  </a:lnTo>
                  <a:close/>
                </a:path>
                <a:path extrusionOk="0" h="724535" w="794384">
                  <a:moveTo>
                    <a:pt x="255206" y="242570"/>
                  </a:moveTo>
                  <a:lnTo>
                    <a:pt x="231724" y="242570"/>
                  </a:lnTo>
                  <a:lnTo>
                    <a:pt x="231724" y="251460"/>
                  </a:lnTo>
                  <a:lnTo>
                    <a:pt x="255206" y="251460"/>
                  </a:lnTo>
                  <a:lnTo>
                    <a:pt x="255206" y="242570"/>
                  </a:lnTo>
                  <a:close/>
                </a:path>
                <a:path extrusionOk="0" h="724535" w="794384">
                  <a:moveTo>
                    <a:pt x="561822" y="242570"/>
                  </a:moveTo>
                  <a:lnTo>
                    <a:pt x="538353" y="242570"/>
                  </a:lnTo>
                  <a:lnTo>
                    <a:pt x="538353" y="251460"/>
                  </a:lnTo>
                  <a:lnTo>
                    <a:pt x="561822" y="251460"/>
                  </a:lnTo>
                  <a:lnTo>
                    <a:pt x="561822" y="242570"/>
                  </a:lnTo>
                  <a:close/>
                </a:path>
                <a:path extrusionOk="0" h="724535" w="794384">
                  <a:moveTo>
                    <a:pt x="587717" y="242570"/>
                  </a:moveTo>
                  <a:lnTo>
                    <a:pt x="570115" y="242570"/>
                  </a:lnTo>
                  <a:lnTo>
                    <a:pt x="570115" y="251460"/>
                  </a:lnTo>
                  <a:lnTo>
                    <a:pt x="587717" y="251460"/>
                  </a:lnTo>
                  <a:lnTo>
                    <a:pt x="587717" y="242570"/>
                  </a:lnTo>
                  <a:close/>
                </a:path>
                <a:path extrusionOk="0" h="724535" w="794384">
                  <a:moveTo>
                    <a:pt x="611289" y="242570"/>
                  </a:moveTo>
                  <a:lnTo>
                    <a:pt x="596620" y="242570"/>
                  </a:lnTo>
                  <a:lnTo>
                    <a:pt x="596620" y="251460"/>
                  </a:lnTo>
                  <a:lnTo>
                    <a:pt x="611289" y="251460"/>
                  </a:lnTo>
                  <a:lnTo>
                    <a:pt x="611289" y="242570"/>
                  </a:lnTo>
                  <a:close/>
                </a:path>
                <a:path extrusionOk="0" h="724535" w="794384">
                  <a:moveTo>
                    <a:pt x="365201" y="185420"/>
                  </a:moveTo>
                  <a:lnTo>
                    <a:pt x="356285" y="185420"/>
                  </a:lnTo>
                  <a:lnTo>
                    <a:pt x="356285" y="210820"/>
                  </a:lnTo>
                  <a:lnTo>
                    <a:pt x="365201" y="210820"/>
                  </a:lnTo>
                  <a:lnTo>
                    <a:pt x="365201" y="185420"/>
                  </a:lnTo>
                  <a:close/>
                </a:path>
                <a:path extrusionOk="0" h="724535" w="794384">
                  <a:moveTo>
                    <a:pt x="400761" y="185420"/>
                  </a:moveTo>
                  <a:lnTo>
                    <a:pt x="391845" y="185420"/>
                  </a:lnTo>
                  <a:lnTo>
                    <a:pt x="391845" y="210820"/>
                  </a:lnTo>
                  <a:lnTo>
                    <a:pt x="400761" y="210820"/>
                  </a:lnTo>
                  <a:lnTo>
                    <a:pt x="400761" y="185420"/>
                  </a:lnTo>
                  <a:close/>
                </a:path>
                <a:path extrusionOk="0" h="724535" w="794384">
                  <a:moveTo>
                    <a:pt x="436321" y="185420"/>
                  </a:moveTo>
                  <a:lnTo>
                    <a:pt x="427405" y="185420"/>
                  </a:lnTo>
                  <a:lnTo>
                    <a:pt x="427405" y="210820"/>
                  </a:lnTo>
                  <a:lnTo>
                    <a:pt x="436321" y="210820"/>
                  </a:lnTo>
                  <a:lnTo>
                    <a:pt x="436321" y="185420"/>
                  </a:lnTo>
                  <a:close/>
                </a:path>
                <a:path extrusionOk="0" h="724535" w="794384">
                  <a:moveTo>
                    <a:pt x="471881" y="185420"/>
                  </a:moveTo>
                  <a:lnTo>
                    <a:pt x="462965" y="185420"/>
                  </a:lnTo>
                  <a:lnTo>
                    <a:pt x="462965" y="210820"/>
                  </a:lnTo>
                  <a:lnTo>
                    <a:pt x="471881" y="210820"/>
                  </a:lnTo>
                  <a:lnTo>
                    <a:pt x="471881" y="185420"/>
                  </a:lnTo>
                  <a:close/>
                </a:path>
                <a:path extrusionOk="0" h="724535" w="794384">
                  <a:moveTo>
                    <a:pt x="329641" y="153670"/>
                  </a:moveTo>
                  <a:lnTo>
                    <a:pt x="320725" y="153670"/>
                  </a:lnTo>
                  <a:lnTo>
                    <a:pt x="320725" y="176530"/>
                  </a:lnTo>
                  <a:lnTo>
                    <a:pt x="329641" y="176530"/>
                  </a:lnTo>
                  <a:lnTo>
                    <a:pt x="329641" y="153670"/>
                  </a:lnTo>
                  <a:close/>
                </a:path>
                <a:path extrusionOk="0" h="724535" w="794384">
                  <a:moveTo>
                    <a:pt x="365633" y="153670"/>
                  </a:moveTo>
                  <a:lnTo>
                    <a:pt x="356717" y="153670"/>
                  </a:lnTo>
                  <a:lnTo>
                    <a:pt x="356717" y="176530"/>
                  </a:lnTo>
                  <a:lnTo>
                    <a:pt x="365633" y="176530"/>
                  </a:lnTo>
                  <a:lnTo>
                    <a:pt x="365633" y="153670"/>
                  </a:lnTo>
                  <a:close/>
                </a:path>
                <a:path extrusionOk="0" h="724535" w="794384">
                  <a:moveTo>
                    <a:pt x="400951" y="153670"/>
                  </a:moveTo>
                  <a:lnTo>
                    <a:pt x="392036" y="153670"/>
                  </a:lnTo>
                  <a:lnTo>
                    <a:pt x="392036" y="176530"/>
                  </a:lnTo>
                  <a:lnTo>
                    <a:pt x="400951" y="176530"/>
                  </a:lnTo>
                  <a:lnTo>
                    <a:pt x="400951" y="153670"/>
                  </a:lnTo>
                  <a:close/>
                </a:path>
                <a:path extrusionOk="0" h="724535" w="794384">
                  <a:moveTo>
                    <a:pt x="436473" y="153670"/>
                  </a:moveTo>
                  <a:lnTo>
                    <a:pt x="427558" y="153670"/>
                  </a:lnTo>
                  <a:lnTo>
                    <a:pt x="427558" y="176530"/>
                  </a:lnTo>
                  <a:lnTo>
                    <a:pt x="436473" y="176530"/>
                  </a:lnTo>
                  <a:lnTo>
                    <a:pt x="436473" y="153670"/>
                  </a:lnTo>
                  <a:close/>
                </a:path>
                <a:path extrusionOk="0" h="724535" w="794384">
                  <a:moveTo>
                    <a:pt x="472325" y="153670"/>
                  </a:moveTo>
                  <a:lnTo>
                    <a:pt x="463410" y="153670"/>
                  </a:lnTo>
                  <a:lnTo>
                    <a:pt x="463410" y="176530"/>
                  </a:lnTo>
                  <a:lnTo>
                    <a:pt x="472325" y="176530"/>
                  </a:lnTo>
                  <a:lnTo>
                    <a:pt x="472325" y="153670"/>
                  </a:lnTo>
                  <a:close/>
                </a:path>
                <a:path extrusionOk="0" h="724535" w="794384">
                  <a:moveTo>
                    <a:pt x="189873" y="147320"/>
                  </a:moveTo>
                  <a:lnTo>
                    <a:pt x="142863" y="147320"/>
                  </a:lnTo>
                  <a:lnTo>
                    <a:pt x="189217" y="148590"/>
                  </a:lnTo>
                  <a:lnTo>
                    <a:pt x="189873" y="147320"/>
                  </a:lnTo>
                  <a:close/>
                </a:path>
                <a:path extrusionOk="0" h="724535" w="794384">
                  <a:moveTo>
                    <a:pt x="363639" y="128270"/>
                  </a:moveTo>
                  <a:lnTo>
                    <a:pt x="358711" y="128270"/>
                  </a:lnTo>
                  <a:lnTo>
                    <a:pt x="356717" y="130810"/>
                  </a:lnTo>
                  <a:lnTo>
                    <a:pt x="356717" y="144780"/>
                  </a:lnTo>
                  <a:lnTo>
                    <a:pt x="365633" y="144780"/>
                  </a:lnTo>
                  <a:lnTo>
                    <a:pt x="365633" y="130810"/>
                  </a:lnTo>
                  <a:lnTo>
                    <a:pt x="363639" y="128270"/>
                  </a:lnTo>
                  <a:close/>
                </a:path>
                <a:path extrusionOk="0" h="724535" w="794384">
                  <a:moveTo>
                    <a:pt x="398957" y="128270"/>
                  </a:moveTo>
                  <a:lnTo>
                    <a:pt x="394030" y="128270"/>
                  </a:lnTo>
                  <a:lnTo>
                    <a:pt x="392036" y="130810"/>
                  </a:lnTo>
                  <a:lnTo>
                    <a:pt x="392036" y="144780"/>
                  </a:lnTo>
                  <a:lnTo>
                    <a:pt x="400951" y="144780"/>
                  </a:lnTo>
                  <a:lnTo>
                    <a:pt x="400951" y="130810"/>
                  </a:lnTo>
                  <a:lnTo>
                    <a:pt x="398957" y="128270"/>
                  </a:lnTo>
                  <a:close/>
                </a:path>
                <a:path extrusionOk="0" h="724535" w="794384">
                  <a:moveTo>
                    <a:pt x="434479" y="128270"/>
                  </a:moveTo>
                  <a:lnTo>
                    <a:pt x="429552" y="128270"/>
                  </a:lnTo>
                  <a:lnTo>
                    <a:pt x="427558" y="130810"/>
                  </a:lnTo>
                  <a:lnTo>
                    <a:pt x="427558" y="144780"/>
                  </a:lnTo>
                  <a:lnTo>
                    <a:pt x="436473" y="144780"/>
                  </a:lnTo>
                  <a:lnTo>
                    <a:pt x="436473" y="130810"/>
                  </a:lnTo>
                  <a:lnTo>
                    <a:pt x="434479" y="128270"/>
                  </a:lnTo>
                  <a:close/>
                </a:path>
                <a:path extrusionOk="0" h="724535" w="794384">
                  <a:moveTo>
                    <a:pt x="400951" y="104140"/>
                  </a:moveTo>
                  <a:lnTo>
                    <a:pt x="392036" y="104140"/>
                  </a:lnTo>
                  <a:lnTo>
                    <a:pt x="392036" y="118110"/>
                  </a:lnTo>
                  <a:lnTo>
                    <a:pt x="400951" y="118110"/>
                  </a:lnTo>
                  <a:lnTo>
                    <a:pt x="400951" y="104140"/>
                  </a:lnTo>
                  <a:close/>
                </a:path>
                <a:path extrusionOk="0" h="724535" w="794384">
                  <a:moveTo>
                    <a:pt x="380233" y="30480"/>
                  </a:moveTo>
                  <a:lnTo>
                    <a:pt x="337250" y="39370"/>
                  </a:lnTo>
                  <a:lnTo>
                    <a:pt x="296925" y="57150"/>
                  </a:lnTo>
                  <a:lnTo>
                    <a:pt x="261035" y="83820"/>
                  </a:lnTo>
                  <a:lnTo>
                    <a:pt x="258508" y="86360"/>
                  </a:lnTo>
                  <a:lnTo>
                    <a:pt x="262204" y="90170"/>
                  </a:lnTo>
                  <a:lnTo>
                    <a:pt x="264731" y="87630"/>
                  </a:lnTo>
                  <a:lnTo>
                    <a:pt x="309080" y="55880"/>
                  </a:lnTo>
                  <a:lnTo>
                    <a:pt x="359510" y="39370"/>
                  </a:lnTo>
                  <a:lnTo>
                    <a:pt x="412623" y="36830"/>
                  </a:lnTo>
                  <a:lnTo>
                    <a:pt x="438414" y="36830"/>
                  </a:lnTo>
                  <a:lnTo>
                    <a:pt x="424094" y="33020"/>
                  </a:lnTo>
                  <a:lnTo>
                    <a:pt x="380233" y="30480"/>
                  </a:lnTo>
                  <a:close/>
                </a:path>
                <a:path extrusionOk="0" h="724535" w="794384">
                  <a:moveTo>
                    <a:pt x="438414" y="36830"/>
                  </a:moveTo>
                  <a:lnTo>
                    <a:pt x="412623" y="36830"/>
                  </a:lnTo>
                  <a:lnTo>
                    <a:pt x="465023" y="49530"/>
                  </a:lnTo>
                  <a:lnTo>
                    <a:pt x="468261" y="50800"/>
                  </a:lnTo>
                  <a:lnTo>
                    <a:pt x="470293" y="45720"/>
                  </a:lnTo>
                  <a:lnTo>
                    <a:pt x="467055" y="44450"/>
                  </a:lnTo>
                  <a:lnTo>
                    <a:pt x="438414" y="36830"/>
                  </a:lnTo>
                  <a:close/>
                </a:path>
                <a:path extrusionOk="0" h="724535" w="794384">
                  <a:moveTo>
                    <a:pt x="401154" y="706793"/>
                  </a:moveTo>
                  <a:lnTo>
                    <a:pt x="392239" y="706793"/>
                  </a:lnTo>
                  <a:lnTo>
                    <a:pt x="392239" y="724395"/>
                  </a:lnTo>
                  <a:lnTo>
                    <a:pt x="401154" y="724395"/>
                  </a:lnTo>
                  <a:lnTo>
                    <a:pt x="401154" y="706793"/>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70" name="Google Shape;270;p6"/>
          <p:cNvGrpSpPr/>
          <p:nvPr/>
        </p:nvGrpSpPr>
        <p:grpSpPr>
          <a:xfrm>
            <a:off x="927719" y="3693228"/>
            <a:ext cx="1113790" cy="1040765"/>
            <a:chOff x="927719" y="3693228"/>
            <a:chExt cx="1113790" cy="1040765"/>
          </a:xfrm>
        </p:grpSpPr>
        <p:sp>
          <p:nvSpPr>
            <p:cNvPr id="271" name="Google Shape;271;p6"/>
            <p:cNvSpPr/>
            <p:nvPr/>
          </p:nvSpPr>
          <p:spPr>
            <a:xfrm>
              <a:off x="927719" y="3693228"/>
              <a:ext cx="1113790" cy="1040765"/>
            </a:xfrm>
            <a:custGeom>
              <a:rect b="b" l="l" r="r" t="t"/>
              <a:pathLst>
                <a:path extrusionOk="0" h="1040764" w="1113789">
                  <a:moveTo>
                    <a:pt x="95872" y="0"/>
                  </a:moveTo>
                  <a:lnTo>
                    <a:pt x="94297" y="0"/>
                  </a:lnTo>
                  <a:lnTo>
                    <a:pt x="80251" y="1270"/>
                  </a:lnTo>
                  <a:lnTo>
                    <a:pt x="37503" y="19799"/>
                  </a:lnTo>
                  <a:lnTo>
                    <a:pt x="8534" y="56299"/>
                  </a:lnTo>
                  <a:lnTo>
                    <a:pt x="0" y="944714"/>
                  </a:lnTo>
                  <a:lnTo>
                    <a:pt x="1270" y="960323"/>
                  </a:lnTo>
                  <a:lnTo>
                    <a:pt x="19799" y="1003071"/>
                  </a:lnTo>
                  <a:lnTo>
                    <a:pt x="57734" y="1032687"/>
                  </a:lnTo>
                  <a:lnTo>
                    <a:pt x="1021041" y="1040536"/>
                  </a:lnTo>
                  <a:lnTo>
                    <a:pt x="1038148" y="1038440"/>
                  </a:lnTo>
                  <a:lnTo>
                    <a:pt x="1076286" y="1020775"/>
                  </a:lnTo>
                  <a:lnTo>
                    <a:pt x="1105255" y="984275"/>
                  </a:lnTo>
                  <a:lnTo>
                    <a:pt x="1113790"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 name="Google Shape;272;p6"/>
            <p:cNvSpPr/>
            <p:nvPr/>
          </p:nvSpPr>
          <p:spPr>
            <a:xfrm>
              <a:off x="1126689" y="3851205"/>
              <a:ext cx="716280" cy="725170"/>
            </a:xfrm>
            <a:custGeom>
              <a:rect b="b" l="l" r="r" t="t"/>
              <a:pathLst>
                <a:path extrusionOk="0" h="725170" w="716280">
                  <a:moveTo>
                    <a:pt x="487121" y="375919"/>
                  </a:moveTo>
                  <a:lnTo>
                    <a:pt x="461200" y="375919"/>
                  </a:lnTo>
                  <a:lnTo>
                    <a:pt x="461200" y="598169"/>
                  </a:lnTo>
                  <a:lnTo>
                    <a:pt x="465757" y="621029"/>
                  </a:lnTo>
                  <a:lnTo>
                    <a:pt x="478135" y="638810"/>
                  </a:lnTo>
                  <a:lnTo>
                    <a:pt x="496487" y="651510"/>
                  </a:lnTo>
                  <a:lnTo>
                    <a:pt x="518960" y="656590"/>
                  </a:lnTo>
                  <a:lnTo>
                    <a:pt x="550900" y="656590"/>
                  </a:lnTo>
                  <a:lnTo>
                    <a:pt x="550900" y="687069"/>
                  </a:lnTo>
                  <a:lnTo>
                    <a:pt x="553961" y="702310"/>
                  </a:lnTo>
                  <a:lnTo>
                    <a:pt x="562294" y="715010"/>
                  </a:lnTo>
                  <a:lnTo>
                    <a:pt x="574648" y="722629"/>
                  </a:lnTo>
                  <a:lnTo>
                    <a:pt x="589775" y="725169"/>
                  </a:lnTo>
                  <a:lnTo>
                    <a:pt x="677125" y="725169"/>
                  </a:lnTo>
                  <a:lnTo>
                    <a:pt x="692252" y="722629"/>
                  </a:lnTo>
                  <a:lnTo>
                    <a:pt x="704607" y="715010"/>
                  </a:lnTo>
                  <a:lnTo>
                    <a:pt x="712939" y="702310"/>
                  </a:lnTo>
                  <a:lnTo>
                    <a:pt x="716000" y="687069"/>
                  </a:lnTo>
                  <a:lnTo>
                    <a:pt x="716000" y="629919"/>
                  </a:lnTo>
                  <a:lnTo>
                    <a:pt x="518960" y="629919"/>
                  </a:lnTo>
                  <a:lnTo>
                    <a:pt x="506573" y="627379"/>
                  </a:lnTo>
                  <a:lnTo>
                    <a:pt x="496458" y="621029"/>
                  </a:lnTo>
                  <a:lnTo>
                    <a:pt x="489635" y="610869"/>
                  </a:lnTo>
                  <a:lnTo>
                    <a:pt x="487121" y="598169"/>
                  </a:lnTo>
                  <a:lnTo>
                    <a:pt x="487121" y="375919"/>
                  </a:lnTo>
                  <a:close/>
                </a:path>
                <a:path extrusionOk="0" h="725170" w="716280">
                  <a:moveTo>
                    <a:pt x="677125" y="560069"/>
                  </a:moveTo>
                  <a:lnTo>
                    <a:pt x="589775" y="560069"/>
                  </a:lnTo>
                  <a:lnTo>
                    <a:pt x="582151" y="561340"/>
                  </a:lnTo>
                  <a:lnTo>
                    <a:pt x="551646" y="591819"/>
                  </a:lnTo>
                  <a:lnTo>
                    <a:pt x="550900" y="629919"/>
                  </a:lnTo>
                  <a:lnTo>
                    <a:pt x="716000" y="629919"/>
                  </a:lnTo>
                  <a:lnTo>
                    <a:pt x="715254" y="591819"/>
                  </a:lnTo>
                  <a:lnTo>
                    <a:pt x="684747" y="561340"/>
                  </a:lnTo>
                  <a:lnTo>
                    <a:pt x="677125" y="560069"/>
                  </a:lnTo>
                  <a:close/>
                </a:path>
                <a:path extrusionOk="0" h="725170" w="716280">
                  <a:moveTo>
                    <a:pt x="302706" y="483869"/>
                  </a:moveTo>
                  <a:lnTo>
                    <a:pt x="38874" y="483869"/>
                  </a:lnTo>
                  <a:lnTo>
                    <a:pt x="23747" y="486409"/>
                  </a:lnTo>
                  <a:lnTo>
                    <a:pt x="11393" y="495299"/>
                  </a:lnTo>
                  <a:lnTo>
                    <a:pt x="3061" y="507999"/>
                  </a:lnTo>
                  <a:lnTo>
                    <a:pt x="0" y="521969"/>
                  </a:lnTo>
                  <a:lnTo>
                    <a:pt x="0" y="577849"/>
                  </a:lnTo>
                  <a:lnTo>
                    <a:pt x="3084" y="591819"/>
                  </a:lnTo>
                  <a:lnTo>
                    <a:pt x="11417" y="604519"/>
                  </a:lnTo>
                  <a:lnTo>
                    <a:pt x="23760" y="613410"/>
                  </a:lnTo>
                  <a:lnTo>
                    <a:pt x="38874" y="615949"/>
                  </a:lnTo>
                  <a:lnTo>
                    <a:pt x="295084" y="615949"/>
                  </a:lnTo>
                  <a:lnTo>
                    <a:pt x="310211" y="613410"/>
                  </a:lnTo>
                  <a:lnTo>
                    <a:pt x="322565" y="604519"/>
                  </a:lnTo>
                  <a:lnTo>
                    <a:pt x="330897" y="591819"/>
                  </a:lnTo>
                  <a:lnTo>
                    <a:pt x="333959" y="577849"/>
                  </a:lnTo>
                  <a:lnTo>
                    <a:pt x="333959" y="562610"/>
                  </a:lnTo>
                  <a:lnTo>
                    <a:pt x="67055" y="562610"/>
                  </a:lnTo>
                  <a:lnTo>
                    <a:pt x="63753" y="561340"/>
                  </a:lnTo>
                  <a:lnTo>
                    <a:pt x="58889" y="556260"/>
                  </a:lnTo>
                  <a:lnTo>
                    <a:pt x="57530" y="553719"/>
                  </a:lnTo>
                  <a:lnTo>
                    <a:pt x="57543" y="542290"/>
                  </a:lnTo>
                  <a:lnTo>
                    <a:pt x="63334" y="537210"/>
                  </a:lnTo>
                  <a:lnTo>
                    <a:pt x="333959" y="537210"/>
                  </a:lnTo>
                  <a:lnTo>
                    <a:pt x="333959" y="521969"/>
                  </a:lnTo>
                  <a:lnTo>
                    <a:pt x="309967" y="486409"/>
                  </a:lnTo>
                  <a:lnTo>
                    <a:pt x="302706" y="483869"/>
                  </a:lnTo>
                  <a:close/>
                </a:path>
                <a:path extrusionOk="0" h="725170" w="716280">
                  <a:moveTo>
                    <a:pt x="171284" y="537210"/>
                  </a:moveTo>
                  <a:lnTo>
                    <a:pt x="77647" y="537210"/>
                  </a:lnTo>
                  <a:lnTo>
                    <a:pt x="83451" y="542290"/>
                  </a:lnTo>
                  <a:lnTo>
                    <a:pt x="83451" y="557529"/>
                  </a:lnTo>
                  <a:lnTo>
                    <a:pt x="77647" y="562610"/>
                  </a:lnTo>
                  <a:lnTo>
                    <a:pt x="171284" y="562610"/>
                  </a:lnTo>
                  <a:lnTo>
                    <a:pt x="165493" y="557529"/>
                  </a:lnTo>
                  <a:lnTo>
                    <a:pt x="165493" y="542290"/>
                  </a:lnTo>
                  <a:lnTo>
                    <a:pt x="171284" y="537210"/>
                  </a:lnTo>
                  <a:close/>
                </a:path>
                <a:path extrusionOk="0" h="725170" w="716280">
                  <a:moveTo>
                    <a:pt x="333959" y="537210"/>
                  </a:moveTo>
                  <a:lnTo>
                    <a:pt x="283578" y="537210"/>
                  </a:lnTo>
                  <a:lnTo>
                    <a:pt x="289382" y="542290"/>
                  </a:lnTo>
                  <a:lnTo>
                    <a:pt x="289382" y="557529"/>
                  </a:lnTo>
                  <a:lnTo>
                    <a:pt x="283578" y="562610"/>
                  </a:lnTo>
                  <a:lnTo>
                    <a:pt x="333959" y="562610"/>
                  </a:lnTo>
                  <a:lnTo>
                    <a:pt x="333959" y="537210"/>
                  </a:lnTo>
                  <a:close/>
                </a:path>
                <a:path extrusionOk="0" h="725170" w="716280">
                  <a:moveTo>
                    <a:pt x="79717" y="429259"/>
                  </a:moveTo>
                  <a:lnTo>
                    <a:pt x="53797" y="429259"/>
                  </a:lnTo>
                  <a:lnTo>
                    <a:pt x="53797" y="483869"/>
                  </a:lnTo>
                  <a:lnTo>
                    <a:pt x="79717" y="483869"/>
                  </a:lnTo>
                  <a:lnTo>
                    <a:pt x="79717" y="429259"/>
                  </a:lnTo>
                  <a:close/>
                </a:path>
                <a:path extrusionOk="0" h="725170" w="716280">
                  <a:moveTo>
                    <a:pt x="280200" y="429259"/>
                  </a:moveTo>
                  <a:lnTo>
                    <a:pt x="254279" y="429259"/>
                  </a:lnTo>
                  <a:lnTo>
                    <a:pt x="254279" y="483869"/>
                  </a:lnTo>
                  <a:lnTo>
                    <a:pt x="280200" y="483869"/>
                  </a:lnTo>
                  <a:lnTo>
                    <a:pt x="280200" y="429259"/>
                  </a:lnTo>
                  <a:close/>
                </a:path>
                <a:path extrusionOk="0" h="725170" w="716280">
                  <a:moveTo>
                    <a:pt x="684747" y="280669"/>
                  </a:moveTo>
                  <a:lnTo>
                    <a:pt x="582151" y="280669"/>
                  </a:lnTo>
                  <a:lnTo>
                    <a:pt x="574887" y="283209"/>
                  </a:lnTo>
                  <a:lnTo>
                    <a:pt x="550900" y="318769"/>
                  </a:lnTo>
                  <a:lnTo>
                    <a:pt x="550900" y="350519"/>
                  </a:lnTo>
                  <a:lnTo>
                    <a:pt x="283578" y="350519"/>
                  </a:lnTo>
                  <a:lnTo>
                    <a:pt x="289382" y="355599"/>
                  </a:lnTo>
                  <a:lnTo>
                    <a:pt x="289382" y="370839"/>
                  </a:lnTo>
                  <a:lnTo>
                    <a:pt x="283578" y="375919"/>
                  </a:lnTo>
                  <a:lnTo>
                    <a:pt x="550900" y="375919"/>
                  </a:lnTo>
                  <a:lnTo>
                    <a:pt x="550900" y="406399"/>
                  </a:lnTo>
                  <a:lnTo>
                    <a:pt x="551646" y="414019"/>
                  </a:lnTo>
                  <a:lnTo>
                    <a:pt x="582153" y="444499"/>
                  </a:lnTo>
                  <a:lnTo>
                    <a:pt x="589775" y="445769"/>
                  </a:lnTo>
                  <a:lnTo>
                    <a:pt x="677125" y="445769"/>
                  </a:lnTo>
                  <a:lnTo>
                    <a:pt x="713054" y="421639"/>
                  </a:lnTo>
                  <a:lnTo>
                    <a:pt x="716000" y="406399"/>
                  </a:lnTo>
                  <a:lnTo>
                    <a:pt x="716000" y="318769"/>
                  </a:lnTo>
                  <a:lnTo>
                    <a:pt x="692007" y="283209"/>
                  </a:lnTo>
                  <a:lnTo>
                    <a:pt x="684747" y="280669"/>
                  </a:lnTo>
                  <a:close/>
                </a:path>
                <a:path extrusionOk="0" h="725170" w="716280">
                  <a:moveTo>
                    <a:pt x="302706" y="297179"/>
                  </a:moveTo>
                  <a:lnTo>
                    <a:pt x="38874" y="297179"/>
                  </a:lnTo>
                  <a:lnTo>
                    <a:pt x="23747" y="299719"/>
                  </a:lnTo>
                  <a:lnTo>
                    <a:pt x="11393" y="308609"/>
                  </a:lnTo>
                  <a:lnTo>
                    <a:pt x="3061" y="320039"/>
                  </a:lnTo>
                  <a:lnTo>
                    <a:pt x="0" y="335279"/>
                  </a:lnTo>
                  <a:lnTo>
                    <a:pt x="0" y="389889"/>
                  </a:lnTo>
                  <a:lnTo>
                    <a:pt x="3084" y="405129"/>
                  </a:lnTo>
                  <a:lnTo>
                    <a:pt x="11417" y="417829"/>
                  </a:lnTo>
                  <a:lnTo>
                    <a:pt x="23760" y="426719"/>
                  </a:lnTo>
                  <a:lnTo>
                    <a:pt x="38874" y="429259"/>
                  </a:lnTo>
                  <a:lnTo>
                    <a:pt x="295084" y="429259"/>
                  </a:lnTo>
                  <a:lnTo>
                    <a:pt x="310211" y="426719"/>
                  </a:lnTo>
                  <a:lnTo>
                    <a:pt x="322565" y="417829"/>
                  </a:lnTo>
                  <a:lnTo>
                    <a:pt x="330897" y="405129"/>
                  </a:lnTo>
                  <a:lnTo>
                    <a:pt x="333959" y="389889"/>
                  </a:lnTo>
                  <a:lnTo>
                    <a:pt x="333959" y="377189"/>
                  </a:lnTo>
                  <a:lnTo>
                    <a:pt x="70383" y="377189"/>
                  </a:lnTo>
                  <a:lnTo>
                    <a:pt x="60693" y="373379"/>
                  </a:lnTo>
                  <a:lnTo>
                    <a:pt x="57543" y="368299"/>
                  </a:lnTo>
                  <a:lnTo>
                    <a:pt x="57530" y="359409"/>
                  </a:lnTo>
                  <a:lnTo>
                    <a:pt x="58889" y="356869"/>
                  </a:lnTo>
                  <a:lnTo>
                    <a:pt x="63753" y="351789"/>
                  </a:lnTo>
                  <a:lnTo>
                    <a:pt x="67055" y="350519"/>
                  </a:lnTo>
                  <a:lnTo>
                    <a:pt x="333959" y="350519"/>
                  </a:lnTo>
                  <a:lnTo>
                    <a:pt x="333959" y="335279"/>
                  </a:lnTo>
                  <a:lnTo>
                    <a:pt x="309967" y="299719"/>
                  </a:lnTo>
                  <a:lnTo>
                    <a:pt x="302706" y="297179"/>
                  </a:lnTo>
                  <a:close/>
                </a:path>
                <a:path extrusionOk="0" h="725170" w="716280">
                  <a:moveTo>
                    <a:pt x="171284" y="350519"/>
                  </a:moveTo>
                  <a:lnTo>
                    <a:pt x="75742" y="350519"/>
                  </a:lnTo>
                  <a:lnTo>
                    <a:pt x="80467" y="353059"/>
                  </a:lnTo>
                  <a:lnTo>
                    <a:pt x="84480" y="363219"/>
                  </a:lnTo>
                  <a:lnTo>
                    <a:pt x="83362" y="368299"/>
                  </a:lnTo>
                  <a:lnTo>
                    <a:pt x="75958" y="375919"/>
                  </a:lnTo>
                  <a:lnTo>
                    <a:pt x="70383" y="377189"/>
                  </a:lnTo>
                  <a:lnTo>
                    <a:pt x="333959" y="377189"/>
                  </a:lnTo>
                  <a:lnTo>
                    <a:pt x="333959" y="375919"/>
                  </a:lnTo>
                  <a:lnTo>
                    <a:pt x="171284" y="375919"/>
                  </a:lnTo>
                  <a:lnTo>
                    <a:pt x="165493" y="370839"/>
                  </a:lnTo>
                  <a:lnTo>
                    <a:pt x="165493" y="355599"/>
                  </a:lnTo>
                  <a:lnTo>
                    <a:pt x="171284" y="350519"/>
                  </a:lnTo>
                  <a:close/>
                </a:path>
                <a:path extrusionOk="0" h="725170" w="716280">
                  <a:moveTo>
                    <a:pt x="677125" y="0"/>
                  </a:moveTo>
                  <a:lnTo>
                    <a:pt x="589775" y="0"/>
                  </a:lnTo>
                  <a:lnTo>
                    <a:pt x="574648" y="2539"/>
                  </a:lnTo>
                  <a:lnTo>
                    <a:pt x="562294" y="11429"/>
                  </a:lnTo>
                  <a:lnTo>
                    <a:pt x="553961" y="24129"/>
                  </a:lnTo>
                  <a:lnTo>
                    <a:pt x="550900" y="39369"/>
                  </a:lnTo>
                  <a:lnTo>
                    <a:pt x="550900" y="69849"/>
                  </a:lnTo>
                  <a:lnTo>
                    <a:pt x="518960" y="69849"/>
                  </a:lnTo>
                  <a:lnTo>
                    <a:pt x="496492" y="73659"/>
                  </a:lnTo>
                  <a:lnTo>
                    <a:pt x="478140" y="86359"/>
                  </a:lnTo>
                  <a:lnTo>
                    <a:pt x="465758" y="105409"/>
                  </a:lnTo>
                  <a:lnTo>
                    <a:pt x="461200" y="126999"/>
                  </a:lnTo>
                  <a:lnTo>
                    <a:pt x="461200" y="350519"/>
                  </a:lnTo>
                  <a:lnTo>
                    <a:pt x="487121" y="350519"/>
                  </a:lnTo>
                  <a:lnTo>
                    <a:pt x="487121" y="126999"/>
                  </a:lnTo>
                  <a:lnTo>
                    <a:pt x="489635" y="115569"/>
                  </a:lnTo>
                  <a:lnTo>
                    <a:pt x="496458" y="105409"/>
                  </a:lnTo>
                  <a:lnTo>
                    <a:pt x="506573" y="97789"/>
                  </a:lnTo>
                  <a:lnTo>
                    <a:pt x="518960" y="95249"/>
                  </a:lnTo>
                  <a:lnTo>
                    <a:pt x="716000" y="95249"/>
                  </a:lnTo>
                  <a:lnTo>
                    <a:pt x="716000" y="39369"/>
                  </a:lnTo>
                  <a:lnTo>
                    <a:pt x="712939" y="24129"/>
                  </a:lnTo>
                  <a:lnTo>
                    <a:pt x="704607" y="11429"/>
                  </a:lnTo>
                  <a:lnTo>
                    <a:pt x="692252" y="2539"/>
                  </a:lnTo>
                  <a:lnTo>
                    <a:pt x="677125" y="0"/>
                  </a:lnTo>
                  <a:close/>
                </a:path>
                <a:path extrusionOk="0" h="725170" w="716280">
                  <a:moveTo>
                    <a:pt x="79717" y="242569"/>
                  </a:moveTo>
                  <a:lnTo>
                    <a:pt x="53797" y="242569"/>
                  </a:lnTo>
                  <a:lnTo>
                    <a:pt x="53797" y="297179"/>
                  </a:lnTo>
                  <a:lnTo>
                    <a:pt x="79717" y="297179"/>
                  </a:lnTo>
                  <a:lnTo>
                    <a:pt x="79717" y="242569"/>
                  </a:lnTo>
                  <a:close/>
                </a:path>
                <a:path extrusionOk="0" h="725170" w="716280">
                  <a:moveTo>
                    <a:pt x="280200" y="242569"/>
                  </a:moveTo>
                  <a:lnTo>
                    <a:pt x="254279" y="242569"/>
                  </a:lnTo>
                  <a:lnTo>
                    <a:pt x="254279" y="297179"/>
                  </a:lnTo>
                  <a:lnTo>
                    <a:pt x="280200" y="297179"/>
                  </a:lnTo>
                  <a:lnTo>
                    <a:pt x="280200" y="242569"/>
                  </a:lnTo>
                  <a:close/>
                </a:path>
                <a:path extrusionOk="0" h="725170" w="716280">
                  <a:moveTo>
                    <a:pt x="302706" y="110489"/>
                  </a:moveTo>
                  <a:lnTo>
                    <a:pt x="38874" y="110489"/>
                  </a:lnTo>
                  <a:lnTo>
                    <a:pt x="23747" y="113029"/>
                  </a:lnTo>
                  <a:lnTo>
                    <a:pt x="11393" y="121919"/>
                  </a:lnTo>
                  <a:lnTo>
                    <a:pt x="3061" y="133349"/>
                  </a:lnTo>
                  <a:lnTo>
                    <a:pt x="0" y="148589"/>
                  </a:lnTo>
                  <a:lnTo>
                    <a:pt x="0" y="203199"/>
                  </a:lnTo>
                  <a:lnTo>
                    <a:pt x="3084" y="218439"/>
                  </a:lnTo>
                  <a:lnTo>
                    <a:pt x="11417" y="231139"/>
                  </a:lnTo>
                  <a:lnTo>
                    <a:pt x="23760" y="238759"/>
                  </a:lnTo>
                  <a:lnTo>
                    <a:pt x="38874" y="242569"/>
                  </a:lnTo>
                  <a:lnTo>
                    <a:pt x="295084" y="242569"/>
                  </a:lnTo>
                  <a:lnTo>
                    <a:pt x="310211" y="238759"/>
                  </a:lnTo>
                  <a:lnTo>
                    <a:pt x="322565" y="231139"/>
                  </a:lnTo>
                  <a:lnTo>
                    <a:pt x="330897" y="218439"/>
                  </a:lnTo>
                  <a:lnTo>
                    <a:pt x="333959" y="203199"/>
                  </a:lnTo>
                  <a:lnTo>
                    <a:pt x="333959" y="189229"/>
                  </a:lnTo>
                  <a:lnTo>
                    <a:pt x="63334" y="189229"/>
                  </a:lnTo>
                  <a:lnTo>
                    <a:pt x="57543" y="182879"/>
                  </a:lnTo>
                  <a:lnTo>
                    <a:pt x="57530" y="172719"/>
                  </a:lnTo>
                  <a:lnTo>
                    <a:pt x="58889" y="168909"/>
                  </a:lnTo>
                  <a:lnTo>
                    <a:pt x="63753" y="165099"/>
                  </a:lnTo>
                  <a:lnTo>
                    <a:pt x="67055" y="163829"/>
                  </a:lnTo>
                  <a:lnTo>
                    <a:pt x="333959" y="163829"/>
                  </a:lnTo>
                  <a:lnTo>
                    <a:pt x="333834" y="147319"/>
                  </a:lnTo>
                  <a:lnTo>
                    <a:pt x="309967" y="113029"/>
                  </a:lnTo>
                  <a:lnTo>
                    <a:pt x="302706" y="110489"/>
                  </a:lnTo>
                  <a:close/>
                </a:path>
                <a:path extrusionOk="0" h="725170" w="716280">
                  <a:moveTo>
                    <a:pt x="171284" y="163829"/>
                  </a:moveTo>
                  <a:lnTo>
                    <a:pt x="77647" y="163829"/>
                  </a:lnTo>
                  <a:lnTo>
                    <a:pt x="83451" y="168909"/>
                  </a:lnTo>
                  <a:lnTo>
                    <a:pt x="83451" y="182879"/>
                  </a:lnTo>
                  <a:lnTo>
                    <a:pt x="77647" y="189229"/>
                  </a:lnTo>
                  <a:lnTo>
                    <a:pt x="171284" y="189229"/>
                  </a:lnTo>
                  <a:lnTo>
                    <a:pt x="165493" y="182879"/>
                  </a:lnTo>
                  <a:lnTo>
                    <a:pt x="165493" y="168909"/>
                  </a:lnTo>
                  <a:lnTo>
                    <a:pt x="171284" y="163829"/>
                  </a:lnTo>
                  <a:close/>
                </a:path>
                <a:path extrusionOk="0" h="725170" w="716280">
                  <a:moveTo>
                    <a:pt x="333959" y="163829"/>
                  </a:moveTo>
                  <a:lnTo>
                    <a:pt x="283578" y="163829"/>
                  </a:lnTo>
                  <a:lnTo>
                    <a:pt x="289382" y="168909"/>
                  </a:lnTo>
                  <a:lnTo>
                    <a:pt x="289382" y="182879"/>
                  </a:lnTo>
                  <a:lnTo>
                    <a:pt x="283578" y="189229"/>
                  </a:lnTo>
                  <a:lnTo>
                    <a:pt x="333959" y="189229"/>
                  </a:lnTo>
                  <a:lnTo>
                    <a:pt x="333959" y="163829"/>
                  </a:lnTo>
                  <a:close/>
                </a:path>
                <a:path extrusionOk="0" h="725170" w="716280">
                  <a:moveTo>
                    <a:pt x="716000" y="95249"/>
                  </a:moveTo>
                  <a:lnTo>
                    <a:pt x="550900" y="95249"/>
                  </a:lnTo>
                  <a:lnTo>
                    <a:pt x="551024" y="126999"/>
                  </a:lnTo>
                  <a:lnTo>
                    <a:pt x="574892" y="162559"/>
                  </a:lnTo>
                  <a:lnTo>
                    <a:pt x="589775" y="165099"/>
                  </a:lnTo>
                  <a:lnTo>
                    <a:pt x="677125" y="165099"/>
                  </a:lnTo>
                  <a:lnTo>
                    <a:pt x="713054" y="140969"/>
                  </a:lnTo>
                  <a:lnTo>
                    <a:pt x="716000" y="95249"/>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73" name="Google Shape;273;p6"/>
          <p:cNvSpPr txBox="1"/>
          <p:nvPr/>
        </p:nvSpPr>
        <p:spPr>
          <a:xfrm>
            <a:off x="10789133" y="6480247"/>
            <a:ext cx="5532755" cy="123253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Facilita la administración</a:t>
            </a:r>
            <a:endParaRPr b="0" i="0" sz="2500" u="none" cap="none" strike="noStrike">
              <a:solidFill>
                <a:srgbClr val="000000"/>
              </a:solidFill>
              <a:latin typeface="Lora"/>
              <a:ea typeface="Lora"/>
              <a:cs typeface="Lora"/>
              <a:sym typeface="Lora"/>
            </a:endParaRPr>
          </a:p>
          <a:p>
            <a:pPr indent="-193675" lvl="0" marL="205740" marR="5080" rtl="0" algn="l">
              <a:lnSpc>
                <a:spcPct val="107700"/>
              </a:lnSpc>
              <a:spcBef>
                <a:spcPts val="186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Permite gestionar grandes volúmenes de datos sin configurar servidores.</a:t>
            </a:r>
            <a:endParaRPr b="0" i="0" sz="1800" u="none" cap="none" strike="noStrike">
              <a:solidFill>
                <a:srgbClr val="000000"/>
              </a:solidFill>
              <a:latin typeface="Lora"/>
              <a:ea typeface="Lora"/>
              <a:cs typeface="Lora"/>
              <a:sym typeface="Lora"/>
            </a:endParaRPr>
          </a:p>
        </p:txBody>
      </p:sp>
      <p:sp>
        <p:nvSpPr>
          <p:cNvPr id="274" name="Google Shape;274;p6"/>
          <p:cNvSpPr txBox="1"/>
          <p:nvPr/>
        </p:nvSpPr>
        <p:spPr>
          <a:xfrm>
            <a:off x="2216894" y="6480247"/>
            <a:ext cx="6400165" cy="123253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Beneficios para escalabilidad y costos</a:t>
            </a:r>
            <a:endParaRPr b="0" i="0" sz="2500" u="none" cap="none" strike="noStrike">
              <a:solidFill>
                <a:srgbClr val="000000"/>
              </a:solidFill>
              <a:latin typeface="Lora"/>
              <a:ea typeface="Lora"/>
              <a:cs typeface="Lora"/>
              <a:sym typeface="Lora"/>
            </a:endParaRPr>
          </a:p>
          <a:p>
            <a:pPr indent="-193675" lvl="0" marL="205740" marR="5080" rtl="0" algn="l">
              <a:lnSpc>
                <a:spcPct val="107700"/>
              </a:lnSpc>
              <a:spcBef>
                <a:spcPts val="186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Optimiza recursos y reduce costos al pagar solo por lo que se usa.</a:t>
            </a:r>
            <a:endParaRPr b="0" i="0" sz="1800" u="none" cap="none" strike="noStrike">
              <a:solidFill>
                <a:srgbClr val="000000"/>
              </a:solidFill>
              <a:latin typeface="Lora"/>
              <a:ea typeface="Lora"/>
              <a:cs typeface="Lora"/>
              <a:sym typeface="Lora"/>
            </a:endParaRPr>
          </a:p>
        </p:txBody>
      </p:sp>
      <p:sp>
        <p:nvSpPr>
          <p:cNvPr id="275" name="Google Shape;275;p6"/>
          <p:cNvSpPr txBox="1"/>
          <p:nvPr/>
        </p:nvSpPr>
        <p:spPr>
          <a:xfrm>
            <a:off x="10789133" y="4053039"/>
            <a:ext cx="6294120" cy="123253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Capas arquitectónicas clave</a:t>
            </a:r>
            <a:endParaRPr b="0" i="0" sz="2500" u="none" cap="none" strike="noStrike">
              <a:solidFill>
                <a:srgbClr val="000000"/>
              </a:solidFill>
              <a:latin typeface="Lora"/>
              <a:ea typeface="Lora"/>
              <a:cs typeface="Lora"/>
              <a:sym typeface="Lora"/>
            </a:endParaRPr>
          </a:p>
          <a:p>
            <a:pPr indent="-193675" lvl="0" marL="205740" marR="5080" rtl="0" algn="l">
              <a:lnSpc>
                <a:spcPct val="107700"/>
              </a:lnSpc>
              <a:spcBef>
                <a:spcPts val="186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Incluye capas de </a:t>
            </a:r>
            <a:r>
              <a:rPr b="1" i="0" lang="es-GT" sz="1800" u="none" cap="none" strike="noStrike">
                <a:solidFill>
                  <a:srgbClr val="2B57D9"/>
                </a:solidFill>
                <a:latin typeface="Lora"/>
                <a:ea typeface="Lora"/>
                <a:cs typeface="Lora"/>
                <a:sym typeface="Lora"/>
              </a:rPr>
              <a:t>almacenamiento</a:t>
            </a:r>
            <a:r>
              <a:rPr b="0" i="0" lang="es-GT" sz="1800" u="none" cap="none" strike="noStrike">
                <a:solidFill>
                  <a:srgbClr val="000000"/>
                </a:solidFill>
                <a:latin typeface="Lora"/>
                <a:ea typeface="Lora"/>
                <a:cs typeface="Lora"/>
                <a:sym typeface="Lora"/>
              </a:rPr>
              <a:t>, </a:t>
            </a:r>
            <a:r>
              <a:rPr b="1" i="0" lang="es-GT" sz="1800" u="none" cap="none" strike="noStrike">
                <a:solidFill>
                  <a:srgbClr val="2B57D9"/>
                </a:solidFill>
                <a:latin typeface="Lora"/>
                <a:ea typeface="Lora"/>
                <a:cs typeface="Lora"/>
                <a:sym typeface="Lora"/>
              </a:rPr>
              <a:t>cómputo</a:t>
            </a:r>
            <a:r>
              <a:rPr b="0" i="0" lang="es-GT" sz="1800" u="none" cap="none" strike="noStrike">
                <a:solidFill>
                  <a:srgbClr val="000000"/>
                </a:solidFill>
                <a:latin typeface="Lora"/>
                <a:ea typeface="Lora"/>
                <a:cs typeface="Lora"/>
                <a:sym typeface="Lora"/>
              </a:rPr>
              <a:t>, metadatos y consumo.</a:t>
            </a:r>
            <a:endParaRPr b="0" i="0" sz="1800" u="none" cap="none" strike="noStrike">
              <a:solidFill>
                <a:srgbClr val="000000"/>
              </a:solidFill>
              <a:latin typeface="Lora"/>
              <a:ea typeface="Lora"/>
              <a:cs typeface="Lora"/>
              <a:sym typeface="Lora"/>
            </a:endParaRPr>
          </a:p>
        </p:txBody>
      </p:sp>
      <p:sp>
        <p:nvSpPr>
          <p:cNvPr id="276" name="Google Shape;276;p6"/>
          <p:cNvSpPr txBox="1"/>
          <p:nvPr/>
        </p:nvSpPr>
        <p:spPr>
          <a:xfrm>
            <a:off x="2216894" y="4053039"/>
            <a:ext cx="6391275" cy="123253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Separación de almacenamiento y cómputo</a:t>
            </a:r>
            <a:endParaRPr b="0" i="0" sz="2500" u="none" cap="none" strike="noStrike">
              <a:solidFill>
                <a:srgbClr val="000000"/>
              </a:solidFill>
              <a:latin typeface="Lora"/>
              <a:ea typeface="Lora"/>
              <a:cs typeface="Lora"/>
              <a:sym typeface="Lora"/>
            </a:endParaRPr>
          </a:p>
          <a:p>
            <a:pPr indent="-193675" lvl="0" marL="205740" marR="213360" rtl="0" algn="l">
              <a:lnSpc>
                <a:spcPct val="107700"/>
              </a:lnSpc>
              <a:spcBef>
                <a:spcPts val="186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BigQuery permite que almacenamiento y procesamiento escalen de forma independiente.</a:t>
            </a:r>
            <a:endParaRPr b="0" i="0" sz="1800" u="none" cap="none" strike="noStrike">
              <a:solidFill>
                <a:srgbClr val="000000"/>
              </a:solidFill>
              <a:latin typeface="Lora"/>
              <a:ea typeface="Lora"/>
              <a:cs typeface="Lora"/>
              <a:sym typeface="Lo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7"/>
          <p:cNvSpPr txBox="1"/>
          <p:nvPr/>
        </p:nvSpPr>
        <p:spPr>
          <a:xfrm>
            <a:off x="905494" y="1771163"/>
            <a:ext cx="7668259" cy="6189980"/>
          </a:xfrm>
          <a:prstGeom prst="rect">
            <a:avLst/>
          </a:prstGeom>
          <a:noFill/>
          <a:ln>
            <a:noFill/>
          </a:ln>
        </p:spPr>
        <p:txBody>
          <a:bodyPr anchorCtr="0" anchor="t" bIns="0" lIns="0" spcFirstLastPara="1" rIns="0" wrap="square" tIns="80625">
            <a:spAutoFit/>
          </a:bodyPr>
          <a:lstStyle/>
          <a:p>
            <a:pPr indent="0" lvl="0" marL="12700" marR="5080" rtl="0" algn="l">
              <a:lnSpc>
                <a:spcPct val="110337"/>
              </a:lnSpc>
              <a:spcBef>
                <a:spcPts val="0"/>
              </a:spcBef>
              <a:spcAft>
                <a:spcPts val="0"/>
              </a:spcAft>
              <a:buClr>
                <a:srgbClr val="000000"/>
              </a:buClr>
              <a:buSzPts val="4450"/>
              <a:buFont typeface="Arial"/>
              <a:buNone/>
            </a:pPr>
            <a:r>
              <a:rPr b="0" i="0" lang="es-GT" sz="4450" u="none" cap="none" strike="noStrike">
                <a:solidFill>
                  <a:srgbClr val="000000"/>
                </a:solidFill>
                <a:latin typeface="Montserrat Medium"/>
                <a:ea typeface="Montserrat Medium"/>
                <a:cs typeface="Montserrat Medium"/>
                <a:sym typeface="Montserrat Medium"/>
              </a:rPr>
              <a:t>BigQuery en arquitecturas modernas de datos</a:t>
            </a:r>
            <a:endParaRPr b="0" i="0" sz="4450" u="none" cap="none" strike="noStrike">
              <a:solidFill>
                <a:srgbClr val="000000"/>
              </a:solidFill>
              <a:latin typeface="Montserrat Medium"/>
              <a:ea typeface="Montserrat Medium"/>
              <a:cs typeface="Montserrat Medium"/>
              <a:sym typeface="Montserrat Medium"/>
            </a:endParaRPr>
          </a:p>
          <a:p>
            <a:pPr indent="0" lvl="0" marL="12700" marR="0" rtl="0" algn="l">
              <a:lnSpc>
                <a:spcPct val="100000"/>
              </a:lnSpc>
              <a:spcBef>
                <a:spcPts val="3550"/>
              </a:spcBef>
              <a:spcAft>
                <a:spcPts val="0"/>
              </a:spcAft>
              <a:buClr>
                <a:srgbClr val="000000"/>
              </a:buClr>
              <a:buSzPts val="2200"/>
              <a:buFont typeface="Arial"/>
              <a:buNone/>
            </a:pPr>
            <a:r>
              <a:rPr b="0" i="0" lang="es-GT" sz="2200" u="none" cap="none" strike="noStrike">
                <a:solidFill>
                  <a:srgbClr val="000000"/>
                </a:solidFill>
                <a:latin typeface="Lora"/>
                <a:ea typeface="Lora"/>
                <a:cs typeface="Lora"/>
                <a:sym typeface="Lora"/>
              </a:rPr>
              <a:t>Ingesta de datos ﬂexible</a:t>
            </a:r>
            <a:endParaRPr b="0" i="0" sz="2200" u="none" cap="none" strike="noStrike">
              <a:solidFill>
                <a:srgbClr val="000000"/>
              </a:solidFill>
              <a:latin typeface="Lora"/>
              <a:ea typeface="Lora"/>
              <a:cs typeface="Lora"/>
              <a:sym typeface="Lora"/>
            </a:endParaRPr>
          </a:p>
          <a:p>
            <a:pPr indent="0" lvl="0" marL="12700" marR="0" rtl="0" algn="l">
              <a:lnSpc>
                <a:spcPct val="100000"/>
              </a:lnSpc>
              <a:spcBef>
                <a:spcPts val="1915"/>
              </a:spcBef>
              <a:spcAft>
                <a:spcPts val="0"/>
              </a:spcAft>
              <a:buClr>
                <a:srgbClr val="000000"/>
              </a:buClr>
              <a:buSzPts val="1750"/>
              <a:buFont typeface="Arial"/>
              <a:buNone/>
            </a:pPr>
            <a:r>
              <a:rPr b="0" i="0" lang="es-GT" sz="1750" u="none" cap="none" strike="noStrike">
                <a:solidFill>
                  <a:srgbClr val="000000"/>
                </a:solidFill>
                <a:latin typeface="Lora"/>
                <a:ea typeface="Lora"/>
                <a:cs typeface="Lora"/>
                <a:sym typeface="Lora"/>
              </a:rPr>
              <a:t>Admite carga desde archivos, APIs, procesos batch y streaming.</a:t>
            </a:r>
            <a:endParaRPr b="0" i="0" sz="1750" u="none" cap="none" strike="noStrike">
              <a:solidFill>
                <a:srgbClr val="000000"/>
              </a:solidFill>
              <a:latin typeface="Lora"/>
              <a:ea typeface="Lora"/>
              <a:cs typeface="Lora"/>
              <a:sym typeface="Lora"/>
            </a:endParaRPr>
          </a:p>
          <a:p>
            <a:pPr indent="0" lvl="0" marL="0" marR="0" rtl="0" algn="l">
              <a:lnSpc>
                <a:spcPct val="100000"/>
              </a:lnSpc>
              <a:spcBef>
                <a:spcPts val="430"/>
              </a:spcBef>
              <a:spcAft>
                <a:spcPts val="0"/>
              </a:spcAft>
              <a:buClr>
                <a:srgbClr val="000000"/>
              </a:buClr>
              <a:buSzPts val="1750"/>
              <a:buFont typeface="Arial"/>
              <a:buNone/>
            </a:pPr>
            <a:r>
              <a:t/>
            </a:r>
            <a:endParaRPr b="0" i="0" sz="1750" u="none" cap="none" strike="noStrike">
              <a:solidFill>
                <a:srgbClr val="000000"/>
              </a:solidFill>
              <a:latin typeface="Lora"/>
              <a:ea typeface="Lora"/>
              <a:cs typeface="Lora"/>
              <a:sym typeface="Lora"/>
            </a:endParaRPr>
          </a:p>
          <a:p>
            <a:pPr indent="0" lvl="0" marL="12700" marR="0" rtl="0" algn="l">
              <a:lnSpc>
                <a:spcPct val="100000"/>
              </a:lnSpc>
              <a:spcBef>
                <a:spcPts val="0"/>
              </a:spcBef>
              <a:spcAft>
                <a:spcPts val="0"/>
              </a:spcAft>
              <a:buClr>
                <a:srgbClr val="000000"/>
              </a:buClr>
              <a:buSzPts val="2200"/>
              <a:buFont typeface="Arial"/>
              <a:buNone/>
            </a:pPr>
            <a:r>
              <a:rPr b="0" i="0" lang="es-GT" sz="2200" u="none" cap="none" strike="noStrike">
                <a:solidFill>
                  <a:srgbClr val="000000"/>
                </a:solidFill>
                <a:latin typeface="Lora"/>
                <a:ea typeface="Lora"/>
                <a:cs typeface="Lora"/>
                <a:sym typeface="Lora"/>
              </a:rPr>
              <a:t>Transformación y gobierno integrados</a:t>
            </a:r>
            <a:endParaRPr b="0" i="0" sz="2200" u="none" cap="none" strike="noStrike">
              <a:solidFill>
                <a:srgbClr val="000000"/>
              </a:solidFill>
              <a:latin typeface="Lora"/>
              <a:ea typeface="Lora"/>
              <a:cs typeface="Lora"/>
              <a:sym typeface="Lora"/>
            </a:endParaRPr>
          </a:p>
          <a:p>
            <a:pPr indent="0" lvl="0" marL="12700" marR="0" rtl="0" algn="l">
              <a:lnSpc>
                <a:spcPct val="100000"/>
              </a:lnSpc>
              <a:spcBef>
                <a:spcPts val="1915"/>
              </a:spcBef>
              <a:spcAft>
                <a:spcPts val="0"/>
              </a:spcAft>
              <a:buClr>
                <a:srgbClr val="000000"/>
              </a:buClr>
              <a:buSzPts val="1750"/>
              <a:buFont typeface="Arial"/>
              <a:buNone/>
            </a:pPr>
            <a:r>
              <a:rPr b="0" i="0" lang="es-GT" sz="1750" u="none" cap="none" strike="noStrike">
                <a:solidFill>
                  <a:srgbClr val="000000"/>
                </a:solidFill>
                <a:latin typeface="Lora"/>
                <a:ea typeface="Lora"/>
                <a:cs typeface="Lora"/>
                <a:sym typeface="Lora"/>
              </a:rPr>
              <a:t>Limpieza, modelado y control de acceso en un solo entorno.</a:t>
            </a:r>
            <a:endParaRPr b="0" i="0" sz="1750" u="none" cap="none" strike="noStrike">
              <a:solidFill>
                <a:srgbClr val="000000"/>
              </a:solidFill>
              <a:latin typeface="Lora"/>
              <a:ea typeface="Lora"/>
              <a:cs typeface="Lora"/>
              <a:sym typeface="Lora"/>
            </a:endParaRPr>
          </a:p>
          <a:p>
            <a:pPr indent="0" lvl="0" marL="0" marR="0" rtl="0" algn="l">
              <a:lnSpc>
                <a:spcPct val="100000"/>
              </a:lnSpc>
              <a:spcBef>
                <a:spcPts val="430"/>
              </a:spcBef>
              <a:spcAft>
                <a:spcPts val="0"/>
              </a:spcAft>
              <a:buClr>
                <a:srgbClr val="000000"/>
              </a:buClr>
              <a:buSzPts val="1750"/>
              <a:buFont typeface="Arial"/>
              <a:buNone/>
            </a:pPr>
            <a:r>
              <a:t/>
            </a:r>
            <a:endParaRPr b="0" i="0" sz="1750" u="none" cap="none" strike="noStrike">
              <a:solidFill>
                <a:srgbClr val="000000"/>
              </a:solidFill>
              <a:latin typeface="Lora"/>
              <a:ea typeface="Lora"/>
              <a:cs typeface="Lora"/>
              <a:sym typeface="Lora"/>
            </a:endParaRPr>
          </a:p>
          <a:p>
            <a:pPr indent="0" lvl="0" marL="12700" marR="0" rtl="0" algn="l">
              <a:lnSpc>
                <a:spcPct val="100000"/>
              </a:lnSpc>
              <a:spcBef>
                <a:spcPts val="0"/>
              </a:spcBef>
              <a:spcAft>
                <a:spcPts val="0"/>
              </a:spcAft>
              <a:buClr>
                <a:srgbClr val="000000"/>
              </a:buClr>
              <a:buSzPts val="2200"/>
              <a:buFont typeface="Arial"/>
              <a:buNone/>
            </a:pPr>
            <a:r>
              <a:rPr b="0" i="0" lang="es-GT" sz="2200" u="none" cap="none" strike="noStrike">
                <a:solidFill>
                  <a:srgbClr val="000000"/>
                </a:solidFill>
                <a:latin typeface="Lora"/>
                <a:ea typeface="Lora"/>
                <a:cs typeface="Lora"/>
                <a:sym typeface="Lora"/>
              </a:rPr>
              <a:t>Consumo y análisis centralizados</a:t>
            </a:r>
            <a:endParaRPr b="0" i="0" sz="2200" u="none" cap="none" strike="noStrike">
              <a:solidFill>
                <a:srgbClr val="000000"/>
              </a:solidFill>
              <a:latin typeface="Lora"/>
              <a:ea typeface="Lora"/>
              <a:cs typeface="Lora"/>
              <a:sym typeface="Lora"/>
            </a:endParaRPr>
          </a:p>
          <a:p>
            <a:pPr indent="0" lvl="0" marL="12700" marR="0" rtl="0" algn="l">
              <a:lnSpc>
                <a:spcPct val="100000"/>
              </a:lnSpc>
              <a:spcBef>
                <a:spcPts val="1910"/>
              </a:spcBef>
              <a:spcAft>
                <a:spcPts val="0"/>
              </a:spcAft>
              <a:buClr>
                <a:srgbClr val="000000"/>
              </a:buClr>
              <a:buSzPts val="1750"/>
              <a:buFont typeface="Arial"/>
              <a:buNone/>
            </a:pPr>
            <a:r>
              <a:rPr b="0" i="0" lang="es-GT" sz="1750" u="none" cap="none" strike="noStrike">
                <a:solidFill>
                  <a:srgbClr val="000000"/>
                </a:solidFill>
                <a:latin typeface="Lora"/>
                <a:ea typeface="Lora"/>
                <a:cs typeface="Lora"/>
                <a:sym typeface="Lora"/>
              </a:rPr>
              <a:t>Consultas, tableros y exportaciones sin mover los datos.</a:t>
            </a:r>
            <a:endParaRPr b="0" i="0" sz="1750" u="none" cap="none" strike="noStrike">
              <a:solidFill>
                <a:srgbClr val="000000"/>
              </a:solidFill>
              <a:latin typeface="Lora"/>
              <a:ea typeface="Lora"/>
              <a:cs typeface="Lora"/>
              <a:sym typeface="Lora"/>
            </a:endParaRPr>
          </a:p>
          <a:p>
            <a:pPr indent="0" lvl="0" marL="0" marR="0" rtl="0" algn="l">
              <a:lnSpc>
                <a:spcPct val="100000"/>
              </a:lnSpc>
              <a:spcBef>
                <a:spcPts val="430"/>
              </a:spcBef>
              <a:spcAft>
                <a:spcPts val="0"/>
              </a:spcAft>
              <a:buClr>
                <a:srgbClr val="000000"/>
              </a:buClr>
              <a:buSzPts val="1750"/>
              <a:buFont typeface="Arial"/>
              <a:buNone/>
            </a:pPr>
            <a:r>
              <a:t/>
            </a:r>
            <a:endParaRPr b="0" i="0" sz="1750" u="none" cap="none" strike="noStrike">
              <a:solidFill>
                <a:srgbClr val="000000"/>
              </a:solidFill>
              <a:latin typeface="Lora"/>
              <a:ea typeface="Lora"/>
              <a:cs typeface="Lora"/>
              <a:sym typeface="Lora"/>
            </a:endParaRPr>
          </a:p>
          <a:p>
            <a:pPr indent="0" lvl="0" marL="12700" marR="0" rtl="0" algn="l">
              <a:lnSpc>
                <a:spcPct val="100000"/>
              </a:lnSpc>
              <a:spcBef>
                <a:spcPts val="5"/>
              </a:spcBef>
              <a:spcAft>
                <a:spcPts val="0"/>
              </a:spcAft>
              <a:buClr>
                <a:srgbClr val="000000"/>
              </a:buClr>
              <a:buSzPts val="2200"/>
              <a:buFont typeface="Arial"/>
              <a:buNone/>
            </a:pPr>
            <a:r>
              <a:rPr b="0" i="0" lang="es-GT" sz="2200" u="none" cap="none" strike="noStrike">
                <a:solidFill>
                  <a:srgbClr val="000000"/>
                </a:solidFill>
                <a:latin typeface="Lora"/>
                <a:ea typeface="Lora"/>
                <a:cs typeface="Lora"/>
                <a:sym typeface="Lora"/>
              </a:rPr>
              <a:t>Soporte para machine learning</a:t>
            </a:r>
            <a:endParaRPr b="0" i="0" sz="2200" u="none" cap="none" strike="noStrike">
              <a:solidFill>
                <a:srgbClr val="000000"/>
              </a:solidFill>
              <a:latin typeface="Lora"/>
              <a:ea typeface="Lora"/>
              <a:cs typeface="Lora"/>
              <a:sym typeface="Lora"/>
            </a:endParaRPr>
          </a:p>
          <a:p>
            <a:pPr indent="0" lvl="0" marL="12700" marR="0" rtl="0" algn="l">
              <a:lnSpc>
                <a:spcPct val="100000"/>
              </a:lnSpc>
              <a:spcBef>
                <a:spcPts val="1910"/>
              </a:spcBef>
              <a:spcAft>
                <a:spcPts val="0"/>
              </a:spcAft>
              <a:buClr>
                <a:srgbClr val="000000"/>
              </a:buClr>
              <a:buSzPts val="1750"/>
              <a:buFont typeface="Arial"/>
              <a:buNone/>
            </a:pPr>
            <a:r>
              <a:rPr b="0" i="0" lang="es-GT" sz="1750" u="none" cap="none" strike="noStrike">
                <a:solidFill>
                  <a:srgbClr val="000000"/>
                </a:solidFill>
                <a:latin typeface="Lora"/>
                <a:ea typeface="Lora"/>
                <a:cs typeface="Lora"/>
                <a:sym typeface="Lora"/>
              </a:rPr>
              <a:t>Entrena modelos predictivos directamente con SQL.</a:t>
            </a:r>
            <a:endParaRPr b="0" i="0" sz="1750" u="none" cap="none" strike="noStrike">
              <a:solidFill>
                <a:srgbClr val="000000"/>
              </a:solidFill>
              <a:latin typeface="Lora"/>
              <a:ea typeface="Lora"/>
              <a:cs typeface="Lora"/>
              <a:sym typeface="Lora"/>
            </a:endParaRPr>
          </a:p>
        </p:txBody>
      </p:sp>
      <p:pic>
        <p:nvPicPr>
          <p:cNvPr id="283" name="Google Shape;283;p7"/>
          <p:cNvPicPr preferRelativeResize="0"/>
          <p:nvPr/>
        </p:nvPicPr>
        <p:blipFill rotWithShape="1">
          <a:blip r:embed="rId3">
            <a:alphaModFix/>
          </a:blip>
          <a:srcRect b="0" l="0" r="0" t="0"/>
          <a:stretch/>
        </p:blipFill>
        <p:spPr>
          <a:xfrm>
            <a:off x="9572243" y="1887169"/>
            <a:ext cx="8715756" cy="6511099"/>
          </a:xfrm>
          <a:prstGeom prst="rect">
            <a:avLst/>
          </a:prstGeom>
          <a:noFill/>
          <a:ln>
            <a:noFill/>
          </a:ln>
        </p:spPr>
      </p:pic>
      <p:sp>
        <p:nvSpPr>
          <p:cNvPr id="284" name="Google Shape;284;p7"/>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5" name="Google Shape;285;p7"/>
          <p:cNvSpPr txBox="1"/>
          <p:nvPr/>
        </p:nvSpPr>
        <p:spPr>
          <a:xfrm>
            <a:off x="9617075" y="333678"/>
            <a:ext cx="503682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Introducción a BigQuery y su Arquitectura</a:t>
            </a:r>
            <a:endParaRPr b="0" i="0" sz="2000" u="none" cap="none" strike="noStrike">
              <a:solidFill>
                <a:srgbClr val="000000"/>
              </a:solidFill>
              <a:latin typeface="Lora"/>
              <a:ea typeface="Lora"/>
              <a:cs typeface="Lora"/>
              <a:sym typeface="Lora"/>
            </a:endParaRPr>
          </a:p>
        </p:txBody>
      </p:sp>
      <p:sp>
        <p:nvSpPr>
          <p:cNvPr id="286" name="Google Shape;286;p7"/>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descr="$PPTXTitle" id="287" name="Google Shape;287;p7"/>
          <p:cNvSpPr txBox="1"/>
          <p:nvPr>
            <p:ph type="title"/>
          </p:nvPr>
        </p:nvSpPr>
        <p:spPr>
          <a:xfrm>
            <a:off x="905494" y="295405"/>
            <a:ext cx="713740"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s-GT"/>
              <a:t>07.</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descr="$PPTXTitle" id="293" name="Google Shape;293;p8"/>
          <p:cNvSpPr txBox="1"/>
          <p:nvPr>
            <p:ph type="title"/>
          </p:nvPr>
        </p:nvSpPr>
        <p:spPr>
          <a:xfrm>
            <a:off x="9617075" y="5956991"/>
            <a:ext cx="7691120" cy="1921510"/>
          </a:xfrm>
          <a:prstGeom prst="rect">
            <a:avLst/>
          </a:prstGeom>
          <a:noFill/>
          <a:ln>
            <a:noFill/>
          </a:ln>
        </p:spPr>
        <p:txBody>
          <a:bodyPr anchorCtr="0" anchor="t" bIns="0" lIns="0" spcFirstLastPara="1" rIns="0" wrap="square" tIns="107300">
            <a:spAutoFit/>
          </a:bodyPr>
          <a:lstStyle/>
          <a:p>
            <a:pPr indent="0" lvl="0" marL="12700" marR="5080" rtl="0" algn="l">
              <a:lnSpc>
                <a:spcPct val="109846"/>
              </a:lnSpc>
              <a:spcBef>
                <a:spcPts val="0"/>
              </a:spcBef>
              <a:spcAft>
                <a:spcPts val="0"/>
              </a:spcAft>
              <a:buSzPts val="1400"/>
              <a:buNone/>
            </a:pPr>
            <a:r>
              <a:rPr lang="es-GT" sz="6500">
                <a:latin typeface="Montserrat Medium"/>
                <a:ea typeface="Montserrat Medium"/>
                <a:cs typeface="Montserrat Medium"/>
                <a:sym typeface="Montserrat Medium"/>
              </a:rPr>
              <a:t>Gobierno de Datos y Seguridad</a:t>
            </a:r>
            <a:endParaRPr sz="6500">
              <a:latin typeface="Montserrat Medium"/>
              <a:ea typeface="Montserrat Medium"/>
              <a:cs typeface="Montserrat Medium"/>
              <a:sym typeface="Montserrat Medium"/>
            </a:endParaRPr>
          </a:p>
        </p:txBody>
      </p:sp>
      <p:sp>
        <p:nvSpPr>
          <p:cNvPr id="294" name="Google Shape;294;p8"/>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5" name="Google Shape;295;p8"/>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6" name="Google Shape;296;p8"/>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7" name="Google Shape;297;p8"/>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8" name="Google Shape;298;p8"/>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9" name="Google Shape;299;p8"/>
          <p:cNvSpPr txBox="1"/>
          <p:nvPr/>
        </p:nvSpPr>
        <p:spPr>
          <a:xfrm>
            <a:off x="16141391"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id="300" name="Google Shape;300;p8"/>
          <p:cNvSpPr txBox="1"/>
          <p:nvPr/>
        </p:nvSpPr>
        <p:spPr>
          <a:xfrm>
            <a:off x="905513" y="6778543"/>
            <a:ext cx="1930400" cy="1549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0"/>
              <a:buFont typeface="Arial"/>
              <a:buNone/>
            </a:pPr>
            <a:r>
              <a:rPr b="0" i="0" lang="es-GT" sz="10000" u="none" cap="none" strike="noStrike">
                <a:solidFill>
                  <a:srgbClr val="000000"/>
                </a:solidFill>
                <a:latin typeface="Montserrat Light"/>
                <a:ea typeface="Montserrat Light"/>
                <a:cs typeface="Montserrat Light"/>
                <a:sym typeface="Montserrat Light"/>
              </a:rPr>
              <a:t>08.</a:t>
            </a:r>
            <a:endParaRPr b="0" i="0" sz="10000" u="none" cap="none" strike="noStrike">
              <a:solidFill>
                <a:srgbClr val="000000"/>
              </a:solidFill>
              <a:latin typeface="Montserrat Light"/>
              <a:ea typeface="Montserrat Light"/>
              <a:cs typeface="Montserrat Light"/>
              <a:sym typeface="Montserrat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9"/>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7" name="Google Shape;307;p9"/>
          <p:cNvSpPr txBox="1"/>
          <p:nvPr/>
        </p:nvSpPr>
        <p:spPr>
          <a:xfrm>
            <a:off x="9617075" y="333678"/>
            <a:ext cx="369951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Gobierno de Datos y Seguridad</a:t>
            </a:r>
            <a:endParaRPr b="0" i="0" sz="2000" u="none" cap="none" strike="noStrike">
              <a:solidFill>
                <a:srgbClr val="000000"/>
              </a:solidFill>
              <a:latin typeface="Lora"/>
              <a:ea typeface="Lora"/>
              <a:cs typeface="Lora"/>
              <a:sym typeface="Lora"/>
            </a:endParaRPr>
          </a:p>
        </p:txBody>
      </p:sp>
      <p:sp>
        <p:nvSpPr>
          <p:cNvPr id="308" name="Google Shape;308;p9"/>
          <p:cNvSpPr txBox="1"/>
          <p:nvPr/>
        </p:nvSpPr>
        <p:spPr>
          <a:xfrm>
            <a:off x="16141363"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descr="$PPTXTitle" id="309" name="Google Shape;309;p9"/>
          <p:cNvSpPr txBox="1"/>
          <p:nvPr>
            <p:ph type="title"/>
          </p:nvPr>
        </p:nvSpPr>
        <p:spPr>
          <a:xfrm>
            <a:off x="905494" y="295405"/>
            <a:ext cx="757555"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s-GT"/>
              <a:t>09.</a:t>
            </a:r>
            <a:endParaRPr/>
          </a:p>
        </p:txBody>
      </p:sp>
      <p:sp>
        <p:nvSpPr>
          <p:cNvPr id="310" name="Google Shape;310;p9"/>
          <p:cNvSpPr txBox="1"/>
          <p:nvPr/>
        </p:nvSpPr>
        <p:spPr>
          <a:xfrm>
            <a:off x="902444" y="1761127"/>
            <a:ext cx="12177395" cy="7861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5000"/>
              <a:buFont typeface="Arial"/>
              <a:buNone/>
            </a:pPr>
            <a:r>
              <a:rPr b="0" i="0" lang="es-GT" sz="5000" u="none" cap="none" strike="noStrike">
                <a:solidFill>
                  <a:srgbClr val="000000"/>
                </a:solidFill>
                <a:latin typeface="Montserrat Medium"/>
                <a:ea typeface="Montserrat Medium"/>
                <a:cs typeface="Montserrat Medium"/>
                <a:sym typeface="Montserrat Medium"/>
              </a:rPr>
              <a:t>Gobierno de datos: ¿Por qué es clave?</a:t>
            </a:r>
            <a:endParaRPr b="0" i="0" sz="5000" u="none" cap="none" strike="noStrike">
              <a:solidFill>
                <a:srgbClr val="000000"/>
              </a:solidFill>
              <a:latin typeface="Montserrat Medium"/>
              <a:ea typeface="Montserrat Medium"/>
              <a:cs typeface="Montserrat Medium"/>
              <a:sym typeface="Montserrat Medium"/>
            </a:endParaRPr>
          </a:p>
        </p:txBody>
      </p:sp>
      <p:grpSp>
        <p:nvGrpSpPr>
          <p:cNvPr id="311" name="Google Shape;311;p9"/>
          <p:cNvGrpSpPr/>
          <p:nvPr/>
        </p:nvGrpSpPr>
        <p:grpSpPr>
          <a:xfrm>
            <a:off x="12528625" y="3042904"/>
            <a:ext cx="4831715" cy="5835015"/>
            <a:chOff x="12528625" y="3042904"/>
            <a:chExt cx="4831715" cy="5835015"/>
          </a:xfrm>
        </p:grpSpPr>
        <p:sp>
          <p:nvSpPr>
            <p:cNvPr id="312" name="Google Shape;312;p9"/>
            <p:cNvSpPr/>
            <p:nvPr/>
          </p:nvSpPr>
          <p:spPr>
            <a:xfrm>
              <a:off x="12528625" y="3042904"/>
              <a:ext cx="4831715" cy="5835015"/>
            </a:xfrm>
            <a:custGeom>
              <a:rect b="b" l="l" r="r" t="t"/>
              <a:pathLst>
                <a:path extrusionOk="0" h="5835015" w="4831715">
                  <a:moveTo>
                    <a:pt x="4647387" y="76"/>
                  </a:moveTo>
                  <a:lnTo>
                    <a:pt x="190500" y="0"/>
                  </a:lnTo>
                  <a:lnTo>
                    <a:pt x="138188" y="7302"/>
                  </a:lnTo>
                  <a:lnTo>
                    <a:pt x="87261" y="30378"/>
                  </a:lnTo>
                  <a:lnTo>
                    <a:pt x="45224" y="67233"/>
                  </a:lnTo>
                  <a:lnTo>
                    <a:pt x="15697" y="114719"/>
                  </a:lnTo>
                  <a:lnTo>
                    <a:pt x="1219" y="168719"/>
                  </a:lnTo>
                  <a:lnTo>
                    <a:pt x="0" y="5643892"/>
                  </a:lnTo>
                  <a:lnTo>
                    <a:pt x="609" y="5659462"/>
                  </a:lnTo>
                  <a:lnTo>
                    <a:pt x="10083" y="5705144"/>
                  </a:lnTo>
                  <a:lnTo>
                    <a:pt x="35636" y="5754878"/>
                  </a:lnTo>
                  <a:lnTo>
                    <a:pt x="74510" y="5795048"/>
                  </a:lnTo>
                  <a:lnTo>
                    <a:pt x="120484" y="5821083"/>
                  </a:lnTo>
                  <a:lnTo>
                    <a:pt x="168719" y="5833173"/>
                  </a:lnTo>
                  <a:lnTo>
                    <a:pt x="4641151" y="5834392"/>
                  </a:lnTo>
                  <a:lnTo>
                    <a:pt x="4656721" y="5833783"/>
                  </a:lnTo>
                  <a:lnTo>
                    <a:pt x="4711166" y="5821083"/>
                  </a:lnTo>
                  <a:lnTo>
                    <a:pt x="4757140" y="5795048"/>
                  </a:lnTo>
                  <a:lnTo>
                    <a:pt x="4792306" y="5759881"/>
                  </a:lnTo>
                  <a:lnTo>
                    <a:pt x="4815954" y="5719673"/>
                  </a:lnTo>
                  <a:lnTo>
                    <a:pt x="4830432" y="5665673"/>
                  </a:lnTo>
                  <a:lnTo>
                    <a:pt x="4831651" y="190500"/>
                  </a:lnTo>
                  <a:lnTo>
                    <a:pt x="4831041" y="174929"/>
                  </a:lnTo>
                  <a:lnTo>
                    <a:pt x="4818341" y="120484"/>
                  </a:lnTo>
                  <a:lnTo>
                    <a:pt x="4792306" y="74510"/>
                  </a:lnTo>
                  <a:lnTo>
                    <a:pt x="4757140" y="39344"/>
                  </a:lnTo>
                  <a:lnTo>
                    <a:pt x="4716932" y="15697"/>
                  </a:lnTo>
                  <a:lnTo>
                    <a:pt x="4662919" y="1219"/>
                  </a:lnTo>
                  <a:lnTo>
                    <a:pt x="4647387"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13" name="Google Shape;313;p9"/>
            <p:cNvPicPr preferRelativeResize="0"/>
            <p:nvPr/>
          </p:nvPicPr>
          <p:blipFill rotWithShape="1">
            <a:blip r:embed="rId3">
              <a:alphaModFix/>
            </a:blip>
            <a:srcRect b="0" l="0" r="0" t="0"/>
            <a:stretch/>
          </p:blipFill>
          <p:spPr>
            <a:xfrm>
              <a:off x="12528702" y="3053791"/>
              <a:ext cx="4831499" cy="2286000"/>
            </a:xfrm>
            <a:prstGeom prst="rect">
              <a:avLst/>
            </a:prstGeom>
            <a:noFill/>
            <a:ln>
              <a:noFill/>
            </a:ln>
          </p:spPr>
        </p:pic>
      </p:grpSp>
      <p:grpSp>
        <p:nvGrpSpPr>
          <p:cNvPr id="314" name="Google Shape;314;p9"/>
          <p:cNvGrpSpPr/>
          <p:nvPr/>
        </p:nvGrpSpPr>
        <p:grpSpPr>
          <a:xfrm>
            <a:off x="6723408" y="3042904"/>
            <a:ext cx="4831715" cy="5834380"/>
            <a:chOff x="6723408" y="3042904"/>
            <a:chExt cx="4831715" cy="5834380"/>
          </a:xfrm>
        </p:grpSpPr>
        <p:sp>
          <p:nvSpPr>
            <p:cNvPr id="315" name="Google Shape;315;p9"/>
            <p:cNvSpPr/>
            <p:nvPr/>
          </p:nvSpPr>
          <p:spPr>
            <a:xfrm>
              <a:off x="6723408" y="3042904"/>
              <a:ext cx="4831715" cy="5834380"/>
            </a:xfrm>
            <a:custGeom>
              <a:rect b="b" l="l" r="r" t="t"/>
              <a:pathLst>
                <a:path extrusionOk="0" h="5834380" w="4831715">
                  <a:moveTo>
                    <a:pt x="4647387" y="76"/>
                  </a:moveTo>
                  <a:lnTo>
                    <a:pt x="190500" y="0"/>
                  </a:lnTo>
                  <a:lnTo>
                    <a:pt x="138188" y="7302"/>
                  </a:lnTo>
                  <a:lnTo>
                    <a:pt x="87261" y="30378"/>
                  </a:lnTo>
                  <a:lnTo>
                    <a:pt x="45224" y="67233"/>
                  </a:lnTo>
                  <a:lnTo>
                    <a:pt x="15697" y="114719"/>
                  </a:lnTo>
                  <a:lnTo>
                    <a:pt x="1219" y="168719"/>
                  </a:lnTo>
                  <a:lnTo>
                    <a:pt x="0" y="5643892"/>
                  </a:lnTo>
                  <a:lnTo>
                    <a:pt x="609" y="5659462"/>
                  </a:lnTo>
                  <a:lnTo>
                    <a:pt x="10083" y="5705144"/>
                  </a:lnTo>
                  <a:lnTo>
                    <a:pt x="35636" y="5754878"/>
                  </a:lnTo>
                  <a:lnTo>
                    <a:pt x="74510" y="5795048"/>
                  </a:lnTo>
                  <a:lnTo>
                    <a:pt x="120484" y="5821083"/>
                  </a:lnTo>
                  <a:lnTo>
                    <a:pt x="168719" y="5833173"/>
                  </a:lnTo>
                  <a:lnTo>
                    <a:pt x="184264" y="5834316"/>
                  </a:lnTo>
                  <a:lnTo>
                    <a:pt x="4647387" y="5834316"/>
                  </a:lnTo>
                  <a:lnTo>
                    <a:pt x="4702390" y="5824308"/>
                  </a:lnTo>
                  <a:lnTo>
                    <a:pt x="4752124" y="5798769"/>
                  </a:lnTo>
                  <a:lnTo>
                    <a:pt x="4786439" y="5767158"/>
                  </a:lnTo>
                  <a:lnTo>
                    <a:pt x="4815954" y="5719673"/>
                  </a:lnTo>
                  <a:lnTo>
                    <a:pt x="4830432" y="5665673"/>
                  </a:lnTo>
                  <a:lnTo>
                    <a:pt x="4831575" y="5650128"/>
                  </a:lnTo>
                  <a:lnTo>
                    <a:pt x="4831575" y="184264"/>
                  </a:lnTo>
                  <a:lnTo>
                    <a:pt x="4821567" y="129260"/>
                  </a:lnTo>
                  <a:lnTo>
                    <a:pt x="4797818" y="82067"/>
                  </a:lnTo>
                  <a:lnTo>
                    <a:pt x="4764417" y="45224"/>
                  </a:lnTo>
                  <a:lnTo>
                    <a:pt x="4716932" y="15697"/>
                  </a:lnTo>
                  <a:lnTo>
                    <a:pt x="4662919" y="1219"/>
                  </a:lnTo>
                  <a:lnTo>
                    <a:pt x="4647387"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16" name="Google Shape;316;p9"/>
            <p:cNvPicPr preferRelativeResize="0"/>
            <p:nvPr/>
          </p:nvPicPr>
          <p:blipFill rotWithShape="1">
            <a:blip r:embed="rId4">
              <a:alphaModFix/>
            </a:blip>
            <a:srcRect b="0" l="0" r="0" t="0"/>
            <a:stretch/>
          </p:blipFill>
          <p:spPr>
            <a:xfrm>
              <a:off x="6723494" y="3053791"/>
              <a:ext cx="4831486" cy="2286000"/>
            </a:xfrm>
            <a:prstGeom prst="rect">
              <a:avLst/>
            </a:prstGeom>
            <a:noFill/>
            <a:ln>
              <a:noFill/>
            </a:ln>
          </p:spPr>
        </p:pic>
      </p:grpSp>
      <p:grpSp>
        <p:nvGrpSpPr>
          <p:cNvPr id="317" name="Google Shape;317;p9"/>
          <p:cNvGrpSpPr/>
          <p:nvPr/>
        </p:nvGrpSpPr>
        <p:grpSpPr>
          <a:xfrm>
            <a:off x="918194" y="3042904"/>
            <a:ext cx="4831715" cy="5835015"/>
            <a:chOff x="918194" y="3042904"/>
            <a:chExt cx="4831715" cy="5835015"/>
          </a:xfrm>
        </p:grpSpPr>
        <p:sp>
          <p:nvSpPr>
            <p:cNvPr id="318" name="Google Shape;318;p9"/>
            <p:cNvSpPr/>
            <p:nvPr/>
          </p:nvSpPr>
          <p:spPr>
            <a:xfrm>
              <a:off x="918194" y="3042904"/>
              <a:ext cx="4831715" cy="5835015"/>
            </a:xfrm>
            <a:custGeom>
              <a:rect b="b" l="l" r="r" t="t"/>
              <a:pathLst>
                <a:path extrusionOk="0" h="5835015" w="4831715">
                  <a:moveTo>
                    <a:pt x="4647387" y="76"/>
                  </a:moveTo>
                  <a:lnTo>
                    <a:pt x="190500" y="0"/>
                  </a:lnTo>
                  <a:lnTo>
                    <a:pt x="138188" y="7302"/>
                  </a:lnTo>
                  <a:lnTo>
                    <a:pt x="87261" y="30378"/>
                  </a:lnTo>
                  <a:lnTo>
                    <a:pt x="45224" y="67233"/>
                  </a:lnTo>
                  <a:lnTo>
                    <a:pt x="15697" y="114719"/>
                  </a:lnTo>
                  <a:lnTo>
                    <a:pt x="1219" y="168719"/>
                  </a:lnTo>
                  <a:lnTo>
                    <a:pt x="0" y="5643892"/>
                  </a:lnTo>
                  <a:lnTo>
                    <a:pt x="609" y="5659462"/>
                  </a:lnTo>
                  <a:lnTo>
                    <a:pt x="10083" y="5705144"/>
                  </a:lnTo>
                  <a:lnTo>
                    <a:pt x="35636" y="5754878"/>
                  </a:lnTo>
                  <a:lnTo>
                    <a:pt x="74510" y="5795048"/>
                  </a:lnTo>
                  <a:lnTo>
                    <a:pt x="120484" y="5821083"/>
                  </a:lnTo>
                  <a:lnTo>
                    <a:pt x="168719" y="5833173"/>
                  </a:lnTo>
                  <a:lnTo>
                    <a:pt x="4641151" y="5834392"/>
                  </a:lnTo>
                  <a:lnTo>
                    <a:pt x="4656721" y="5833783"/>
                  </a:lnTo>
                  <a:lnTo>
                    <a:pt x="4711166" y="5821083"/>
                  </a:lnTo>
                  <a:lnTo>
                    <a:pt x="4759591" y="5793130"/>
                  </a:lnTo>
                  <a:lnTo>
                    <a:pt x="4797806" y="5752325"/>
                  </a:lnTo>
                  <a:lnTo>
                    <a:pt x="4822545" y="5702185"/>
                  </a:lnTo>
                  <a:lnTo>
                    <a:pt x="4831575" y="5650128"/>
                  </a:lnTo>
                  <a:lnTo>
                    <a:pt x="4831651" y="190500"/>
                  </a:lnTo>
                  <a:lnTo>
                    <a:pt x="4831041" y="174929"/>
                  </a:lnTo>
                  <a:lnTo>
                    <a:pt x="4818341" y="120484"/>
                  </a:lnTo>
                  <a:lnTo>
                    <a:pt x="4790389" y="72059"/>
                  </a:lnTo>
                  <a:lnTo>
                    <a:pt x="4749584" y="33832"/>
                  </a:lnTo>
                  <a:lnTo>
                    <a:pt x="4699431" y="9105"/>
                  </a:lnTo>
                  <a:lnTo>
                    <a:pt x="4647387"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19" name="Google Shape;319;p9"/>
            <p:cNvPicPr preferRelativeResize="0"/>
            <p:nvPr/>
          </p:nvPicPr>
          <p:blipFill rotWithShape="1">
            <a:blip r:embed="rId5">
              <a:alphaModFix/>
            </a:blip>
            <a:srcRect b="0" l="0" r="0" t="0"/>
            <a:stretch/>
          </p:blipFill>
          <p:spPr>
            <a:xfrm>
              <a:off x="918273" y="3053791"/>
              <a:ext cx="4831499" cy="2286000"/>
            </a:xfrm>
            <a:prstGeom prst="rect">
              <a:avLst/>
            </a:prstGeom>
            <a:noFill/>
            <a:ln>
              <a:noFill/>
            </a:ln>
          </p:spPr>
        </p:pic>
      </p:grpSp>
      <p:sp>
        <p:nvSpPr>
          <p:cNvPr id="320" name="Google Shape;320;p9"/>
          <p:cNvSpPr txBox="1"/>
          <p:nvPr/>
        </p:nvSpPr>
        <p:spPr>
          <a:xfrm>
            <a:off x="12787591" y="5619347"/>
            <a:ext cx="4314190" cy="3030220"/>
          </a:xfrm>
          <a:prstGeom prst="rect">
            <a:avLst/>
          </a:prstGeom>
          <a:noFill/>
          <a:ln>
            <a:noFill/>
          </a:ln>
        </p:spPr>
        <p:txBody>
          <a:bodyPr anchorCtr="0" anchor="t" bIns="0" lIns="0" spcFirstLastPara="1" rIns="0" wrap="square" tIns="12700">
            <a:spAutoFit/>
          </a:bodyPr>
          <a:lstStyle/>
          <a:p>
            <a:pPr indent="-1034415" lvl="0" marL="1355090" marR="313690" rtl="0" algn="l">
              <a:lnSpc>
                <a:spcPct val="1079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Importancia de políticas integradas</a:t>
            </a:r>
            <a:endParaRPr b="0" i="0" sz="2500" u="none" cap="none" strike="noStrike">
              <a:solidFill>
                <a:srgbClr val="000000"/>
              </a:solidFill>
              <a:latin typeface="Lora"/>
              <a:ea typeface="Lora"/>
              <a:cs typeface="Lora"/>
              <a:sym typeface="Lora"/>
            </a:endParaRPr>
          </a:p>
          <a:p>
            <a:pPr indent="-193040" lvl="0" marL="588010" marR="0" rtl="0" algn="l">
              <a:lnSpc>
                <a:spcPct val="100000"/>
              </a:lnSpc>
              <a:spcBef>
                <a:spcPts val="283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Permiten aplicar el principio de</a:t>
            </a:r>
            <a:endParaRPr b="0" i="0" sz="1800" u="none" cap="none" strike="noStrike">
              <a:solidFill>
                <a:srgbClr val="000000"/>
              </a:solidFill>
              <a:latin typeface="Lora"/>
              <a:ea typeface="Lora"/>
              <a:cs typeface="Lora"/>
              <a:sym typeface="Lora"/>
            </a:endParaRPr>
          </a:p>
          <a:p>
            <a:pPr indent="0" lvl="0" marL="1253490" marR="0" rtl="0" algn="l">
              <a:lnSpc>
                <a:spcPct val="100000"/>
              </a:lnSpc>
              <a:spcBef>
                <a:spcPts val="165"/>
              </a:spcBef>
              <a:spcAft>
                <a:spcPts val="0"/>
              </a:spcAft>
              <a:buClr>
                <a:srgbClr val="000000"/>
              </a:buClr>
              <a:buSzPts val="1800"/>
              <a:buFont typeface="Arial"/>
              <a:buNone/>
            </a:pPr>
            <a:r>
              <a:rPr b="1" i="0" lang="es-GT" sz="1800" u="none" cap="none" strike="noStrike">
                <a:solidFill>
                  <a:srgbClr val="2B57D9"/>
                </a:solidFill>
                <a:latin typeface="Lora"/>
                <a:ea typeface="Lora"/>
                <a:cs typeface="Lora"/>
                <a:sym typeface="Lora"/>
              </a:rPr>
              <a:t>mínimo privilegio</a:t>
            </a:r>
            <a:r>
              <a:rPr b="0" i="0" lang="es-GT" sz="1800" u="none" cap="none" strike="noStrike">
                <a:solidFill>
                  <a:srgbClr val="000000"/>
                </a:solidFill>
                <a:latin typeface="Lora"/>
                <a:ea typeface="Lora"/>
                <a:cs typeface="Lora"/>
                <a:sym typeface="Lora"/>
              </a:rPr>
              <a:t>.</a:t>
            </a:r>
            <a:endParaRPr b="0" i="0" sz="1800" u="none" cap="none" strike="noStrike">
              <a:solidFill>
                <a:srgbClr val="000000"/>
              </a:solidFill>
              <a:latin typeface="Lora"/>
              <a:ea typeface="Lora"/>
              <a:cs typeface="Lora"/>
              <a:sym typeface="Lora"/>
            </a:endParaRPr>
          </a:p>
          <a:p>
            <a:pPr indent="-193040" lvl="0" marL="277495" marR="0" rtl="0" algn="l">
              <a:lnSpc>
                <a:spcPct val="100000"/>
              </a:lnSpc>
              <a:spcBef>
                <a:spcPts val="445"/>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Facilitan la trazabilidad y auditoría de</a:t>
            </a:r>
            <a:endParaRPr b="0" i="0" sz="1800" u="none" cap="none" strike="noStrike">
              <a:solidFill>
                <a:srgbClr val="000000"/>
              </a:solidFill>
              <a:latin typeface="Lora"/>
              <a:ea typeface="Lora"/>
              <a:cs typeface="Lora"/>
              <a:sym typeface="Lora"/>
            </a:endParaRPr>
          </a:p>
          <a:p>
            <a:pPr indent="0" lvl="0" marL="1756410" marR="0" rtl="0" algn="l">
              <a:lnSpc>
                <a:spcPct val="100000"/>
              </a:lnSpc>
              <a:spcBef>
                <a:spcPts val="170"/>
              </a:spcBef>
              <a:spcAft>
                <a:spcPts val="0"/>
              </a:spcAft>
              <a:buClr>
                <a:srgbClr val="000000"/>
              </a:buClr>
              <a:buSzPts val="1800"/>
              <a:buFont typeface="Arial"/>
              <a:buNone/>
            </a:pPr>
            <a:r>
              <a:rPr b="0" i="0" lang="es-GT" sz="1800" u="none" cap="none" strike="noStrike">
                <a:solidFill>
                  <a:srgbClr val="000000"/>
                </a:solidFill>
                <a:latin typeface="Lora"/>
                <a:ea typeface="Lora"/>
                <a:cs typeface="Lora"/>
                <a:sym typeface="Lora"/>
              </a:rPr>
              <a:t>los datos.</a:t>
            </a:r>
            <a:endParaRPr b="0" i="0" sz="1800" u="none" cap="none" strike="noStrike">
              <a:solidFill>
                <a:srgbClr val="000000"/>
              </a:solidFill>
              <a:latin typeface="Lora"/>
              <a:ea typeface="Lora"/>
              <a:cs typeface="Lora"/>
              <a:sym typeface="Lora"/>
            </a:endParaRPr>
          </a:p>
          <a:p>
            <a:pPr indent="-193040" lvl="0" marL="205104" marR="5080" rtl="0" algn="l">
              <a:lnSpc>
                <a:spcPct val="107700"/>
              </a:lnSpc>
              <a:spcBef>
                <a:spcPts val="28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Aseguran cumplimiento y confianza en 	el uso de la información.</a:t>
            </a:r>
            <a:endParaRPr b="0" i="0" sz="1800" u="none" cap="none" strike="noStrike">
              <a:solidFill>
                <a:srgbClr val="000000"/>
              </a:solidFill>
              <a:latin typeface="Lora"/>
              <a:ea typeface="Lora"/>
              <a:cs typeface="Lora"/>
              <a:sym typeface="Lora"/>
            </a:endParaRPr>
          </a:p>
        </p:txBody>
      </p:sp>
      <p:sp>
        <p:nvSpPr>
          <p:cNvPr id="321" name="Google Shape;321;p9"/>
          <p:cNvSpPr txBox="1"/>
          <p:nvPr/>
        </p:nvSpPr>
        <p:spPr>
          <a:xfrm>
            <a:off x="7111176" y="5619347"/>
            <a:ext cx="4056379" cy="822276"/>
          </a:xfrm>
          <a:prstGeom prst="rect">
            <a:avLst/>
          </a:prstGeom>
          <a:noFill/>
          <a:ln>
            <a:noFill/>
          </a:ln>
        </p:spPr>
        <p:txBody>
          <a:bodyPr anchorCtr="0" anchor="t" bIns="0" lIns="0" spcFirstLastPara="1" rIns="0" wrap="square" tIns="12700">
            <a:spAutoFit/>
          </a:bodyPr>
          <a:lstStyle/>
          <a:p>
            <a:pPr indent="-1188720" lvl="0" marL="1471930" marR="275590" rtl="0" algn="l">
              <a:lnSpc>
                <a:spcPct val="1079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Preguntas clave para la gestión</a:t>
            </a:r>
            <a:endParaRPr b="0" i="0" sz="2500" u="none" cap="none" strike="noStrike">
              <a:solidFill>
                <a:srgbClr val="000000"/>
              </a:solidFill>
              <a:latin typeface="Lora"/>
              <a:ea typeface="Lora"/>
              <a:cs typeface="Lora"/>
              <a:sym typeface="Lora"/>
            </a:endParaRPr>
          </a:p>
        </p:txBody>
      </p:sp>
      <p:sp>
        <p:nvSpPr>
          <p:cNvPr id="322" name="Google Shape;322;p9"/>
          <p:cNvSpPr txBox="1"/>
          <p:nvPr/>
        </p:nvSpPr>
        <p:spPr>
          <a:xfrm>
            <a:off x="902444" y="5619347"/>
            <a:ext cx="4847327" cy="406778"/>
          </a:xfrm>
          <a:prstGeom prst="rect">
            <a:avLst/>
          </a:prstGeom>
          <a:noFill/>
          <a:ln>
            <a:noFill/>
          </a:ln>
        </p:spPr>
        <p:txBody>
          <a:bodyPr anchorCtr="0" anchor="t" bIns="0" lIns="0" spcFirstLastPara="1" rIns="0" wrap="square" tIns="12700">
            <a:spAutoFit/>
          </a:bodyPr>
          <a:lstStyle/>
          <a:p>
            <a:pPr indent="-1203325" lvl="0" marL="1624965" marR="414655" rtl="0" algn="l">
              <a:lnSpc>
                <a:spcPct val="107900"/>
              </a:lnSpc>
              <a:spcBef>
                <a:spcPts val="0"/>
              </a:spcBef>
              <a:spcAft>
                <a:spcPts val="0"/>
              </a:spcAft>
              <a:buClr>
                <a:srgbClr val="000000"/>
              </a:buClr>
              <a:buSzPts val="2500"/>
              <a:buFont typeface="Arial"/>
              <a:buNone/>
            </a:pPr>
            <a:r>
              <a:t/>
            </a:r>
            <a:endParaRPr b="0" i="0" sz="2500" u="none" cap="none" strike="noStrike">
              <a:solidFill>
                <a:srgbClr val="000000"/>
              </a:solidFill>
              <a:latin typeface="Lora"/>
              <a:ea typeface="Lora"/>
              <a:cs typeface="Lora"/>
              <a:sym typeface="Lora"/>
            </a:endParaRPr>
          </a:p>
        </p:txBody>
      </p:sp>
      <p:sp>
        <p:nvSpPr>
          <p:cNvPr id="323" name="Google Shape;323;p9"/>
          <p:cNvSpPr txBox="1"/>
          <p:nvPr/>
        </p:nvSpPr>
        <p:spPr>
          <a:xfrm>
            <a:off x="7111176" y="6655666"/>
            <a:ext cx="4225290" cy="2021131"/>
          </a:xfrm>
          <a:prstGeom prst="rect">
            <a:avLst/>
          </a:prstGeom>
          <a:noFill/>
          <a:ln>
            <a:noFill/>
          </a:ln>
        </p:spPr>
        <p:txBody>
          <a:bodyPr anchorCtr="0" anchor="t" bIns="0" lIns="0" spcFirstLastPara="1" rIns="0" wrap="square" tIns="12700">
            <a:spAutoFit/>
          </a:bodyPr>
          <a:lstStyle/>
          <a:p>
            <a:pPr indent="-193040" lvl="0" marL="205104" marR="5080" rtl="0" algn="l">
              <a:lnSpc>
                <a:spcPct val="107700"/>
              </a:lnSpc>
              <a:spcBef>
                <a:spcPts val="0"/>
              </a:spcBef>
              <a:spcAft>
                <a:spcPts val="0"/>
              </a:spcAft>
              <a:buClr>
                <a:srgbClr val="000000"/>
              </a:buClr>
              <a:buSzPts val="1600"/>
              <a:buFont typeface="Times New Roman"/>
              <a:buChar char="•"/>
            </a:pPr>
            <a:r>
              <a:rPr b="0" i="0" lang="es-GT" sz="1600" u="none" cap="none" strike="noStrike">
                <a:solidFill>
                  <a:srgbClr val="000000"/>
                </a:solidFill>
                <a:latin typeface="Lora"/>
                <a:ea typeface="Lora"/>
                <a:cs typeface="Lora"/>
                <a:sym typeface="Lora"/>
              </a:rPr>
              <a:t>¿Quién accede a los datos y bajo qué condiciones?</a:t>
            </a:r>
            <a:endParaRPr b="0" i="0" sz="1400" u="none" cap="none" strike="noStrike">
              <a:solidFill>
                <a:srgbClr val="000000"/>
              </a:solidFill>
              <a:latin typeface="Arial"/>
              <a:ea typeface="Arial"/>
              <a:cs typeface="Arial"/>
              <a:sym typeface="Arial"/>
            </a:endParaRPr>
          </a:p>
          <a:p>
            <a:pPr indent="-193040" lvl="0" marL="205104" marR="5080" rtl="0" algn="l">
              <a:lnSpc>
                <a:spcPct val="107700"/>
              </a:lnSpc>
              <a:spcBef>
                <a:spcPts val="2660"/>
              </a:spcBef>
              <a:spcAft>
                <a:spcPts val="0"/>
              </a:spcAft>
              <a:buClr>
                <a:srgbClr val="000000"/>
              </a:buClr>
              <a:buSzPts val="1600"/>
              <a:buFont typeface="Times New Roman"/>
              <a:buChar char="•"/>
            </a:pPr>
            <a:r>
              <a:rPr b="0" i="0" lang="es-GT" sz="1600" u="none" cap="none" strike="noStrike">
                <a:solidFill>
                  <a:srgbClr val="000000"/>
                </a:solidFill>
                <a:latin typeface="Lora"/>
                <a:ea typeface="Lora"/>
                <a:cs typeface="Lora"/>
                <a:sym typeface="Lora"/>
              </a:rPr>
              <a:t>¿Qué información es sensible o confidencial?</a:t>
            </a:r>
            <a:endParaRPr b="0" i="0" sz="1400" u="none" cap="none" strike="noStrike">
              <a:solidFill>
                <a:srgbClr val="000000"/>
              </a:solidFill>
              <a:latin typeface="Arial"/>
              <a:ea typeface="Arial"/>
              <a:cs typeface="Arial"/>
              <a:sym typeface="Arial"/>
            </a:endParaRPr>
          </a:p>
          <a:p>
            <a:pPr indent="-193040" lvl="0" marL="205104" marR="5080" rtl="0" algn="l">
              <a:lnSpc>
                <a:spcPct val="107700"/>
              </a:lnSpc>
              <a:spcBef>
                <a:spcPts val="2660"/>
              </a:spcBef>
              <a:spcAft>
                <a:spcPts val="0"/>
              </a:spcAft>
              <a:buClr>
                <a:srgbClr val="000000"/>
              </a:buClr>
              <a:buSzPts val="1600"/>
              <a:buFont typeface="Times New Roman"/>
              <a:buChar char="•"/>
            </a:pPr>
            <a:r>
              <a:rPr b="0" i="0" lang="es-GT" sz="1600" u="none" cap="none" strike="noStrike">
                <a:solidFill>
                  <a:srgbClr val="000000"/>
                </a:solidFill>
                <a:latin typeface="Lora"/>
                <a:ea typeface="Lora"/>
                <a:cs typeface="Lora"/>
                <a:sym typeface="Lora"/>
              </a:rPr>
              <a:t>¿Cómo se rastrean los cambios y accesos?</a:t>
            </a:r>
            <a:endParaRPr b="0" i="0" sz="1600" u="none" cap="none" strike="noStrike">
              <a:solidFill>
                <a:srgbClr val="000000"/>
              </a:solidFill>
              <a:latin typeface="Lora"/>
              <a:ea typeface="Lora"/>
              <a:cs typeface="Lora"/>
              <a:sym typeface="Lora"/>
            </a:endParaRPr>
          </a:p>
        </p:txBody>
      </p:sp>
      <p:sp>
        <p:nvSpPr>
          <p:cNvPr id="324" name="Google Shape;324;p9"/>
          <p:cNvSpPr txBox="1"/>
          <p:nvPr/>
        </p:nvSpPr>
        <p:spPr>
          <a:xfrm>
            <a:off x="1305861" y="5599444"/>
            <a:ext cx="4056379" cy="822276"/>
          </a:xfrm>
          <a:prstGeom prst="rect">
            <a:avLst/>
          </a:prstGeom>
          <a:noFill/>
          <a:ln>
            <a:noFill/>
          </a:ln>
        </p:spPr>
        <p:txBody>
          <a:bodyPr anchorCtr="0" anchor="t" bIns="0" lIns="0" spcFirstLastPara="1" rIns="0" wrap="square" tIns="12700">
            <a:spAutoFit/>
          </a:bodyPr>
          <a:lstStyle/>
          <a:p>
            <a:pPr indent="-1188720" lvl="0" marL="1471930" marR="275590" rtl="0" algn="l">
              <a:lnSpc>
                <a:spcPct val="1079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¿Qué es el gobierno de datos?</a:t>
            </a:r>
            <a:endParaRPr b="0" i="0" sz="2500" u="none" cap="none" strike="noStrike">
              <a:solidFill>
                <a:srgbClr val="000000"/>
              </a:solidFill>
              <a:latin typeface="Lora"/>
              <a:ea typeface="Lora"/>
              <a:cs typeface="Lora"/>
              <a:sym typeface="Lora"/>
            </a:endParaRPr>
          </a:p>
        </p:txBody>
      </p:sp>
      <p:sp>
        <p:nvSpPr>
          <p:cNvPr id="325" name="Google Shape;325;p9"/>
          <p:cNvSpPr txBox="1"/>
          <p:nvPr/>
        </p:nvSpPr>
        <p:spPr>
          <a:xfrm>
            <a:off x="1221377" y="6917367"/>
            <a:ext cx="4225290" cy="796821"/>
          </a:xfrm>
          <a:prstGeom prst="rect">
            <a:avLst/>
          </a:prstGeom>
          <a:noFill/>
          <a:ln>
            <a:noFill/>
          </a:ln>
        </p:spPr>
        <p:txBody>
          <a:bodyPr anchorCtr="0" anchor="t" bIns="0" lIns="0" spcFirstLastPara="1" rIns="0" wrap="square" tIns="12700">
            <a:spAutoFit/>
          </a:bodyPr>
          <a:lstStyle/>
          <a:p>
            <a:pPr indent="-193040" lvl="0" marL="205104" marR="5080" rtl="0" algn="l">
              <a:lnSpc>
                <a:spcPct val="107700"/>
              </a:lnSpc>
              <a:spcBef>
                <a:spcPts val="0"/>
              </a:spcBef>
              <a:spcAft>
                <a:spcPts val="0"/>
              </a:spcAft>
              <a:buClr>
                <a:srgbClr val="000000"/>
              </a:buClr>
              <a:buSzPts val="1600"/>
              <a:buFont typeface="Times New Roman"/>
              <a:buChar char="•"/>
            </a:pPr>
            <a:r>
              <a:rPr b="0" i="0" lang="es-GT" sz="1600" u="none" cap="none" strike="noStrike">
                <a:solidFill>
                  <a:srgbClr val="000000"/>
                </a:solidFill>
                <a:latin typeface="Lora"/>
                <a:ea typeface="Lora"/>
                <a:cs typeface="Lora"/>
                <a:sym typeface="Lora"/>
              </a:rPr>
              <a:t>Conjunto de políticas y controles para 	administrar datos de forma segura y consistente.</a:t>
            </a:r>
            <a:endParaRPr b="0" i="0" sz="1600" u="none" cap="none" strike="noStrike">
              <a:solidFill>
                <a:srgbClr val="000000"/>
              </a:solidFill>
              <a:latin typeface="Lora"/>
              <a:ea typeface="Lora"/>
              <a:cs typeface="Lora"/>
              <a:sym typeface="Lo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0"/>
          <p:cNvSpPr/>
          <p:nvPr/>
        </p:nvSpPr>
        <p:spPr>
          <a:xfrm>
            <a:off x="12904043" y="4159544"/>
            <a:ext cx="4798060" cy="4029710"/>
          </a:xfrm>
          <a:custGeom>
            <a:rect b="b" l="l" r="r" t="t"/>
            <a:pathLst>
              <a:path extrusionOk="0" h="4029709" w="4798059">
                <a:moveTo>
                  <a:pt x="4613529" y="76"/>
                </a:moveTo>
                <a:lnTo>
                  <a:pt x="190500" y="0"/>
                </a:lnTo>
                <a:lnTo>
                  <a:pt x="138188" y="7302"/>
                </a:lnTo>
                <a:lnTo>
                  <a:pt x="87261" y="30378"/>
                </a:lnTo>
                <a:lnTo>
                  <a:pt x="45224" y="67233"/>
                </a:lnTo>
                <a:lnTo>
                  <a:pt x="15697" y="114719"/>
                </a:lnTo>
                <a:lnTo>
                  <a:pt x="1219" y="168719"/>
                </a:lnTo>
                <a:lnTo>
                  <a:pt x="0" y="3838981"/>
                </a:lnTo>
                <a:lnTo>
                  <a:pt x="609" y="3854551"/>
                </a:lnTo>
                <a:lnTo>
                  <a:pt x="10083" y="3900233"/>
                </a:lnTo>
                <a:lnTo>
                  <a:pt x="33832" y="3947414"/>
                </a:lnTo>
                <a:lnTo>
                  <a:pt x="67233" y="3984269"/>
                </a:lnTo>
                <a:lnTo>
                  <a:pt x="114719" y="4013796"/>
                </a:lnTo>
                <a:lnTo>
                  <a:pt x="168719" y="4028262"/>
                </a:lnTo>
                <a:lnTo>
                  <a:pt x="4607293" y="4029481"/>
                </a:lnTo>
                <a:lnTo>
                  <a:pt x="4622863" y="4028871"/>
                </a:lnTo>
                <a:lnTo>
                  <a:pt x="4677308" y="4016184"/>
                </a:lnTo>
                <a:lnTo>
                  <a:pt x="4723282" y="3990136"/>
                </a:lnTo>
                <a:lnTo>
                  <a:pt x="4758448" y="3954970"/>
                </a:lnTo>
                <a:lnTo>
                  <a:pt x="4782096" y="3914762"/>
                </a:lnTo>
                <a:lnTo>
                  <a:pt x="4796574" y="3860761"/>
                </a:lnTo>
                <a:lnTo>
                  <a:pt x="4797793" y="190500"/>
                </a:lnTo>
                <a:lnTo>
                  <a:pt x="4797183" y="174929"/>
                </a:lnTo>
                <a:lnTo>
                  <a:pt x="4784483" y="120484"/>
                </a:lnTo>
                <a:lnTo>
                  <a:pt x="4756531" y="72059"/>
                </a:lnTo>
                <a:lnTo>
                  <a:pt x="4715725" y="33832"/>
                </a:lnTo>
                <a:lnTo>
                  <a:pt x="4665573" y="9105"/>
                </a:lnTo>
                <a:lnTo>
                  <a:pt x="4613529"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 name="Google Shape;332;p10"/>
          <p:cNvSpPr/>
          <p:nvPr/>
        </p:nvSpPr>
        <p:spPr>
          <a:xfrm>
            <a:off x="7133208" y="4159544"/>
            <a:ext cx="4798060" cy="4029710"/>
          </a:xfrm>
          <a:custGeom>
            <a:rect b="b" l="l" r="r" t="t"/>
            <a:pathLst>
              <a:path extrusionOk="0" h="4029709" w="4798059">
                <a:moveTo>
                  <a:pt x="4613529" y="76"/>
                </a:moveTo>
                <a:lnTo>
                  <a:pt x="190500" y="0"/>
                </a:lnTo>
                <a:lnTo>
                  <a:pt x="138188" y="7302"/>
                </a:lnTo>
                <a:lnTo>
                  <a:pt x="87261" y="30378"/>
                </a:lnTo>
                <a:lnTo>
                  <a:pt x="45224" y="67233"/>
                </a:lnTo>
                <a:lnTo>
                  <a:pt x="15697" y="114719"/>
                </a:lnTo>
                <a:lnTo>
                  <a:pt x="1219" y="168719"/>
                </a:lnTo>
                <a:lnTo>
                  <a:pt x="0" y="3838981"/>
                </a:lnTo>
                <a:lnTo>
                  <a:pt x="609" y="3854551"/>
                </a:lnTo>
                <a:lnTo>
                  <a:pt x="10083" y="3900233"/>
                </a:lnTo>
                <a:lnTo>
                  <a:pt x="33832" y="3947414"/>
                </a:lnTo>
                <a:lnTo>
                  <a:pt x="67233" y="3984269"/>
                </a:lnTo>
                <a:lnTo>
                  <a:pt x="114719" y="4013796"/>
                </a:lnTo>
                <a:lnTo>
                  <a:pt x="168719" y="4028262"/>
                </a:lnTo>
                <a:lnTo>
                  <a:pt x="4607293" y="4029481"/>
                </a:lnTo>
                <a:lnTo>
                  <a:pt x="4622863" y="4028871"/>
                </a:lnTo>
                <a:lnTo>
                  <a:pt x="4674400" y="4017302"/>
                </a:lnTo>
                <a:lnTo>
                  <a:pt x="4715725" y="3995648"/>
                </a:lnTo>
                <a:lnTo>
                  <a:pt x="4752568" y="3962247"/>
                </a:lnTo>
                <a:lnTo>
                  <a:pt x="4782096" y="3914762"/>
                </a:lnTo>
                <a:lnTo>
                  <a:pt x="4796574" y="3860761"/>
                </a:lnTo>
                <a:lnTo>
                  <a:pt x="4797793" y="190500"/>
                </a:lnTo>
                <a:lnTo>
                  <a:pt x="4797183" y="174929"/>
                </a:lnTo>
                <a:lnTo>
                  <a:pt x="4784483" y="120484"/>
                </a:lnTo>
                <a:lnTo>
                  <a:pt x="4756531" y="72059"/>
                </a:lnTo>
                <a:lnTo>
                  <a:pt x="4715725" y="33832"/>
                </a:lnTo>
                <a:lnTo>
                  <a:pt x="4665573" y="9105"/>
                </a:lnTo>
                <a:lnTo>
                  <a:pt x="4613529"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 name="Google Shape;333;p10"/>
          <p:cNvSpPr/>
          <p:nvPr/>
        </p:nvSpPr>
        <p:spPr>
          <a:xfrm>
            <a:off x="1362372" y="4159544"/>
            <a:ext cx="4798060" cy="4029710"/>
          </a:xfrm>
          <a:custGeom>
            <a:rect b="b" l="l" r="r" t="t"/>
            <a:pathLst>
              <a:path extrusionOk="0" h="4029709" w="4798060">
                <a:moveTo>
                  <a:pt x="4613529" y="76"/>
                </a:moveTo>
                <a:lnTo>
                  <a:pt x="190500" y="0"/>
                </a:lnTo>
                <a:lnTo>
                  <a:pt x="138188" y="7302"/>
                </a:lnTo>
                <a:lnTo>
                  <a:pt x="87261" y="30378"/>
                </a:lnTo>
                <a:lnTo>
                  <a:pt x="45224" y="67233"/>
                </a:lnTo>
                <a:lnTo>
                  <a:pt x="15697" y="114719"/>
                </a:lnTo>
                <a:lnTo>
                  <a:pt x="1219" y="168719"/>
                </a:lnTo>
                <a:lnTo>
                  <a:pt x="0" y="3838981"/>
                </a:lnTo>
                <a:lnTo>
                  <a:pt x="609" y="3854551"/>
                </a:lnTo>
                <a:lnTo>
                  <a:pt x="10083" y="3900233"/>
                </a:lnTo>
                <a:lnTo>
                  <a:pt x="33832" y="3947414"/>
                </a:lnTo>
                <a:lnTo>
                  <a:pt x="67233" y="3984269"/>
                </a:lnTo>
                <a:lnTo>
                  <a:pt x="114719" y="4013796"/>
                </a:lnTo>
                <a:lnTo>
                  <a:pt x="168719" y="4028262"/>
                </a:lnTo>
                <a:lnTo>
                  <a:pt x="4607293" y="4029481"/>
                </a:lnTo>
                <a:lnTo>
                  <a:pt x="4622863" y="4028871"/>
                </a:lnTo>
                <a:lnTo>
                  <a:pt x="4674400" y="4017302"/>
                </a:lnTo>
                <a:lnTo>
                  <a:pt x="4715725" y="3995648"/>
                </a:lnTo>
                <a:lnTo>
                  <a:pt x="4752568" y="3962247"/>
                </a:lnTo>
                <a:lnTo>
                  <a:pt x="4782096" y="3914762"/>
                </a:lnTo>
                <a:lnTo>
                  <a:pt x="4796574" y="3860761"/>
                </a:lnTo>
                <a:lnTo>
                  <a:pt x="4797793" y="190500"/>
                </a:lnTo>
                <a:lnTo>
                  <a:pt x="4797183" y="174929"/>
                </a:lnTo>
                <a:lnTo>
                  <a:pt x="4784483" y="120484"/>
                </a:lnTo>
                <a:lnTo>
                  <a:pt x="4756531" y="72059"/>
                </a:lnTo>
                <a:lnTo>
                  <a:pt x="4715725" y="33832"/>
                </a:lnTo>
                <a:lnTo>
                  <a:pt x="4665573" y="9105"/>
                </a:lnTo>
                <a:lnTo>
                  <a:pt x="4613529"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 name="Google Shape;334;p10"/>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 name="Google Shape;335;p10"/>
          <p:cNvSpPr txBox="1"/>
          <p:nvPr/>
        </p:nvSpPr>
        <p:spPr>
          <a:xfrm>
            <a:off x="9617075" y="333678"/>
            <a:ext cx="369951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Gobierno de Datos y Seguridad</a:t>
            </a:r>
            <a:endParaRPr b="0" i="0" sz="2000" u="none" cap="none" strike="noStrike">
              <a:solidFill>
                <a:srgbClr val="000000"/>
              </a:solidFill>
              <a:latin typeface="Lora"/>
              <a:ea typeface="Lora"/>
              <a:cs typeface="Lora"/>
              <a:sym typeface="Lora"/>
            </a:endParaRPr>
          </a:p>
        </p:txBody>
      </p:sp>
      <p:sp>
        <p:nvSpPr>
          <p:cNvPr id="336" name="Google Shape;336;p10"/>
          <p:cNvSpPr txBox="1"/>
          <p:nvPr/>
        </p:nvSpPr>
        <p:spPr>
          <a:xfrm>
            <a:off x="16141363"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descr="$PPTXTitle" id="337" name="Google Shape;337;p10"/>
          <p:cNvSpPr txBox="1"/>
          <p:nvPr>
            <p:ph type="title"/>
          </p:nvPr>
        </p:nvSpPr>
        <p:spPr>
          <a:xfrm>
            <a:off x="905494" y="295405"/>
            <a:ext cx="631190"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s-GT"/>
              <a:t>10.</a:t>
            </a:r>
            <a:endParaRPr/>
          </a:p>
        </p:txBody>
      </p:sp>
      <p:sp>
        <p:nvSpPr>
          <p:cNvPr id="338" name="Google Shape;338;p10"/>
          <p:cNvSpPr txBox="1"/>
          <p:nvPr/>
        </p:nvSpPr>
        <p:spPr>
          <a:xfrm>
            <a:off x="905494" y="1761127"/>
            <a:ext cx="13933169" cy="7861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5000"/>
              <a:buFont typeface="Arial"/>
              <a:buNone/>
            </a:pPr>
            <a:r>
              <a:rPr b="0" i="0" lang="es-GT" sz="5000" u="none" cap="none" strike="noStrike">
                <a:solidFill>
                  <a:srgbClr val="000000"/>
                </a:solidFill>
                <a:latin typeface="Montserrat Medium"/>
                <a:ea typeface="Montserrat Medium"/>
                <a:cs typeface="Montserrat Medium"/>
                <a:sym typeface="Montserrat Medium"/>
              </a:rPr>
              <a:t>Control de acceso y seguridad en BigQuery</a:t>
            </a:r>
            <a:endParaRPr b="0" i="0" sz="5000" u="none" cap="none" strike="noStrike">
              <a:solidFill>
                <a:srgbClr val="000000"/>
              </a:solidFill>
              <a:latin typeface="Montserrat Medium"/>
              <a:ea typeface="Montserrat Medium"/>
              <a:cs typeface="Montserrat Medium"/>
              <a:sym typeface="Montserrat Medium"/>
            </a:endParaRPr>
          </a:p>
        </p:txBody>
      </p:sp>
      <p:grpSp>
        <p:nvGrpSpPr>
          <p:cNvPr id="339" name="Google Shape;339;p10"/>
          <p:cNvGrpSpPr/>
          <p:nvPr/>
        </p:nvGrpSpPr>
        <p:grpSpPr>
          <a:xfrm>
            <a:off x="12469389" y="3629728"/>
            <a:ext cx="1113790" cy="1040765"/>
            <a:chOff x="12469389" y="3629728"/>
            <a:chExt cx="1113790" cy="1040765"/>
          </a:xfrm>
        </p:grpSpPr>
        <p:sp>
          <p:nvSpPr>
            <p:cNvPr id="340" name="Google Shape;340;p10"/>
            <p:cNvSpPr/>
            <p:nvPr/>
          </p:nvSpPr>
          <p:spPr>
            <a:xfrm>
              <a:off x="12469389" y="3629728"/>
              <a:ext cx="1113790" cy="1040765"/>
            </a:xfrm>
            <a:custGeom>
              <a:rect b="b" l="l" r="r" t="t"/>
              <a:pathLst>
                <a:path extrusionOk="0" h="1040764" w="1113790">
                  <a:moveTo>
                    <a:pt x="95872" y="0"/>
                  </a:moveTo>
                  <a:lnTo>
                    <a:pt x="52057" y="10579"/>
                  </a:lnTo>
                  <a:lnTo>
                    <a:pt x="17030" y="41300"/>
                  </a:lnTo>
                  <a:lnTo>
                    <a:pt x="304" y="88036"/>
                  </a:lnTo>
                  <a:lnTo>
                    <a:pt x="0" y="944714"/>
                  </a:lnTo>
                  <a:lnTo>
                    <a:pt x="1269" y="960323"/>
                  </a:lnTo>
                  <a:lnTo>
                    <a:pt x="19799" y="1003071"/>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1" name="Google Shape;341;p10"/>
            <p:cNvSpPr/>
            <p:nvPr/>
          </p:nvSpPr>
          <p:spPr>
            <a:xfrm>
              <a:off x="12698704" y="3787215"/>
              <a:ext cx="655955" cy="726440"/>
            </a:xfrm>
            <a:custGeom>
              <a:rect b="b" l="l" r="r" t="t"/>
              <a:pathLst>
                <a:path extrusionOk="0" h="726439" w="655955">
                  <a:moveTo>
                    <a:pt x="593420" y="114338"/>
                  </a:moveTo>
                  <a:lnTo>
                    <a:pt x="582942" y="75361"/>
                  </a:lnTo>
                  <a:lnTo>
                    <a:pt x="554253" y="46875"/>
                  </a:lnTo>
                  <a:lnTo>
                    <a:pt x="306451" y="0"/>
                  </a:lnTo>
                  <a:lnTo>
                    <a:pt x="65532" y="38188"/>
                  </a:lnTo>
                  <a:lnTo>
                    <a:pt x="28448" y="54838"/>
                  </a:lnTo>
                  <a:lnTo>
                    <a:pt x="4813" y="88036"/>
                  </a:lnTo>
                  <a:lnTo>
                    <a:pt x="0" y="114947"/>
                  </a:lnTo>
                  <a:lnTo>
                    <a:pt x="0" y="415747"/>
                  </a:lnTo>
                  <a:lnTo>
                    <a:pt x="9372" y="461467"/>
                  </a:lnTo>
                  <a:lnTo>
                    <a:pt x="35991" y="499833"/>
                  </a:lnTo>
                  <a:lnTo>
                    <a:pt x="256159" y="709955"/>
                  </a:lnTo>
                  <a:lnTo>
                    <a:pt x="296710" y="726198"/>
                  </a:lnTo>
                  <a:lnTo>
                    <a:pt x="307911" y="725131"/>
                  </a:lnTo>
                  <a:lnTo>
                    <a:pt x="360324" y="687959"/>
                  </a:lnTo>
                  <a:lnTo>
                    <a:pt x="359397" y="687070"/>
                  </a:lnTo>
                  <a:lnTo>
                    <a:pt x="354152" y="681609"/>
                  </a:lnTo>
                  <a:lnTo>
                    <a:pt x="349148" y="675982"/>
                  </a:lnTo>
                  <a:lnTo>
                    <a:pt x="344373" y="670179"/>
                  </a:lnTo>
                  <a:lnTo>
                    <a:pt x="339852" y="664210"/>
                  </a:lnTo>
                  <a:lnTo>
                    <a:pt x="315633" y="687324"/>
                  </a:lnTo>
                  <a:lnTo>
                    <a:pt x="306730" y="693013"/>
                  </a:lnTo>
                  <a:lnTo>
                    <a:pt x="296697" y="694918"/>
                  </a:lnTo>
                  <a:lnTo>
                    <a:pt x="286651" y="693013"/>
                  </a:lnTo>
                  <a:lnTo>
                    <a:pt x="57581" y="477177"/>
                  </a:lnTo>
                  <a:lnTo>
                    <a:pt x="33058" y="432841"/>
                  </a:lnTo>
                  <a:lnTo>
                    <a:pt x="31292" y="415747"/>
                  </a:lnTo>
                  <a:lnTo>
                    <a:pt x="31292" y="114947"/>
                  </a:lnTo>
                  <a:lnTo>
                    <a:pt x="54749" y="74561"/>
                  </a:lnTo>
                  <a:lnTo>
                    <a:pt x="306273" y="31724"/>
                  </a:lnTo>
                  <a:lnTo>
                    <a:pt x="523468" y="68592"/>
                  </a:lnTo>
                  <a:lnTo>
                    <a:pt x="538962" y="74142"/>
                  </a:lnTo>
                  <a:lnTo>
                    <a:pt x="551192" y="84366"/>
                  </a:lnTo>
                  <a:lnTo>
                    <a:pt x="559231" y="98132"/>
                  </a:lnTo>
                  <a:lnTo>
                    <a:pt x="562114" y="114338"/>
                  </a:lnTo>
                  <a:lnTo>
                    <a:pt x="562114" y="374764"/>
                  </a:lnTo>
                  <a:lnTo>
                    <a:pt x="568083" y="377151"/>
                  </a:lnTo>
                  <a:lnTo>
                    <a:pt x="574624" y="380060"/>
                  </a:lnTo>
                  <a:lnTo>
                    <a:pt x="581037" y="383197"/>
                  </a:lnTo>
                  <a:lnTo>
                    <a:pt x="587298" y="386575"/>
                  </a:lnTo>
                  <a:lnTo>
                    <a:pt x="593420" y="390169"/>
                  </a:lnTo>
                  <a:lnTo>
                    <a:pt x="593420" y="114338"/>
                  </a:lnTo>
                  <a:close/>
                </a:path>
                <a:path extrusionOk="0" h="726439" w="655955">
                  <a:moveTo>
                    <a:pt x="655840" y="552500"/>
                  </a:moveTo>
                  <a:lnTo>
                    <a:pt x="648652" y="504698"/>
                  </a:lnTo>
                  <a:lnTo>
                    <a:pt x="628269" y="462127"/>
                  </a:lnTo>
                  <a:lnTo>
                    <a:pt x="624535" y="457136"/>
                  </a:lnTo>
                  <a:lnTo>
                    <a:pt x="624535" y="552500"/>
                  </a:lnTo>
                  <a:lnTo>
                    <a:pt x="614260" y="603275"/>
                  </a:lnTo>
                  <a:lnTo>
                    <a:pt x="586257" y="644779"/>
                  </a:lnTo>
                  <a:lnTo>
                    <a:pt x="544753" y="672782"/>
                  </a:lnTo>
                  <a:lnTo>
                    <a:pt x="493979" y="683056"/>
                  </a:lnTo>
                  <a:lnTo>
                    <a:pt x="443204" y="672782"/>
                  </a:lnTo>
                  <a:lnTo>
                    <a:pt x="401688" y="644779"/>
                  </a:lnTo>
                  <a:lnTo>
                    <a:pt x="373684" y="603275"/>
                  </a:lnTo>
                  <a:lnTo>
                    <a:pt x="363410" y="552500"/>
                  </a:lnTo>
                  <a:lnTo>
                    <a:pt x="373684" y="501713"/>
                  </a:lnTo>
                  <a:lnTo>
                    <a:pt x="401688" y="460209"/>
                  </a:lnTo>
                  <a:lnTo>
                    <a:pt x="443204" y="432206"/>
                  </a:lnTo>
                  <a:lnTo>
                    <a:pt x="493979" y="421919"/>
                  </a:lnTo>
                  <a:lnTo>
                    <a:pt x="544753" y="432206"/>
                  </a:lnTo>
                  <a:lnTo>
                    <a:pt x="586257" y="460209"/>
                  </a:lnTo>
                  <a:lnTo>
                    <a:pt x="614260" y="501713"/>
                  </a:lnTo>
                  <a:lnTo>
                    <a:pt x="624535" y="552500"/>
                  </a:lnTo>
                  <a:lnTo>
                    <a:pt x="624535" y="457136"/>
                  </a:lnTo>
                  <a:lnTo>
                    <a:pt x="596836" y="427532"/>
                  </a:lnTo>
                  <a:lnTo>
                    <a:pt x="556983" y="403390"/>
                  </a:lnTo>
                  <a:lnTo>
                    <a:pt x="510235" y="391464"/>
                  </a:lnTo>
                  <a:lnTo>
                    <a:pt x="493979" y="390652"/>
                  </a:lnTo>
                  <a:lnTo>
                    <a:pt x="477723" y="391464"/>
                  </a:lnTo>
                  <a:lnTo>
                    <a:pt x="430974" y="403390"/>
                  </a:lnTo>
                  <a:lnTo>
                    <a:pt x="391121" y="427532"/>
                  </a:lnTo>
                  <a:lnTo>
                    <a:pt x="359676" y="462127"/>
                  </a:lnTo>
                  <a:lnTo>
                    <a:pt x="339305" y="504698"/>
                  </a:lnTo>
                  <a:lnTo>
                    <a:pt x="332130" y="552500"/>
                  </a:lnTo>
                  <a:lnTo>
                    <a:pt x="332930" y="568769"/>
                  </a:lnTo>
                  <a:lnTo>
                    <a:pt x="344855" y="615518"/>
                  </a:lnTo>
                  <a:lnTo>
                    <a:pt x="368998" y="655370"/>
                  </a:lnTo>
                  <a:lnTo>
                    <a:pt x="403580" y="686803"/>
                  </a:lnTo>
                  <a:lnTo>
                    <a:pt x="446176" y="707186"/>
                  </a:lnTo>
                  <a:lnTo>
                    <a:pt x="493979" y="714362"/>
                  </a:lnTo>
                  <a:lnTo>
                    <a:pt x="510235" y="713562"/>
                  </a:lnTo>
                  <a:lnTo>
                    <a:pt x="556983" y="701624"/>
                  </a:lnTo>
                  <a:lnTo>
                    <a:pt x="589381" y="683056"/>
                  </a:lnTo>
                  <a:lnTo>
                    <a:pt x="596836" y="677494"/>
                  </a:lnTo>
                  <a:lnTo>
                    <a:pt x="628269" y="642899"/>
                  </a:lnTo>
                  <a:lnTo>
                    <a:pt x="648652" y="600329"/>
                  </a:lnTo>
                  <a:lnTo>
                    <a:pt x="655027" y="568769"/>
                  </a:lnTo>
                  <a:lnTo>
                    <a:pt x="655840" y="552500"/>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42" name="Google Shape;342;p10"/>
            <p:cNvPicPr preferRelativeResize="0"/>
            <p:nvPr/>
          </p:nvPicPr>
          <p:blipFill rotWithShape="1">
            <a:blip r:embed="rId3">
              <a:alphaModFix/>
            </a:blip>
            <a:srcRect b="0" l="0" r="0" t="0"/>
            <a:stretch/>
          </p:blipFill>
          <p:spPr>
            <a:xfrm>
              <a:off x="13115128" y="4285334"/>
              <a:ext cx="161531" cy="124142"/>
            </a:xfrm>
            <a:prstGeom prst="rect">
              <a:avLst/>
            </a:prstGeom>
            <a:noFill/>
            <a:ln>
              <a:noFill/>
            </a:ln>
          </p:spPr>
        </p:pic>
        <p:sp>
          <p:nvSpPr>
            <p:cNvPr id="343" name="Google Shape;343;p10"/>
            <p:cNvSpPr/>
            <p:nvPr/>
          </p:nvSpPr>
          <p:spPr>
            <a:xfrm>
              <a:off x="12816637" y="3885860"/>
              <a:ext cx="313055" cy="410845"/>
            </a:xfrm>
            <a:custGeom>
              <a:rect b="b" l="l" r="r" t="t"/>
              <a:pathLst>
                <a:path extrusionOk="0" h="410845" w="313055">
                  <a:moveTo>
                    <a:pt x="178790" y="0"/>
                  </a:moveTo>
                  <a:lnTo>
                    <a:pt x="134502" y="8941"/>
                  </a:lnTo>
                  <a:lnTo>
                    <a:pt x="98336" y="33324"/>
                  </a:lnTo>
                  <a:lnTo>
                    <a:pt x="73952" y="69490"/>
                  </a:lnTo>
                  <a:lnTo>
                    <a:pt x="65011" y="113779"/>
                  </a:lnTo>
                  <a:lnTo>
                    <a:pt x="70243" y="147993"/>
                  </a:lnTo>
                  <a:lnTo>
                    <a:pt x="84875" y="178036"/>
                  </a:lnTo>
                  <a:lnTo>
                    <a:pt x="107311" y="202310"/>
                  </a:lnTo>
                  <a:lnTo>
                    <a:pt x="135953" y="219214"/>
                  </a:lnTo>
                  <a:lnTo>
                    <a:pt x="91841" y="236583"/>
                  </a:lnTo>
                  <a:lnTo>
                    <a:pt x="54378" y="264440"/>
                  </a:lnTo>
                  <a:lnTo>
                    <a:pt x="25376" y="300975"/>
                  </a:lnTo>
                  <a:lnTo>
                    <a:pt x="6645" y="344377"/>
                  </a:lnTo>
                  <a:lnTo>
                    <a:pt x="0" y="392836"/>
                  </a:lnTo>
                  <a:lnTo>
                    <a:pt x="0" y="396773"/>
                  </a:lnTo>
                  <a:lnTo>
                    <a:pt x="14198" y="410337"/>
                  </a:lnTo>
                  <a:lnTo>
                    <a:pt x="190741" y="410337"/>
                  </a:lnTo>
                  <a:lnTo>
                    <a:pt x="192738" y="402565"/>
                  </a:lnTo>
                  <a:lnTo>
                    <a:pt x="195070" y="394877"/>
                  </a:lnTo>
                  <a:lnTo>
                    <a:pt x="218149" y="347587"/>
                  </a:lnTo>
                  <a:lnTo>
                    <a:pt x="255121" y="306902"/>
                  </a:lnTo>
                  <a:lnTo>
                    <a:pt x="301980" y="278523"/>
                  </a:lnTo>
                  <a:lnTo>
                    <a:pt x="312699" y="274358"/>
                  </a:lnTo>
                  <a:lnTo>
                    <a:pt x="293499" y="255697"/>
                  </a:lnTo>
                  <a:lnTo>
                    <a:pt x="271692" y="240061"/>
                  </a:lnTo>
                  <a:lnTo>
                    <a:pt x="247621" y="227787"/>
                  </a:lnTo>
                  <a:lnTo>
                    <a:pt x="221627" y="219214"/>
                  </a:lnTo>
                  <a:lnTo>
                    <a:pt x="250264" y="202310"/>
                  </a:lnTo>
                  <a:lnTo>
                    <a:pt x="272700" y="178036"/>
                  </a:lnTo>
                  <a:lnTo>
                    <a:pt x="287335" y="147993"/>
                  </a:lnTo>
                  <a:lnTo>
                    <a:pt x="292569" y="113779"/>
                  </a:lnTo>
                  <a:lnTo>
                    <a:pt x="283628" y="69490"/>
                  </a:lnTo>
                  <a:lnTo>
                    <a:pt x="259245" y="33324"/>
                  </a:lnTo>
                  <a:lnTo>
                    <a:pt x="223079" y="8941"/>
                  </a:lnTo>
                  <a:lnTo>
                    <a:pt x="178790" y="0"/>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44" name="Google Shape;344;p10"/>
          <p:cNvGrpSpPr/>
          <p:nvPr/>
        </p:nvGrpSpPr>
        <p:grpSpPr>
          <a:xfrm>
            <a:off x="6698555" y="3629728"/>
            <a:ext cx="1113790" cy="1040765"/>
            <a:chOff x="6698555" y="3629728"/>
            <a:chExt cx="1113790" cy="1040765"/>
          </a:xfrm>
        </p:grpSpPr>
        <p:sp>
          <p:nvSpPr>
            <p:cNvPr id="345" name="Google Shape;345;p10"/>
            <p:cNvSpPr/>
            <p:nvPr/>
          </p:nvSpPr>
          <p:spPr>
            <a:xfrm>
              <a:off x="6698555" y="3629728"/>
              <a:ext cx="1113790" cy="1040765"/>
            </a:xfrm>
            <a:custGeom>
              <a:rect b="b" l="l" r="r" t="t"/>
              <a:pathLst>
                <a:path extrusionOk="0" h="1040764" w="1113790">
                  <a:moveTo>
                    <a:pt x="95872" y="0"/>
                  </a:moveTo>
                  <a:lnTo>
                    <a:pt x="52057" y="10579"/>
                  </a:lnTo>
                  <a:lnTo>
                    <a:pt x="17030" y="41300"/>
                  </a:lnTo>
                  <a:lnTo>
                    <a:pt x="304" y="88036"/>
                  </a:lnTo>
                  <a:lnTo>
                    <a:pt x="0" y="944714"/>
                  </a:lnTo>
                  <a:lnTo>
                    <a:pt x="1269" y="960323"/>
                  </a:lnTo>
                  <a:lnTo>
                    <a:pt x="19799" y="1003071"/>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6" name="Google Shape;346;p10"/>
            <p:cNvSpPr/>
            <p:nvPr/>
          </p:nvSpPr>
          <p:spPr>
            <a:xfrm>
              <a:off x="7397593" y="4325549"/>
              <a:ext cx="85725" cy="85090"/>
            </a:xfrm>
            <a:custGeom>
              <a:rect b="b" l="l" r="r" t="t"/>
              <a:pathLst>
                <a:path extrusionOk="0" h="85089" w="85725">
                  <a:moveTo>
                    <a:pt x="42560" y="0"/>
                  </a:moveTo>
                  <a:lnTo>
                    <a:pt x="7119" y="18935"/>
                  </a:lnTo>
                  <a:lnTo>
                    <a:pt x="0" y="42543"/>
                  </a:lnTo>
                  <a:lnTo>
                    <a:pt x="816" y="50910"/>
                  </a:lnTo>
                  <a:lnTo>
                    <a:pt x="26536" y="81967"/>
                  </a:lnTo>
                  <a:lnTo>
                    <a:pt x="42557" y="85075"/>
                  </a:lnTo>
                  <a:lnTo>
                    <a:pt x="50684" y="84299"/>
                  </a:lnTo>
                  <a:lnTo>
                    <a:pt x="79613" y="63090"/>
                  </a:lnTo>
                  <a:lnTo>
                    <a:pt x="42541" y="63090"/>
                  </a:lnTo>
                  <a:lnTo>
                    <a:pt x="34814" y="61590"/>
                  </a:lnTo>
                  <a:lnTo>
                    <a:pt x="28003" y="57084"/>
                  </a:lnTo>
                  <a:lnTo>
                    <a:pt x="24129" y="53211"/>
                  </a:lnTo>
                  <a:lnTo>
                    <a:pt x="21996" y="48042"/>
                  </a:lnTo>
                  <a:lnTo>
                    <a:pt x="21996" y="37044"/>
                  </a:lnTo>
                  <a:lnTo>
                    <a:pt x="24129" y="31862"/>
                  </a:lnTo>
                  <a:lnTo>
                    <a:pt x="32016" y="23988"/>
                  </a:lnTo>
                  <a:lnTo>
                    <a:pt x="37287" y="21982"/>
                  </a:lnTo>
                  <a:lnTo>
                    <a:pt x="79611" y="21982"/>
                  </a:lnTo>
                  <a:lnTo>
                    <a:pt x="77982" y="18935"/>
                  </a:lnTo>
                  <a:lnTo>
                    <a:pt x="72643" y="12444"/>
                  </a:lnTo>
                  <a:lnTo>
                    <a:pt x="58578" y="3112"/>
                  </a:lnTo>
                  <a:lnTo>
                    <a:pt x="42560" y="0"/>
                  </a:lnTo>
                  <a:close/>
                </a:path>
                <a:path extrusionOk="0" h="85089" w="85725">
                  <a:moveTo>
                    <a:pt x="79611" y="21982"/>
                  </a:moveTo>
                  <a:lnTo>
                    <a:pt x="47815" y="21982"/>
                  </a:lnTo>
                  <a:lnTo>
                    <a:pt x="53085" y="23988"/>
                  </a:lnTo>
                  <a:lnTo>
                    <a:pt x="60972" y="31862"/>
                  </a:lnTo>
                  <a:lnTo>
                    <a:pt x="63106" y="37044"/>
                  </a:lnTo>
                  <a:lnTo>
                    <a:pt x="63106" y="48042"/>
                  </a:lnTo>
                  <a:lnTo>
                    <a:pt x="60972" y="53211"/>
                  </a:lnTo>
                  <a:lnTo>
                    <a:pt x="57099" y="57084"/>
                  </a:lnTo>
                  <a:lnTo>
                    <a:pt x="50291" y="61590"/>
                  </a:lnTo>
                  <a:lnTo>
                    <a:pt x="42541" y="63090"/>
                  </a:lnTo>
                  <a:lnTo>
                    <a:pt x="79613" y="63090"/>
                  </a:lnTo>
                  <a:lnTo>
                    <a:pt x="81888" y="58839"/>
                  </a:lnTo>
                  <a:lnTo>
                    <a:pt x="84286" y="50910"/>
                  </a:lnTo>
                  <a:lnTo>
                    <a:pt x="85102" y="42543"/>
                  </a:lnTo>
                  <a:lnTo>
                    <a:pt x="84286" y="34173"/>
                  </a:lnTo>
                  <a:lnTo>
                    <a:pt x="81888" y="26241"/>
                  </a:lnTo>
                  <a:lnTo>
                    <a:pt x="79611" y="21982"/>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47" name="Google Shape;347;p10"/>
            <p:cNvPicPr preferRelativeResize="0"/>
            <p:nvPr/>
          </p:nvPicPr>
          <p:blipFill rotWithShape="1">
            <a:blip r:embed="rId4">
              <a:alphaModFix/>
            </a:blip>
            <a:srcRect b="0" l="0" r="0" t="0"/>
            <a:stretch/>
          </p:blipFill>
          <p:spPr>
            <a:xfrm>
              <a:off x="7533364" y="3952138"/>
              <a:ext cx="85026" cy="85175"/>
            </a:xfrm>
            <a:prstGeom prst="rect">
              <a:avLst/>
            </a:prstGeom>
            <a:noFill/>
            <a:ln>
              <a:noFill/>
            </a:ln>
          </p:spPr>
        </p:pic>
        <p:sp>
          <p:nvSpPr>
            <p:cNvPr id="348" name="Google Shape;348;p10"/>
            <p:cNvSpPr/>
            <p:nvPr/>
          </p:nvSpPr>
          <p:spPr>
            <a:xfrm>
              <a:off x="6892684" y="3967708"/>
              <a:ext cx="685165" cy="545465"/>
            </a:xfrm>
            <a:custGeom>
              <a:rect b="b" l="l" r="r" t="t"/>
              <a:pathLst>
                <a:path extrusionOk="0" h="545464" w="685165">
                  <a:moveTo>
                    <a:pt x="684771" y="54711"/>
                  </a:moveTo>
                  <a:lnTo>
                    <a:pt x="681824" y="48412"/>
                  </a:lnTo>
                  <a:lnTo>
                    <a:pt x="670394" y="44272"/>
                  </a:lnTo>
                  <a:lnTo>
                    <a:pt x="668972" y="44945"/>
                  </a:lnTo>
                  <a:lnTo>
                    <a:pt x="669277" y="43446"/>
                  </a:lnTo>
                  <a:lnTo>
                    <a:pt x="662990" y="33947"/>
                  </a:lnTo>
                  <a:lnTo>
                    <a:pt x="662368" y="22059"/>
                  </a:lnTo>
                  <a:lnTo>
                    <a:pt x="661441" y="21285"/>
                  </a:lnTo>
                  <a:lnTo>
                    <a:pt x="661441" y="54533"/>
                  </a:lnTo>
                  <a:lnTo>
                    <a:pt x="547039" y="369519"/>
                  </a:lnTo>
                  <a:lnTo>
                    <a:pt x="526237" y="317233"/>
                  </a:lnTo>
                  <a:lnTo>
                    <a:pt x="526237" y="376783"/>
                  </a:lnTo>
                  <a:lnTo>
                    <a:pt x="350481" y="283654"/>
                  </a:lnTo>
                  <a:lnTo>
                    <a:pt x="352336" y="273977"/>
                  </a:lnTo>
                  <a:lnTo>
                    <a:pt x="349783" y="260743"/>
                  </a:lnTo>
                  <a:lnTo>
                    <a:pt x="452932" y="192493"/>
                  </a:lnTo>
                  <a:lnTo>
                    <a:pt x="526237" y="376783"/>
                  </a:lnTo>
                  <a:lnTo>
                    <a:pt x="526237" y="317233"/>
                  </a:lnTo>
                  <a:lnTo>
                    <a:pt x="471678" y="180086"/>
                  </a:lnTo>
                  <a:lnTo>
                    <a:pt x="661441" y="54533"/>
                  </a:lnTo>
                  <a:lnTo>
                    <a:pt x="661441" y="21285"/>
                  </a:lnTo>
                  <a:lnTo>
                    <a:pt x="656793" y="17399"/>
                  </a:lnTo>
                  <a:lnTo>
                    <a:pt x="643267" y="18135"/>
                  </a:lnTo>
                  <a:lnTo>
                    <a:pt x="643267" y="40195"/>
                  </a:lnTo>
                  <a:lnTo>
                    <a:pt x="463372" y="159219"/>
                  </a:lnTo>
                  <a:lnTo>
                    <a:pt x="444627" y="112077"/>
                  </a:lnTo>
                  <a:lnTo>
                    <a:pt x="444627" y="171615"/>
                  </a:lnTo>
                  <a:lnTo>
                    <a:pt x="337693" y="242379"/>
                  </a:lnTo>
                  <a:lnTo>
                    <a:pt x="335165" y="240690"/>
                  </a:lnTo>
                  <a:lnTo>
                    <a:pt x="398487" y="84162"/>
                  </a:lnTo>
                  <a:lnTo>
                    <a:pt x="405066" y="84810"/>
                  </a:lnTo>
                  <a:lnTo>
                    <a:pt x="409930" y="84340"/>
                  </a:lnTo>
                  <a:lnTo>
                    <a:pt x="444627" y="171615"/>
                  </a:lnTo>
                  <a:lnTo>
                    <a:pt x="444627" y="112077"/>
                  </a:lnTo>
                  <a:lnTo>
                    <a:pt x="430390" y="76263"/>
                  </a:lnTo>
                  <a:lnTo>
                    <a:pt x="435152" y="72351"/>
                  </a:lnTo>
                  <a:lnTo>
                    <a:pt x="441566" y="62611"/>
                  </a:lnTo>
                  <a:lnTo>
                    <a:pt x="444436" y="58254"/>
                  </a:lnTo>
                  <a:lnTo>
                    <a:pt x="445858" y="50863"/>
                  </a:lnTo>
                  <a:lnTo>
                    <a:pt x="643267" y="40195"/>
                  </a:lnTo>
                  <a:lnTo>
                    <a:pt x="643267" y="18135"/>
                  </a:lnTo>
                  <a:lnTo>
                    <a:pt x="444969" y="28892"/>
                  </a:lnTo>
                  <a:lnTo>
                    <a:pt x="444449" y="26162"/>
                  </a:lnTo>
                  <a:lnTo>
                    <a:pt x="441439" y="21590"/>
                  </a:lnTo>
                  <a:lnTo>
                    <a:pt x="435152" y="12052"/>
                  </a:lnTo>
                  <a:lnTo>
                    <a:pt x="425462" y="5765"/>
                  </a:lnTo>
                  <a:lnTo>
                    <a:pt x="425462" y="42748"/>
                  </a:lnTo>
                  <a:lnTo>
                    <a:pt x="424078" y="49987"/>
                  </a:lnTo>
                  <a:lnTo>
                    <a:pt x="419608" y="56807"/>
                  </a:lnTo>
                  <a:lnTo>
                    <a:pt x="412877" y="61163"/>
                  </a:lnTo>
                  <a:lnTo>
                    <a:pt x="405053" y="62611"/>
                  </a:lnTo>
                  <a:lnTo>
                    <a:pt x="397243" y="61163"/>
                  </a:lnTo>
                  <a:lnTo>
                    <a:pt x="390512" y="56807"/>
                  </a:lnTo>
                  <a:lnTo>
                    <a:pt x="385940" y="49987"/>
                  </a:lnTo>
                  <a:lnTo>
                    <a:pt x="384378" y="42202"/>
                  </a:lnTo>
                  <a:lnTo>
                    <a:pt x="385914" y="34455"/>
                  </a:lnTo>
                  <a:lnTo>
                    <a:pt x="390512" y="27597"/>
                  </a:lnTo>
                  <a:lnTo>
                    <a:pt x="394398" y="23723"/>
                  </a:lnTo>
                  <a:lnTo>
                    <a:pt x="399567" y="21590"/>
                  </a:lnTo>
                  <a:lnTo>
                    <a:pt x="410565" y="21590"/>
                  </a:lnTo>
                  <a:lnTo>
                    <a:pt x="425462" y="42748"/>
                  </a:lnTo>
                  <a:lnTo>
                    <a:pt x="425462" y="5765"/>
                  </a:lnTo>
                  <a:lnTo>
                    <a:pt x="421233" y="3009"/>
                  </a:lnTo>
                  <a:lnTo>
                    <a:pt x="405066" y="0"/>
                  </a:lnTo>
                  <a:lnTo>
                    <a:pt x="388886" y="3009"/>
                  </a:lnTo>
                  <a:lnTo>
                    <a:pt x="378396" y="9829"/>
                  </a:lnTo>
                  <a:lnTo>
                    <a:pt x="378396" y="75184"/>
                  </a:lnTo>
                  <a:lnTo>
                    <a:pt x="330377" y="193903"/>
                  </a:lnTo>
                  <a:lnTo>
                    <a:pt x="330377" y="273977"/>
                  </a:lnTo>
                  <a:lnTo>
                    <a:pt x="328904" y="281546"/>
                  </a:lnTo>
                  <a:lnTo>
                    <a:pt x="328472" y="282371"/>
                  </a:lnTo>
                  <a:lnTo>
                    <a:pt x="324332" y="288632"/>
                  </a:lnTo>
                  <a:lnTo>
                    <a:pt x="317500" y="293116"/>
                  </a:lnTo>
                  <a:lnTo>
                    <a:pt x="309803" y="294601"/>
                  </a:lnTo>
                  <a:lnTo>
                    <a:pt x="302031" y="293116"/>
                  </a:lnTo>
                  <a:lnTo>
                    <a:pt x="295211" y="288632"/>
                  </a:lnTo>
                  <a:lnTo>
                    <a:pt x="290690" y="281774"/>
                  </a:lnTo>
                  <a:lnTo>
                    <a:pt x="289179" y="273977"/>
                  </a:lnTo>
                  <a:lnTo>
                    <a:pt x="290664" y="266217"/>
                  </a:lnTo>
                  <a:lnTo>
                    <a:pt x="318960" y="255346"/>
                  </a:lnTo>
                  <a:lnTo>
                    <a:pt x="320471" y="255498"/>
                  </a:lnTo>
                  <a:lnTo>
                    <a:pt x="324396" y="259422"/>
                  </a:lnTo>
                  <a:lnTo>
                    <a:pt x="328891" y="266217"/>
                  </a:lnTo>
                  <a:lnTo>
                    <a:pt x="330377" y="273977"/>
                  </a:lnTo>
                  <a:lnTo>
                    <a:pt x="330377" y="193903"/>
                  </a:lnTo>
                  <a:lnTo>
                    <a:pt x="314807" y="232384"/>
                  </a:lnTo>
                  <a:lnTo>
                    <a:pt x="309841" y="231419"/>
                  </a:lnTo>
                  <a:lnTo>
                    <a:pt x="293776" y="234518"/>
                  </a:lnTo>
                  <a:lnTo>
                    <a:pt x="281520" y="242595"/>
                  </a:lnTo>
                  <a:lnTo>
                    <a:pt x="281520" y="305689"/>
                  </a:lnTo>
                  <a:lnTo>
                    <a:pt x="216865" y="434073"/>
                  </a:lnTo>
                  <a:lnTo>
                    <a:pt x="216865" y="502602"/>
                  </a:lnTo>
                  <a:lnTo>
                    <a:pt x="215353" y="510336"/>
                  </a:lnTo>
                  <a:lnTo>
                    <a:pt x="210807" y="517207"/>
                  </a:lnTo>
                  <a:lnTo>
                    <a:pt x="204012" y="521703"/>
                  </a:lnTo>
                  <a:lnTo>
                    <a:pt x="196265" y="523201"/>
                  </a:lnTo>
                  <a:lnTo>
                    <a:pt x="188506" y="521703"/>
                  </a:lnTo>
                  <a:lnTo>
                    <a:pt x="181698" y="517207"/>
                  </a:lnTo>
                  <a:lnTo>
                    <a:pt x="177101" y="510336"/>
                  </a:lnTo>
                  <a:lnTo>
                    <a:pt x="175564" y="502602"/>
                  </a:lnTo>
                  <a:lnTo>
                    <a:pt x="177101" y="494855"/>
                  </a:lnTo>
                  <a:lnTo>
                    <a:pt x="181698" y="487997"/>
                  </a:lnTo>
                  <a:lnTo>
                    <a:pt x="185267" y="484428"/>
                  </a:lnTo>
                  <a:lnTo>
                    <a:pt x="185508" y="484428"/>
                  </a:lnTo>
                  <a:lnTo>
                    <a:pt x="186944" y="484162"/>
                  </a:lnTo>
                  <a:lnTo>
                    <a:pt x="192189" y="481977"/>
                  </a:lnTo>
                  <a:lnTo>
                    <a:pt x="201155" y="481977"/>
                  </a:lnTo>
                  <a:lnTo>
                    <a:pt x="205854" y="484339"/>
                  </a:lnTo>
                  <a:lnTo>
                    <a:pt x="207492" y="484720"/>
                  </a:lnTo>
                  <a:lnTo>
                    <a:pt x="210807" y="487997"/>
                  </a:lnTo>
                  <a:lnTo>
                    <a:pt x="215150" y="494576"/>
                  </a:lnTo>
                  <a:lnTo>
                    <a:pt x="215569" y="495973"/>
                  </a:lnTo>
                  <a:lnTo>
                    <a:pt x="216865" y="502602"/>
                  </a:lnTo>
                  <a:lnTo>
                    <a:pt x="216865" y="434073"/>
                  </a:lnTo>
                  <a:lnTo>
                    <a:pt x="203136" y="461327"/>
                  </a:lnTo>
                  <a:lnTo>
                    <a:pt x="196253" y="459981"/>
                  </a:lnTo>
                  <a:lnTo>
                    <a:pt x="190842" y="461035"/>
                  </a:lnTo>
                  <a:lnTo>
                    <a:pt x="68491" y="166789"/>
                  </a:lnTo>
                  <a:lnTo>
                    <a:pt x="72732" y="163271"/>
                  </a:lnTo>
                  <a:lnTo>
                    <a:pt x="73571" y="162013"/>
                  </a:lnTo>
                  <a:lnTo>
                    <a:pt x="268884" y="265315"/>
                  </a:lnTo>
                  <a:lnTo>
                    <a:pt x="267220" y="273977"/>
                  </a:lnTo>
                  <a:lnTo>
                    <a:pt x="270319" y="290017"/>
                  </a:lnTo>
                  <a:lnTo>
                    <a:pt x="279666" y="304177"/>
                  </a:lnTo>
                  <a:lnTo>
                    <a:pt x="281520" y="305689"/>
                  </a:lnTo>
                  <a:lnTo>
                    <a:pt x="281520" y="242595"/>
                  </a:lnTo>
                  <a:lnTo>
                    <a:pt x="279628" y="243840"/>
                  </a:lnTo>
                  <a:lnTo>
                    <a:pt x="278511" y="245516"/>
                  </a:lnTo>
                  <a:lnTo>
                    <a:pt x="83388" y="142316"/>
                  </a:lnTo>
                  <a:lnTo>
                    <a:pt x="85064" y="133705"/>
                  </a:lnTo>
                  <a:lnTo>
                    <a:pt x="368477" y="62598"/>
                  </a:lnTo>
                  <a:lnTo>
                    <a:pt x="374967" y="72351"/>
                  </a:lnTo>
                  <a:lnTo>
                    <a:pt x="378396" y="75184"/>
                  </a:lnTo>
                  <a:lnTo>
                    <a:pt x="378396" y="9829"/>
                  </a:lnTo>
                  <a:lnTo>
                    <a:pt x="374967" y="12052"/>
                  </a:lnTo>
                  <a:lnTo>
                    <a:pt x="365607" y="26162"/>
                  </a:lnTo>
                  <a:lnTo>
                    <a:pt x="362635" y="41427"/>
                  </a:lnTo>
                  <a:lnTo>
                    <a:pt x="79070" y="112661"/>
                  </a:lnTo>
                  <a:lnTo>
                    <a:pt x="72732" y="103085"/>
                  </a:lnTo>
                  <a:lnTo>
                    <a:pt x="63195" y="96761"/>
                  </a:lnTo>
                  <a:lnTo>
                    <a:pt x="63195" y="131191"/>
                  </a:lnTo>
                  <a:lnTo>
                    <a:pt x="63195" y="138404"/>
                  </a:lnTo>
                  <a:lnTo>
                    <a:pt x="59436" y="145478"/>
                  </a:lnTo>
                  <a:lnTo>
                    <a:pt x="57150" y="147764"/>
                  </a:lnTo>
                  <a:lnTo>
                    <a:pt x="50444" y="152171"/>
                  </a:lnTo>
                  <a:lnTo>
                    <a:pt x="42646" y="153644"/>
                  </a:lnTo>
                  <a:lnTo>
                    <a:pt x="34848" y="152171"/>
                  </a:lnTo>
                  <a:lnTo>
                    <a:pt x="28155" y="147764"/>
                  </a:lnTo>
                  <a:lnTo>
                    <a:pt x="24193" y="143852"/>
                  </a:lnTo>
                  <a:lnTo>
                    <a:pt x="21996" y="138684"/>
                  </a:lnTo>
                  <a:lnTo>
                    <a:pt x="21996" y="127698"/>
                  </a:lnTo>
                  <a:lnTo>
                    <a:pt x="24155" y="122542"/>
                  </a:lnTo>
                  <a:lnTo>
                    <a:pt x="32105" y="114630"/>
                  </a:lnTo>
                  <a:lnTo>
                    <a:pt x="37376" y="112623"/>
                  </a:lnTo>
                  <a:lnTo>
                    <a:pt x="47904" y="112623"/>
                  </a:lnTo>
                  <a:lnTo>
                    <a:pt x="53174" y="114630"/>
                  </a:lnTo>
                  <a:lnTo>
                    <a:pt x="61010" y="122491"/>
                  </a:lnTo>
                  <a:lnTo>
                    <a:pt x="63195" y="131191"/>
                  </a:lnTo>
                  <a:lnTo>
                    <a:pt x="63195" y="96761"/>
                  </a:lnTo>
                  <a:lnTo>
                    <a:pt x="58661" y="93751"/>
                  </a:lnTo>
                  <a:lnTo>
                    <a:pt x="42646" y="90627"/>
                  </a:lnTo>
                  <a:lnTo>
                    <a:pt x="26606" y="93751"/>
                  </a:lnTo>
                  <a:lnTo>
                    <a:pt x="825" y="124802"/>
                  </a:lnTo>
                  <a:lnTo>
                    <a:pt x="0" y="133184"/>
                  </a:lnTo>
                  <a:lnTo>
                    <a:pt x="825" y="141566"/>
                  </a:lnTo>
                  <a:lnTo>
                    <a:pt x="26327" y="172580"/>
                  </a:lnTo>
                  <a:lnTo>
                    <a:pt x="42633" y="175818"/>
                  </a:lnTo>
                  <a:lnTo>
                    <a:pt x="48183" y="175272"/>
                  </a:lnTo>
                  <a:lnTo>
                    <a:pt x="170548" y="469519"/>
                  </a:lnTo>
                  <a:lnTo>
                    <a:pt x="166154" y="472440"/>
                  </a:lnTo>
                  <a:lnTo>
                    <a:pt x="156794" y="486549"/>
                  </a:lnTo>
                  <a:lnTo>
                    <a:pt x="153682" y="502602"/>
                  </a:lnTo>
                  <a:lnTo>
                    <a:pt x="156806" y="518642"/>
                  </a:lnTo>
                  <a:lnTo>
                    <a:pt x="188112" y="544410"/>
                  </a:lnTo>
                  <a:lnTo>
                    <a:pt x="196240" y="545185"/>
                  </a:lnTo>
                  <a:lnTo>
                    <a:pt x="204355" y="544410"/>
                  </a:lnTo>
                  <a:lnTo>
                    <a:pt x="235623" y="518642"/>
                  </a:lnTo>
                  <a:lnTo>
                    <a:pt x="238721" y="502602"/>
                  </a:lnTo>
                  <a:lnTo>
                    <a:pt x="238518" y="501599"/>
                  </a:lnTo>
                  <a:lnTo>
                    <a:pt x="526173" y="418122"/>
                  </a:lnTo>
                  <a:lnTo>
                    <a:pt x="529526" y="412026"/>
                  </a:lnTo>
                  <a:lnTo>
                    <a:pt x="526122" y="400367"/>
                  </a:lnTo>
                  <a:lnTo>
                    <a:pt x="520026" y="396963"/>
                  </a:lnTo>
                  <a:lnTo>
                    <a:pt x="231749" y="480656"/>
                  </a:lnTo>
                  <a:lnTo>
                    <a:pt x="226352" y="472440"/>
                  </a:lnTo>
                  <a:lnTo>
                    <a:pt x="223215" y="470369"/>
                  </a:lnTo>
                  <a:lnTo>
                    <a:pt x="301142" y="315645"/>
                  </a:lnTo>
                  <a:lnTo>
                    <a:pt x="301675" y="315798"/>
                  </a:lnTo>
                  <a:lnTo>
                    <a:pt x="309803" y="316572"/>
                  </a:lnTo>
                  <a:lnTo>
                    <a:pt x="340487" y="303276"/>
                  </a:lnTo>
                  <a:lnTo>
                    <a:pt x="516001" y="396240"/>
                  </a:lnTo>
                  <a:lnTo>
                    <a:pt x="517766" y="396646"/>
                  </a:lnTo>
                  <a:lnTo>
                    <a:pt x="519506" y="396646"/>
                  </a:lnTo>
                  <a:lnTo>
                    <a:pt x="523443" y="396646"/>
                  </a:lnTo>
                  <a:lnTo>
                    <a:pt x="527253" y="394525"/>
                  </a:lnTo>
                  <a:lnTo>
                    <a:pt x="532079" y="385432"/>
                  </a:lnTo>
                  <a:lnTo>
                    <a:pt x="530936" y="381723"/>
                  </a:lnTo>
                  <a:lnTo>
                    <a:pt x="531444" y="382041"/>
                  </a:lnTo>
                  <a:lnTo>
                    <a:pt x="535813" y="382041"/>
                  </a:lnTo>
                  <a:lnTo>
                    <a:pt x="538543" y="381800"/>
                  </a:lnTo>
                  <a:lnTo>
                    <a:pt x="545515" y="379018"/>
                  </a:lnTo>
                  <a:lnTo>
                    <a:pt x="547103" y="375348"/>
                  </a:lnTo>
                  <a:lnTo>
                    <a:pt x="548830" y="379018"/>
                  </a:lnTo>
                  <a:lnTo>
                    <a:pt x="555777" y="381546"/>
                  </a:lnTo>
                  <a:lnTo>
                    <a:pt x="558292" y="381762"/>
                  </a:lnTo>
                  <a:lnTo>
                    <a:pt x="562775" y="381762"/>
                  </a:lnTo>
                  <a:lnTo>
                    <a:pt x="567004" y="378993"/>
                  </a:lnTo>
                  <a:lnTo>
                    <a:pt x="684771" y="54711"/>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49" name="Google Shape;349;p10"/>
            <p:cNvPicPr preferRelativeResize="0"/>
            <p:nvPr/>
          </p:nvPicPr>
          <p:blipFill rotWithShape="1">
            <a:blip r:embed="rId5">
              <a:alphaModFix/>
            </a:blip>
            <a:srcRect b="0" l="0" r="0" t="0"/>
            <a:stretch/>
          </p:blipFill>
          <p:spPr>
            <a:xfrm>
              <a:off x="6991558" y="3787163"/>
              <a:ext cx="180682" cy="231905"/>
            </a:xfrm>
            <a:prstGeom prst="rect">
              <a:avLst/>
            </a:prstGeom>
            <a:noFill/>
            <a:ln>
              <a:noFill/>
            </a:ln>
          </p:spPr>
        </p:pic>
      </p:grpSp>
      <p:grpSp>
        <p:nvGrpSpPr>
          <p:cNvPr id="350" name="Google Shape;350;p10"/>
          <p:cNvGrpSpPr/>
          <p:nvPr/>
        </p:nvGrpSpPr>
        <p:grpSpPr>
          <a:xfrm>
            <a:off x="927719" y="3629728"/>
            <a:ext cx="1113790" cy="1040765"/>
            <a:chOff x="927719" y="3629728"/>
            <a:chExt cx="1113790" cy="1040765"/>
          </a:xfrm>
        </p:grpSpPr>
        <p:sp>
          <p:nvSpPr>
            <p:cNvPr id="351" name="Google Shape;351;p10"/>
            <p:cNvSpPr/>
            <p:nvPr/>
          </p:nvSpPr>
          <p:spPr>
            <a:xfrm>
              <a:off x="927719" y="3629728"/>
              <a:ext cx="1113790" cy="1040765"/>
            </a:xfrm>
            <a:custGeom>
              <a:rect b="b" l="l" r="r" t="t"/>
              <a:pathLst>
                <a:path extrusionOk="0" h="1040764" w="1113789">
                  <a:moveTo>
                    <a:pt x="95872" y="0"/>
                  </a:moveTo>
                  <a:lnTo>
                    <a:pt x="94297" y="0"/>
                  </a:lnTo>
                  <a:lnTo>
                    <a:pt x="80251" y="1270"/>
                  </a:lnTo>
                  <a:lnTo>
                    <a:pt x="37503" y="19799"/>
                  </a:lnTo>
                  <a:lnTo>
                    <a:pt x="8534" y="56299"/>
                  </a:lnTo>
                  <a:lnTo>
                    <a:pt x="0" y="944714"/>
                  </a:lnTo>
                  <a:lnTo>
                    <a:pt x="1270" y="960323"/>
                  </a:lnTo>
                  <a:lnTo>
                    <a:pt x="19799" y="1003071"/>
                  </a:lnTo>
                  <a:lnTo>
                    <a:pt x="57734" y="1032687"/>
                  </a:lnTo>
                  <a:lnTo>
                    <a:pt x="1021041" y="1040536"/>
                  </a:lnTo>
                  <a:lnTo>
                    <a:pt x="1038148" y="1038440"/>
                  </a:lnTo>
                  <a:lnTo>
                    <a:pt x="1076286" y="1020775"/>
                  </a:lnTo>
                  <a:lnTo>
                    <a:pt x="1105255" y="984275"/>
                  </a:lnTo>
                  <a:lnTo>
                    <a:pt x="1113790"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2" name="Google Shape;352;p10"/>
            <p:cNvSpPr/>
            <p:nvPr/>
          </p:nvSpPr>
          <p:spPr>
            <a:xfrm>
              <a:off x="1186573" y="3787203"/>
              <a:ext cx="596900" cy="725805"/>
            </a:xfrm>
            <a:custGeom>
              <a:rect b="b" l="l" r="r" t="t"/>
              <a:pathLst>
                <a:path extrusionOk="0" h="725804" w="596900">
                  <a:moveTo>
                    <a:pt x="281520" y="216611"/>
                  </a:moveTo>
                  <a:lnTo>
                    <a:pt x="277368" y="212458"/>
                  </a:lnTo>
                  <a:lnTo>
                    <a:pt x="272249" y="212458"/>
                  </a:lnTo>
                  <a:lnTo>
                    <a:pt x="185712" y="212458"/>
                  </a:lnTo>
                  <a:lnTo>
                    <a:pt x="181559" y="216611"/>
                  </a:lnTo>
                  <a:lnTo>
                    <a:pt x="181559" y="226847"/>
                  </a:lnTo>
                  <a:lnTo>
                    <a:pt x="185712" y="231000"/>
                  </a:lnTo>
                  <a:lnTo>
                    <a:pt x="277368" y="231000"/>
                  </a:lnTo>
                  <a:lnTo>
                    <a:pt x="281520" y="226847"/>
                  </a:lnTo>
                  <a:lnTo>
                    <a:pt x="281520" y="216611"/>
                  </a:lnTo>
                  <a:close/>
                </a:path>
                <a:path extrusionOk="0" h="725804" w="596900">
                  <a:moveTo>
                    <a:pt x="341223" y="216611"/>
                  </a:moveTo>
                  <a:lnTo>
                    <a:pt x="337070" y="212458"/>
                  </a:lnTo>
                  <a:lnTo>
                    <a:pt x="331952" y="212458"/>
                  </a:lnTo>
                  <a:lnTo>
                    <a:pt x="291858" y="212458"/>
                  </a:lnTo>
                  <a:lnTo>
                    <a:pt x="287705" y="216611"/>
                  </a:lnTo>
                  <a:lnTo>
                    <a:pt x="287705" y="226847"/>
                  </a:lnTo>
                  <a:lnTo>
                    <a:pt x="291858" y="231000"/>
                  </a:lnTo>
                  <a:lnTo>
                    <a:pt x="337070" y="231000"/>
                  </a:lnTo>
                  <a:lnTo>
                    <a:pt x="341223" y="226847"/>
                  </a:lnTo>
                  <a:lnTo>
                    <a:pt x="341223" y="216611"/>
                  </a:lnTo>
                  <a:close/>
                </a:path>
                <a:path extrusionOk="0" h="725804" w="596900">
                  <a:moveTo>
                    <a:pt x="362140" y="167792"/>
                  </a:moveTo>
                  <a:lnTo>
                    <a:pt x="357987" y="163639"/>
                  </a:lnTo>
                  <a:lnTo>
                    <a:pt x="352869" y="163639"/>
                  </a:lnTo>
                  <a:lnTo>
                    <a:pt x="185699" y="163639"/>
                  </a:lnTo>
                  <a:lnTo>
                    <a:pt x="181546" y="167792"/>
                  </a:lnTo>
                  <a:lnTo>
                    <a:pt x="181546" y="178028"/>
                  </a:lnTo>
                  <a:lnTo>
                    <a:pt x="185699" y="182181"/>
                  </a:lnTo>
                  <a:lnTo>
                    <a:pt x="357987" y="182181"/>
                  </a:lnTo>
                  <a:lnTo>
                    <a:pt x="362140" y="178028"/>
                  </a:lnTo>
                  <a:lnTo>
                    <a:pt x="362140" y="167792"/>
                  </a:lnTo>
                  <a:close/>
                </a:path>
                <a:path extrusionOk="0" h="725804" w="596900">
                  <a:moveTo>
                    <a:pt x="596379" y="688111"/>
                  </a:moveTo>
                  <a:lnTo>
                    <a:pt x="595718" y="578065"/>
                  </a:lnTo>
                  <a:lnTo>
                    <a:pt x="595706" y="576376"/>
                  </a:lnTo>
                  <a:lnTo>
                    <a:pt x="595655" y="564426"/>
                  </a:lnTo>
                  <a:lnTo>
                    <a:pt x="594664" y="562063"/>
                  </a:lnTo>
                  <a:lnTo>
                    <a:pt x="590537" y="557987"/>
                  </a:lnTo>
                  <a:lnTo>
                    <a:pt x="577875" y="545477"/>
                  </a:lnTo>
                  <a:lnTo>
                    <a:pt x="577875" y="692581"/>
                  </a:lnTo>
                  <a:lnTo>
                    <a:pt x="576262" y="696506"/>
                  </a:lnTo>
                  <a:lnTo>
                    <a:pt x="576148" y="696798"/>
                  </a:lnTo>
                  <a:lnTo>
                    <a:pt x="569849" y="703160"/>
                  </a:lnTo>
                  <a:lnTo>
                    <a:pt x="565645" y="704926"/>
                  </a:lnTo>
                  <a:lnTo>
                    <a:pt x="428701" y="705586"/>
                  </a:lnTo>
                  <a:lnTo>
                    <a:pt x="424180" y="705586"/>
                  </a:lnTo>
                  <a:lnTo>
                    <a:pt x="419989" y="703872"/>
                  </a:lnTo>
                  <a:lnTo>
                    <a:pt x="413651" y="697585"/>
                  </a:lnTo>
                  <a:lnTo>
                    <a:pt x="411886" y="693381"/>
                  </a:lnTo>
                  <a:lnTo>
                    <a:pt x="411226" y="578065"/>
                  </a:lnTo>
                  <a:lnTo>
                    <a:pt x="411099" y="556260"/>
                  </a:lnTo>
                  <a:lnTo>
                    <a:pt x="411022" y="541401"/>
                  </a:lnTo>
                  <a:lnTo>
                    <a:pt x="410921" y="523557"/>
                  </a:lnTo>
                  <a:lnTo>
                    <a:pt x="412648" y="519341"/>
                  </a:lnTo>
                  <a:lnTo>
                    <a:pt x="418947" y="512978"/>
                  </a:lnTo>
                  <a:lnTo>
                    <a:pt x="423151" y="511213"/>
                  </a:lnTo>
                  <a:lnTo>
                    <a:pt x="510946" y="510908"/>
                  </a:lnTo>
                  <a:lnTo>
                    <a:pt x="510971" y="516140"/>
                  </a:lnTo>
                  <a:lnTo>
                    <a:pt x="511098" y="541401"/>
                  </a:lnTo>
                  <a:lnTo>
                    <a:pt x="532955" y="573887"/>
                  </a:lnTo>
                  <a:lnTo>
                    <a:pt x="546392" y="576529"/>
                  </a:lnTo>
                  <a:lnTo>
                    <a:pt x="577176" y="576440"/>
                  </a:lnTo>
                  <a:lnTo>
                    <a:pt x="577850" y="688111"/>
                  </a:lnTo>
                  <a:lnTo>
                    <a:pt x="577875" y="692581"/>
                  </a:lnTo>
                  <a:lnTo>
                    <a:pt x="577875" y="545477"/>
                  </a:lnTo>
                  <a:lnTo>
                    <a:pt x="564159" y="531926"/>
                  </a:lnTo>
                  <a:lnTo>
                    <a:pt x="564159" y="557987"/>
                  </a:lnTo>
                  <a:lnTo>
                    <a:pt x="541947" y="557987"/>
                  </a:lnTo>
                  <a:lnTo>
                    <a:pt x="537768" y="556260"/>
                  </a:lnTo>
                  <a:lnTo>
                    <a:pt x="531418" y="549986"/>
                  </a:lnTo>
                  <a:lnTo>
                    <a:pt x="529666" y="545782"/>
                  </a:lnTo>
                  <a:lnTo>
                    <a:pt x="529551" y="523786"/>
                  </a:lnTo>
                  <a:lnTo>
                    <a:pt x="564159" y="557987"/>
                  </a:lnTo>
                  <a:lnTo>
                    <a:pt x="564159" y="531926"/>
                  </a:lnTo>
                  <a:lnTo>
                    <a:pt x="555929" y="523786"/>
                  </a:lnTo>
                  <a:lnTo>
                    <a:pt x="542785" y="510794"/>
                  </a:lnTo>
                  <a:lnTo>
                    <a:pt x="525310" y="493509"/>
                  </a:lnTo>
                  <a:lnTo>
                    <a:pt x="523468" y="492658"/>
                  </a:lnTo>
                  <a:lnTo>
                    <a:pt x="476097" y="492658"/>
                  </a:lnTo>
                  <a:lnTo>
                    <a:pt x="476097" y="462610"/>
                  </a:lnTo>
                  <a:lnTo>
                    <a:pt x="472998" y="447319"/>
                  </a:lnTo>
                  <a:lnTo>
                    <a:pt x="472935" y="446989"/>
                  </a:lnTo>
                  <a:lnTo>
                    <a:pt x="468884" y="440982"/>
                  </a:lnTo>
                  <a:lnTo>
                    <a:pt x="464312" y="434213"/>
                  </a:lnTo>
                  <a:lnTo>
                    <a:pt x="451548" y="425589"/>
                  </a:lnTo>
                  <a:lnTo>
                    <a:pt x="435927" y="422427"/>
                  </a:lnTo>
                  <a:lnTo>
                    <a:pt x="281127" y="422427"/>
                  </a:lnTo>
                  <a:lnTo>
                    <a:pt x="281127" y="384505"/>
                  </a:lnTo>
                  <a:lnTo>
                    <a:pt x="263372" y="384505"/>
                  </a:lnTo>
                  <a:lnTo>
                    <a:pt x="372122" y="383984"/>
                  </a:lnTo>
                  <a:lnTo>
                    <a:pt x="390893" y="380085"/>
                  </a:lnTo>
                  <a:lnTo>
                    <a:pt x="406209" y="369646"/>
                  </a:lnTo>
                  <a:lnTo>
                    <a:pt x="408381" y="366382"/>
                  </a:lnTo>
                  <a:lnTo>
                    <a:pt x="416496" y="354228"/>
                  </a:lnTo>
                  <a:lnTo>
                    <a:pt x="420192" y="335508"/>
                  </a:lnTo>
                  <a:lnTo>
                    <a:pt x="419163" y="117170"/>
                  </a:lnTo>
                  <a:lnTo>
                    <a:pt x="419163" y="116916"/>
                  </a:lnTo>
                  <a:lnTo>
                    <a:pt x="419112" y="104902"/>
                  </a:lnTo>
                  <a:lnTo>
                    <a:pt x="418122" y="102539"/>
                  </a:lnTo>
                  <a:lnTo>
                    <a:pt x="414147" y="98615"/>
                  </a:lnTo>
                  <a:lnTo>
                    <a:pt x="401675" y="86296"/>
                  </a:lnTo>
                  <a:lnTo>
                    <a:pt x="401675" y="335508"/>
                  </a:lnTo>
                  <a:lnTo>
                    <a:pt x="399376" y="347103"/>
                  </a:lnTo>
                  <a:lnTo>
                    <a:pt x="393039" y="356603"/>
                  </a:lnTo>
                  <a:lnTo>
                    <a:pt x="383603" y="363029"/>
                  </a:lnTo>
                  <a:lnTo>
                    <a:pt x="372033" y="365429"/>
                  </a:lnTo>
                  <a:lnTo>
                    <a:pt x="173342" y="366382"/>
                  </a:lnTo>
                  <a:lnTo>
                    <a:pt x="161747" y="364109"/>
                  </a:lnTo>
                  <a:lnTo>
                    <a:pt x="142354" y="117170"/>
                  </a:lnTo>
                  <a:lnTo>
                    <a:pt x="142252" y="95567"/>
                  </a:lnTo>
                  <a:lnTo>
                    <a:pt x="142163" y="76936"/>
                  </a:lnTo>
                  <a:lnTo>
                    <a:pt x="142125" y="69075"/>
                  </a:lnTo>
                  <a:lnTo>
                    <a:pt x="142036" y="49174"/>
                  </a:lnTo>
                  <a:lnTo>
                    <a:pt x="141998" y="41135"/>
                  </a:lnTo>
                  <a:lnTo>
                    <a:pt x="145059" y="33642"/>
                  </a:lnTo>
                  <a:lnTo>
                    <a:pt x="156248" y="22339"/>
                  </a:lnTo>
                  <a:lnTo>
                    <a:pt x="163715" y="19202"/>
                  </a:lnTo>
                  <a:lnTo>
                    <a:pt x="301294" y="18669"/>
                  </a:lnTo>
                  <a:lnTo>
                    <a:pt x="301345" y="30365"/>
                  </a:lnTo>
                  <a:lnTo>
                    <a:pt x="301434" y="49174"/>
                  </a:lnTo>
                  <a:lnTo>
                    <a:pt x="305269" y="87553"/>
                  </a:lnTo>
                  <a:lnTo>
                    <a:pt x="340410" y="116255"/>
                  </a:lnTo>
                  <a:lnTo>
                    <a:pt x="349846" y="117170"/>
                  </a:lnTo>
                  <a:lnTo>
                    <a:pt x="400621" y="116992"/>
                  </a:lnTo>
                  <a:lnTo>
                    <a:pt x="401675" y="335508"/>
                  </a:lnTo>
                  <a:lnTo>
                    <a:pt x="401675" y="86296"/>
                  </a:lnTo>
                  <a:lnTo>
                    <a:pt x="387591" y="72377"/>
                  </a:lnTo>
                  <a:lnTo>
                    <a:pt x="387591" y="98437"/>
                  </a:lnTo>
                  <a:lnTo>
                    <a:pt x="349999" y="98615"/>
                  </a:lnTo>
                  <a:lnTo>
                    <a:pt x="341947" y="98615"/>
                  </a:lnTo>
                  <a:lnTo>
                    <a:pt x="334518" y="95567"/>
                  </a:lnTo>
                  <a:lnTo>
                    <a:pt x="323253" y="84404"/>
                  </a:lnTo>
                  <a:lnTo>
                    <a:pt x="320116" y="76936"/>
                  </a:lnTo>
                  <a:lnTo>
                    <a:pt x="320078" y="69075"/>
                  </a:lnTo>
                  <a:lnTo>
                    <a:pt x="319976" y="49174"/>
                  </a:lnTo>
                  <a:lnTo>
                    <a:pt x="319900" y="31534"/>
                  </a:lnTo>
                  <a:lnTo>
                    <a:pt x="387591" y="98437"/>
                  </a:lnTo>
                  <a:lnTo>
                    <a:pt x="387591" y="72377"/>
                  </a:lnTo>
                  <a:lnTo>
                    <a:pt x="346278" y="31534"/>
                  </a:lnTo>
                  <a:lnTo>
                    <a:pt x="333121" y="18542"/>
                  </a:lnTo>
                  <a:lnTo>
                    <a:pt x="315722" y="1333"/>
                  </a:lnTo>
                  <a:lnTo>
                    <a:pt x="313728" y="406"/>
                  </a:lnTo>
                  <a:lnTo>
                    <a:pt x="309549" y="0"/>
                  </a:lnTo>
                  <a:lnTo>
                    <a:pt x="300710" y="0"/>
                  </a:lnTo>
                  <a:lnTo>
                    <a:pt x="171577" y="622"/>
                  </a:lnTo>
                  <a:lnTo>
                    <a:pt x="127203" y="30365"/>
                  </a:lnTo>
                  <a:lnTo>
                    <a:pt x="123494" y="49174"/>
                  </a:lnTo>
                  <a:lnTo>
                    <a:pt x="124866" y="335508"/>
                  </a:lnTo>
                  <a:lnTo>
                    <a:pt x="139128" y="370852"/>
                  </a:lnTo>
                  <a:lnTo>
                    <a:pt x="173189" y="384937"/>
                  </a:lnTo>
                  <a:lnTo>
                    <a:pt x="262585" y="384517"/>
                  </a:lnTo>
                  <a:lnTo>
                    <a:pt x="262585" y="422427"/>
                  </a:lnTo>
                  <a:lnTo>
                    <a:pt x="107784" y="422427"/>
                  </a:lnTo>
                  <a:lnTo>
                    <a:pt x="92151" y="425589"/>
                  </a:lnTo>
                  <a:lnTo>
                    <a:pt x="79387" y="434213"/>
                  </a:lnTo>
                  <a:lnTo>
                    <a:pt x="70764" y="446989"/>
                  </a:lnTo>
                  <a:lnTo>
                    <a:pt x="67602" y="462610"/>
                  </a:lnTo>
                  <a:lnTo>
                    <a:pt x="67602" y="494042"/>
                  </a:lnTo>
                  <a:lnTo>
                    <a:pt x="35204" y="494195"/>
                  </a:lnTo>
                  <a:lnTo>
                    <a:pt x="34988" y="494195"/>
                  </a:lnTo>
                  <a:lnTo>
                    <a:pt x="28041" y="494906"/>
                  </a:lnTo>
                  <a:lnTo>
                    <a:pt x="495" y="522732"/>
                  </a:lnTo>
                  <a:lnTo>
                    <a:pt x="0" y="528129"/>
                  </a:lnTo>
                  <a:lnTo>
                    <a:pt x="0" y="556260"/>
                  </a:lnTo>
                  <a:lnTo>
                    <a:pt x="749" y="688111"/>
                  </a:lnTo>
                  <a:lnTo>
                    <a:pt x="774" y="690549"/>
                  </a:lnTo>
                  <a:lnTo>
                    <a:pt x="977" y="692581"/>
                  </a:lnTo>
                  <a:lnTo>
                    <a:pt x="1054" y="693381"/>
                  </a:lnTo>
                  <a:lnTo>
                    <a:pt x="1143" y="694131"/>
                  </a:lnTo>
                  <a:lnTo>
                    <a:pt x="1219" y="694956"/>
                  </a:lnTo>
                  <a:lnTo>
                    <a:pt x="1320" y="695934"/>
                  </a:lnTo>
                  <a:lnTo>
                    <a:pt x="1409" y="696798"/>
                  </a:lnTo>
                  <a:lnTo>
                    <a:pt x="1511" y="697585"/>
                  </a:lnTo>
                  <a:lnTo>
                    <a:pt x="3454" y="703872"/>
                  </a:lnTo>
                  <a:lnTo>
                    <a:pt x="3505" y="704049"/>
                  </a:lnTo>
                  <a:lnTo>
                    <a:pt x="29286" y="725043"/>
                  </a:lnTo>
                  <a:lnTo>
                    <a:pt x="29527" y="725043"/>
                  </a:lnTo>
                  <a:lnTo>
                    <a:pt x="36080" y="725678"/>
                  </a:lnTo>
                  <a:lnTo>
                    <a:pt x="168719" y="725043"/>
                  </a:lnTo>
                  <a:lnTo>
                    <a:pt x="201206" y="703160"/>
                  </a:lnTo>
                  <a:lnTo>
                    <a:pt x="203111" y="696798"/>
                  </a:lnTo>
                  <a:lnTo>
                    <a:pt x="203200" y="696506"/>
                  </a:lnTo>
                  <a:lnTo>
                    <a:pt x="203746" y="690549"/>
                  </a:lnTo>
                  <a:lnTo>
                    <a:pt x="203835" y="688111"/>
                  </a:lnTo>
                  <a:lnTo>
                    <a:pt x="203174" y="578065"/>
                  </a:lnTo>
                  <a:lnTo>
                    <a:pt x="203161" y="577926"/>
                  </a:lnTo>
                  <a:lnTo>
                    <a:pt x="203111" y="565975"/>
                  </a:lnTo>
                  <a:lnTo>
                    <a:pt x="202120" y="563613"/>
                  </a:lnTo>
                  <a:lnTo>
                    <a:pt x="197980" y="559523"/>
                  </a:lnTo>
                  <a:lnTo>
                    <a:pt x="185331" y="547027"/>
                  </a:lnTo>
                  <a:lnTo>
                    <a:pt x="185331" y="694131"/>
                  </a:lnTo>
                  <a:lnTo>
                    <a:pt x="183603" y="698347"/>
                  </a:lnTo>
                  <a:lnTo>
                    <a:pt x="177304" y="704710"/>
                  </a:lnTo>
                  <a:lnTo>
                    <a:pt x="173101" y="706475"/>
                  </a:lnTo>
                  <a:lnTo>
                    <a:pt x="36169" y="707136"/>
                  </a:lnTo>
                  <a:lnTo>
                    <a:pt x="31635" y="707136"/>
                  </a:lnTo>
                  <a:lnTo>
                    <a:pt x="27444" y="705408"/>
                  </a:lnTo>
                  <a:lnTo>
                    <a:pt x="21107" y="699122"/>
                  </a:lnTo>
                  <a:lnTo>
                    <a:pt x="19354" y="694956"/>
                  </a:lnTo>
                  <a:lnTo>
                    <a:pt x="18681" y="578065"/>
                  </a:lnTo>
                  <a:lnTo>
                    <a:pt x="18554" y="556260"/>
                  </a:lnTo>
                  <a:lnTo>
                    <a:pt x="18465" y="541401"/>
                  </a:lnTo>
                  <a:lnTo>
                    <a:pt x="18376" y="525106"/>
                  </a:lnTo>
                  <a:lnTo>
                    <a:pt x="19977" y="521182"/>
                  </a:lnTo>
                  <a:lnTo>
                    <a:pt x="20104" y="520890"/>
                  </a:lnTo>
                  <a:lnTo>
                    <a:pt x="26327" y="514591"/>
                  </a:lnTo>
                  <a:lnTo>
                    <a:pt x="30607" y="512762"/>
                  </a:lnTo>
                  <a:lnTo>
                    <a:pt x="118402" y="512457"/>
                  </a:lnTo>
                  <a:lnTo>
                    <a:pt x="118427" y="519341"/>
                  </a:lnTo>
                  <a:lnTo>
                    <a:pt x="118554" y="542937"/>
                  </a:lnTo>
                  <a:lnTo>
                    <a:pt x="140411" y="575437"/>
                  </a:lnTo>
                  <a:lnTo>
                    <a:pt x="153847" y="578065"/>
                  </a:lnTo>
                  <a:lnTo>
                    <a:pt x="184632" y="577989"/>
                  </a:lnTo>
                  <a:lnTo>
                    <a:pt x="185293" y="688111"/>
                  </a:lnTo>
                  <a:lnTo>
                    <a:pt x="185331" y="694131"/>
                  </a:lnTo>
                  <a:lnTo>
                    <a:pt x="185331" y="547027"/>
                  </a:lnTo>
                  <a:lnTo>
                    <a:pt x="171602" y="533463"/>
                  </a:lnTo>
                  <a:lnTo>
                    <a:pt x="171602" y="559523"/>
                  </a:lnTo>
                  <a:lnTo>
                    <a:pt x="149402" y="559523"/>
                  </a:lnTo>
                  <a:lnTo>
                    <a:pt x="145656" y="557987"/>
                  </a:lnTo>
                  <a:lnTo>
                    <a:pt x="145402" y="557987"/>
                  </a:lnTo>
                  <a:lnTo>
                    <a:pt x="138874" y="551522"/>
                  </a:lnTo>
                  <a:lnTo>
                    <a:pt x="137121" y="547331"/>
                  </a:lnTo>
                  <a:lnTo>
                    <a:pt x="137007" y="525335"/>
                  </a:lnTo>
                  <a:lnTo>
                    <a:pt x="171602" y="559523"/>
                  </a:lnTo>
                  <a:lnTo>
                    <a:pt x="171602" y="533463"/>
                  </a:lnTo>
                  <a:lnTo>
                    <a:pt x="163385" y="525335"/>
                  </a:lnTo>
                  <a:lnTo>
                    <a:pt x="150241" y="512343"/>
                  </a:lnTo>
                  <a:lnTo>
                    <a:pt x="132765" y="495058"/>
                  </a:lnTo>
                  <a:lnTo>
                    <a:pt x="130898" y="494195"/>
                  </a:lnTo>
                  <a:lnTo>
                    <a:pt x="131508" y="494195"/>
                  </a:lnTo>
                  <a:lnTo>
                    <a:pt x="126822" y="493763"/>
                  </a:lnTo>
                  <a:lnTo>
                    <a:pt x="86144" y="493953"/>
                  </a:lnTo>
                  <a:lnTo>
                    <a:pt x="86144" y="462610"/>
                  </a:lnTo>
                  <a:lnTo>
                    <a:pt x="87845" y="454202"/>
                  </a:lnTo>
                  <a:lnTo>
                    <a:pt x="92481" y="447319"/>
                  </a:lnTo>
                  <a:lnTo>
                    <a:pt x="99364" y="442683"/>
                  </a:lnTo>
                  <a:lnTo>
                    <a:pt x="107784" y="440982"/>
                  </a:lnTo>
                  <a:lnTo>
                    <a:pt x="435914" y="440982"/>
                  </a:lnTo>
                  <a:lnTo>
                    <a:pt x="444322" y="442683"/>
                  </a:lnTo>
                  <a:lnTo>
                    <a:pt x="451205" y="447319"/>
                  </a:lnTo>
                  <a:lnTo>
                    <a:pt x="455841" y="454202"/>
                  </a:lnTo>
                  <a:lnTo>
                    <a:pt x="457555" y="462610"/>
                  </a:lnTo>
                  <a:lnTo>
                    <a:pt x="457555" y="492658"/>
                  </a:lnTo>
                  <a:lnTo>
                    <a:pt x="427532" y="492658"/>
                  </a:lnTo>
                  <a:lnTo>
                    <a:pt x="420585" y="493369"/>
                  </a:lnTo>
                  <a:lnTo>
                    <a:pt x="393115" y="520890"/>
                  </a:lnTo>
                  <a:lnTo>
                    <a:pt x="392391" y="528129"/>
                  </a:lnTo>
                  <a:lnTo>
                    <a:pt x="393306" y="688111"/>
                  </a:lnTo>
                  <a:lnTo>
                    <a:pt x="393382" y="689648"/>
                  </a:lnTo>
                  <a:lnTo>
                    <a:pt x="393687" y="692581"/>
                  </a:lnTo>
                  <a:lnTo>
                    <a:pt x="393763" y="693381"/>
                  </a:lnTo>
                  <a:lnTo>
                    <a:pt x="393839" y="694131"/>
                  </a:lnTo>
                  <a:lnTo>
                    <a:pt x="393928" y="694956"/>
                  </a:lnTo>
                  <a:lnTo>
                    <a:pt x="394030" y="695934"/>
                  </a:lnTo>
                  <a:lnTo>
                    <a:pt x="421830" y="723493"/>
                  </a:lnTo>
                  <a:lnTo>
                    <a:pt x="422059" y="723493"/>
                  </a:lnTo>
                  <a:lnTo>
                    <a:pt x="428625" y="724128"/>
                  </a:lnTo>
                  <a:lnTo>
                    <a:pt x="561263" y="723493"/>
                  </a:lnTo>
                  <a:lnTo>
                    <a:pt x="591654" y="705586"/>
                  </a:lnTo>
                  <a:lnTo>
                    <a:pt x="593788" y="701548"/>
                  </a:lnTo>
                  <a:lnTo>
                    <a:pt x="595744" y="694956"/>
                  </a:lnTo>
                  <a:lnTo>
                    <a:pt x="596150" y="690549"/>
                  </a:lnTo>
                  <a:lnTo>
                    <a:pt x="596239" y="689648"/>
                  </a:lnTo>
                  <a:lnTo>
                    <a:pt x="596290" y="689000"/>
                  </a:lnTo>
                  <a:lnTo>
                    <a:pt x="596379" y="688111"/>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53" name="Google Shape;353;p10"/>
          <p:cNvSpPr txBox="1"/>
          <p:nvPr/>
        </p:nvSpPr>
        <p:spPr>
          <a:xfrm>
            <a:off x="13106995" y="4887328"/>
            <a:ext cx="4299585" cy="2984500"/>
          </a:xfrm>
          <a:prstGeom prst="rect">
            <a:avLst/>
          </a:prstGeom>
          <a:noFill/>
          <a:ln>
            <a:noFill/>
          </a:ln>
        </p:spPr>
        <p:txBody>
          <a:bodyPr anchorCtr="0" anchor="t" bIns="0" lIns="0" spcFirstLastPara="1" rIns="0" wrap="square" tIns="12700">
            <a:spAutoFit/>
          </a:bodyPr>
          <a:lstStyle/>
          <a:p>
            <a:pPr indent="0" lvl="0" marL="12700" marR="1106170" rtl="0" algn="l">
              <a:lnSpc>
                <a:spcPct val="1079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Seguridad granular y avanzada</a:t>
            </a:r>
            <a:endParaRPr b="0" i="0" sz="2500" u="none" cap="none" strike="noStrike">
              <a:solidFill>
                <a:srgbClr val="000000"/>
              </a:solidFill>
              <a:latin typeface="Lora"/>
              <a:ea typeface="Lora"/>
              <a:cs typeface="Lora"/>
              <a:sym typeface="Lora"/>
            </a:endParaRPr>
          </a:p>
          <a:p>
            <a:pPr indent="-193675" lvl="0" marL="205740" marR="544195" rtl="0" algn="l">
              <a:lnSpc>
                <a:spcPct val="107700"/>
              </a:lnSpc>
              <a:spcBef>
                <a:spcPts val="186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Uso de </a:t>
            </a:r>
            <a:r>
              <a:rPr b="1" i="0" lang="es-GT" sz="1800" u="none" cap="none" strike="noStrike">
                <a:solidFill>
                  <a:srgbClr val="2B57D9"/>
                </a:solidFill>
                <a:latin typeface="Lora"/>
                <a:ea typeface="Lora"/>
                <a:cs typeface="Lora"/>
                <a:sym typeface="Lora"/>
              </a:rPr>
              <a:t>policy tags </a:t>
            </a:r>
            <a:r>
              <a:rPr b="0" i="0" lang="es-GT" sz="1800" u="none" cap="none" strike="noStrike">
                <a:solidFill>
                  <a:srgbClr val="000000"/>
                </a:solidFill>
                <a:latin typeface="Lora"/>
                <a:ea typeface="Lora"/>
                <a:cs typeface="Lora"/>
                <a:sym typeface="Lora"/>
              </a:rPr>
              <a:t>para restringir columnas sensibles.</a:t>
            </a:r>
            <a:endParaRPr b="0" i="0" sz="1800" u="none" cap="none" strike="noStrike">
              <a:solidFill>
                <a:srgbClr val="000000"/>
              </a:solidFill>
              <a:latin typeface="Lora"/>
              <a:ea typeface="Lora"/>
              <a:cs typeface="Lora"/>
              <a:sym typeface="Lora"/>
            </a:endParaRPr>
          </a:p>
          <a:p>
            <a:pPr indent="-193675" lvl="0" marL="205740" marR="5080" rtl="0" algn="l">
              <a:lnSpc>
                <a:spcPct val="107700"/>
              </a:lnSpc>
              <a:spcBef>
                <a:spcPts val="505"/>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Implementación de </a:t>
            </a:r>
            <a:r>
              <a:rPr b="1" i="0" lang="es-GT" sz="1800" u="none" cap="none" strike="noStrike">
                <a:solidFill>
                  <a:srgbClr val="2B57D9"/>
                </a:solidFill>
                <a:latin typeface="Lora"/>
                <a:ea typeface="Lora"/>
                <a:cs typeface="Lora"/>
                <a:sym typeface="Lora"/>
              </a:rPr>
              <a:t>row-level security </a:t>
            </a:r>
            <a:r>
              <a:rPr b="0" i="0" lang="es-GT" sz="1800" u="none" cap="none" strike="noStrike">
                <a:solidFill>
                  <a:srgbClr val="000000"/>
                </a:solidFill>
                <a:latin typeface="Lora"/>
                <a:ea typeface="Lora"/>
                <a:cs typeface="Lora"/>
                <a:sym typeface="Lora"/>
              </a:rPr>
              <a:t>para filtrar registros por usuario.</a:t>
            </a:r>
            <a:endParaRPr b="0" i="0" sz="1800" u="none" cap="none" strike="noStrike">
              <a:solidFill>
                <a:srgbClr val="000000"/>
              </a:solidFill>
              <a:latin typeface="Lora"/>
              <a:ea typeface="Lora"/>
              <a:cs typeface="Lora"/>
              <a:sym typeface="Lora"/>
            </a:endParaRPr>
          </a:p>
          <a:p>
            <a:pPr indent="-193675" lvl="0" marL="205740" marR="34925" rtl="0" algn="l">
              <a:lnSpc>
                <a:spcPct val="107700"/>
              </a:lnSpc>
              <a:spcBef>
                <a:spcPts val="50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Vistas autorizadas para compartir solo datos necesarios.</a:t>
            </a:r>
            <a:endParaRPr b="0" i="0" sz="1800" u="none" cap="none" strike="noStrike">
              <a:solidFill>
                <a:srgbClr val="000000"/>
              </a:solidFill>
              <a:latin typeface="Lora"/>
              <a:ea typeface="Lora"/>
              <a:cs typeface="Lora"/>
              <a:sym typeface="Lora"/>
            </a:endParaRPr>
          </a:p>
        </p:txBody>
      </p:sp>
      <p:sp>
        <p:nvSpPr>
          <p:cNvPr id="354" name="Google Shape;354;p10"/>
          <p:cNvSpPr txBox="1"/>
          <p:nvPr/>
        </p:nvSpPr>
        <p:spPr>
          <a:xfrm>
            <a:off x="7336159" y="4918953"/>
            <a:ext cx="4268470" cy="188722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Roles de IAM en BigQuery</a:t>
            </a:r>
            <a:endParaRPr b="0" i="0" sz="2500" u="none" cap="none" strike="noStrike">
              <a:solidFill>
                <a:srgbClr val="000000"/>
              </a:solidFill>
              <a:latin typeface="Lora"/>
              <a:ea typeface="Lora"/>
              <a:cs typeface="Lora"/>
              <a:sym typeface="Lora"/>
            </a:endParaRPr>
          </a:p>
          <a:p>
            <a:pPr indent="-193675" lvl="0" marL="205740" marR="107314" rtl="0" algn="l">
              <a:lnSpc>
                <a:spcPct val="107700"/>
              </a:lnSpc>
              <a:spcBef>
                <a:spcPts val="186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Roles predefinidos: </a:t>
            </a:r>
            <a:r>
              <a:rPr b="1" i="0" lang="es-GT" sz="1800" u="none" cap="none" strike="noStrike">
                <a:solidFill>
                  <a:srgbClr val="2B57D9"/>
                </a:solidFill>
                <a:latin typeface="Lora"/>
                <a:ea typeface="Lora"/>
                <a:cs typeface="Lora"/>
                <a:sym typeface="Lora"/>
              </a:rPr>
              <a:t>user</a:t>
            </a:r>
            <a:r>
              <a:rPr b="0" i="0" lang="es-GT" sz="1800" u="none" cap="none" strike="noStrike">
                <a:solidFill>
                  <a:srgbClr val="000000"/>
                </a:solidFill>
                <a:latin typeface="Lora"/>
                <a:ea typeface="Lora"/>
                <a:cs typeface="Lora"/>
                <a:sym typeface="Lora"/>
              </a:rPr>
              <a:t>, </a:t>
            </a:r>
            <a:r>
              <a:rPr b="1" i="0" lang="es-GT" sz="1800" u="none" cap="none" strike="noStrike">
                <a:solidFill>
                  <a:srgbClr val="2B57D9"/>
                </a:solidFill>
                <a:latin typeface="Lora"/>
                <a:ea typeface="Lora"/>
                <a:cs typeface="Lora"/>
                <a:sym typeface="Lora"/>
              </a:rPr>
              <a:t>dataViewer</a:t>
            </a:r>
            <a:r>
              <a:rPr b="0" i="0" lang="es-GT" sz="1800" u="none" cap="none" strike="noStrike">
                <a:solidFill>
                  <a:srgbClr val="000000"/>
                </a:solidFill>
                <a:latin typeface="Lora"/>
                <a:ea typeface="Lora"/>
                <a:cs typeface="Lora"/>
                <a:sym typeface="Lora"/>
              </a:rPr>
              <a:t>, </a:t>
            </a:r>
            <a:r>
              <a:rPr b="1" i="0" lang="es-GT" sz="1800" u="none" cap="none" strike="noStrike">
                <a:solidFill>
                  <a:srgbClr val="2B57D9"/>
                </a:solidFill>
                <a:latin typeface="Lora"/>
                <a:ea typeface="Lora"/>
                <a:cs typeface="Lora"/>
                <a:sym typeface="Lora"/>
              </a:rPr>
              <a:t>dataEditor</a:t>
            </a:r>
            <a:r>
              <a:rPr b="0" i="0" lang="es-GT" sz="1800" u="none" cap="none" strike="noStrike">
                <a:solidFill>
                  <a:srgbClr val="000000"/>
                </a:solidFill>
                <a:latin typeface="Lora"/>
                <a:ea typeface="Lora"/>
                <a:cs typeface="Lora"/>
                <a:sym typeface="Lora"/>
              </a:rPr>
              <a:t>, </a:t>
            </a:r>
            <a:r>
              <a:rPr b="1" i="0" lang="es-GT" sz="1800" u="none" cap="none" strike="noStrike">
                <a:solidFill>
                  <a:srgbClr val="2B57D9"/>
                </a:solidFill>
                <a:latin typeface="Lora"/>
                <a:ea typeface="Lora"/>
                <a:cs typeface="Lora"/>
                <a:sym typeface="Lora"/>
              </a:rPr>
              <a:t>admin</a:t>
            </a:r>
            <a:r>
              <a:rPr b="0" i="0" lang="es-GT" sz="1800" u="none" cap="none" strike="noStrike">
                <a:solidFill>
                  <a:srgbClr val="000000"/>
                </a:solidFill>
                <a:latin typeface="Lora"/>
                <a:ea typeface="Lora"/>
                <a:cs typeface="Lora"/>
                <a:sym typeface="Lora"/>
              </a:rPr>
              <a:t>.</a:t>
            </a:r>
            <a:endParaRPr b="0" i="0" sz="1800" u="none" cap="none" strike="noStrike">
              <a:solidFill>
                <a:srgbClr val="000000"/>
              </a:solidFill>
              <a:latin typeface="Lora"/>
              <a:ea typeface="Lora"/>
              <a:cs typeface="Lora"/>
              <a:sym typeface="Lora"/>
            </a:endParaRPr>
          </a:p>
          <a:p>
            <a:pPr indent="-193675" lvl="0" marL="205740" marR="5080" rtl="0" algn="l">
              <a:lnSpc>
                <a:spcPct val="107700"/>
              </a:lnSpc>
              <a:spcBef>
                <a:spcPts val="50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Asignación de permisos según función y necesidad.</a:t>
            </a:r>
            <a:endParaRPr b="0" i="0" sz="1800" u="none" cap="none" strike="noStrike">
              <a:solidFill>
                <a:srgbClr val="000000"/>
              </a:solidFill>
              <a:latin typeface="Lora"/>
              <a:ea typeface="Lora"/>
              <a:cs typeface="Lora"/>
              <a:sym typeface="Lora"/>
            </a:endParaRPr>
          </a:p>
        </p:txBody>
      </p:sp>
      <p:sp>
        <p:nvSpPr>
          <p:cNvPr id="355" name="Google Shape;355;p10"/>
          <p:cNvSpPr txBox="1"/>
          <p:nvPr/>
        </p:nvSpPr>
        <p:spPr>
          <a:xfrm>
            <a:off x="1565324" y="4887328"/>
            <a:ext cx="4329430" cy="1675130"/>
          </a:xfrm>
          <a:prstGeom prst="rect">
            <a:avLst/>
          </a:prstGeom>
          <a:noFill/>
          <a:ln>
            <a:noFill/>
          </a:ln>
        </p:spPr>
        <p:txBody>
          <a:bodyPr anchorCtr="0" anchor="t" bIns="0" lIns="0" spcFirstLastPara="1" rIns="0" wrap="square" tIns="12700">
            <a:spAutoFit/>
          </a:bodyPr>
          <a:lstStyle/>
          <a:p>
            <a:pPr indent="0" lvl="0" marL="12700" marR="828675" rtl="0" algn="l">
              <a:lnSpc>
                <a:spcPct val="1079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Jerarquía de control de acceso</a:t>
            </a:r>
            <a:endParaRPr b="0" i="0" sz="2500" u="none" cap="none" strike="noStrike">
              <a:solidFill>
                <a:srgbClr val="000000"/>
              </a:solidFill>
              <a:latin typeface="Lora"/>
              <a:ea typeface="Lora"/>
              <a:cs typeface="Lora"/>
              <a:sym typeface="Lora"/>
            </a:endParaRPr>
          </a:p>
          <a:p>
            <a:pPr indent="-193675" lvl="0" marL="205740" marR="5080" rtl="0" algn="l">
              <a:lnSpc>
                <a:spcPct val="107700"/>
              </a:lnSpc>
              <a:spcBef>
                <a:spcPts val="186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Permisos definidos en niveles: proyecto, dataset, tabla, columna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1"/>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2" name="Google Shape;362;p11"/>
          <p:cNvSpPr txBox="1"/>
          <p:nvPr/>
        </p:nvSpPr>
        <p:spPr>
          <a:xfrm>
            <a:off x="9617075" y="333678"/>
            <a:ext cx="369951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Gobierno de Datos y Seguridad</a:t>
            </a:r>
            <a:endParaRPr b="0" i="0" sz="2000" u="none" cap="none" strike="noStrike">
              <a:solidFill>
                <a:srgbClr val="000000"/>
              </a:solidFill>
              <a:latin typeface="Lora"/>
              <a:ea typeface="Lora"/>
              <a:cs typeface="Lora"/>
              <a:sym typeface="Lora"/>
            </a:endParaRPr>
          </a:p>
        </p:txBody>
      </p:sp>
      <p:sp>
        <p:nvSpPr>
          <p:cNvPr id="363" name="Google Shape;363;p11"/>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descr="$PPTXTitle" id="364" name="Google Shape;364;p11"/>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s-GT"/>
              <a:t>11.</a:t>
            </a:r>
            <a:endParaRPr/>
          </a:p>
        </p:txBody>
      </p:sp>
      <p:sp>
        <p:nvSpPr>
          <p:cNvPr id="365" name="Google Shape;365;p11"/>
          <p:cNvSpPr txBox="1"/>
          <p:nvPr/>
        </p:nvSpPr>
        <p:spPr>
          <a:xfrm>
            <a:off x="12789272" y="4924307"/>
            <a:ext cx="4483735" cy="2921000"/>
          </a:xfrm>
          <a:prstGeom prst="rect">
            <a:avLst/>
          </a:prstGeom>
          <a:noFill/>
          <a:ln>
            <a:noFill/>
          </a:ln>
        </p:spPr>
        <p:txBody>
          <a:bodyPr anchorCtr="0" anchor="t" bIns="0" lIns="0" spcFirstLastPara="1" rIns="0" wrap="square" tIns="12700">
            <a:spAutoFit/>
          </a:bodyPr>
          <a:lstStyle/>
          <a:p>
            <a:pPr indent="0" lvl="0" marL="12700" marR="142875" rtl="0" algn="l">
              <a:lnSpc>
                <a:spcPct val="107900"/>
              </a:lnSpc>
              <a:spcBef>
                <a:spcPts val="0"/>
              </a:spcBef>
              <a:spcAft>
                <a:spcPts val="0"/>
              </a:spcAft>
              <a:buClr>
                <a:srgbClr val="000000"/>
              </a:buClr>
              <a:buSzPts val="2500"/>
              <a:buFont typeface="Arial"/>
              <a:buNone/>
            </a:pPr>
            <a:r>
              <a:rPr b="0" i="0" lang="es-GT" sz="2500" u="none" cap="none" strike="noStrike">
                <a:solidFill>
                  <a:srgbClr val="000000"/>
                </a:solidFill>
                <a:latin typeface="Lora"/>
                <a:ea typeface="Lora"/>
                <a:cs typeface="Lora"/>
                <a:sym typeface="Lora"/>
              </a:rPr>
              <a:t>Compartición controlada con vistas</a:t>
            </a:r>
            <a:endParaRPr b="0" i="0" sz="2500" u="none" cap="none" strike="noStrike">
              <a:solidFill>
                <a:srgbClr val="000000"/>
              </a:solidFill>
              <a:latin typeface="Lora"/>
              <a:ea typeface="Lora"/>
              <a:cs typeface="Lora"/>
              <a:sym typeface="Lora"/>
            </a:endParaRPr>
          </a:p>
          <a:p>
            <a:pPr indent="-193675" lvl="0" marL="205740" marR="48895" rtl="0" algn="just">
              <a:lnSpc>
                <a:spcPct val="107700"/>
              </a:lnSpc>
              <a:spcBef>
                <a:spcPts val="186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Utilizar vistas autorizadas para exponer solo la información relevante y proteger datos sensibles.</a:t>
            </a:r>
            <a:endParaRPr b="0" i="0" sz="1800" u="none" cap="none" strike="noStrike">
              <a:solidFill>
                <a:srgbClr val="000000"/>
              </a:solidFill>
              <a:latin typeface="Lora"/>
              <a:ea typeface="Lora"/>
              <a:cs typeface="Lora"/>
              <a:sym typeface="Lora"/>
            </a:endParaRPr>
          </a:p>
          <a:p>
            <a:pPr indent="-193675" lvl="0" marL="205740" marR="5080" rtl="0" algn="l">
              <a:lnSpc>
                <a:spcPct val="107700"/>
              </a:lnSpc>
              <a:spcBef>
                <a:spcPts val="505"/>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Centralizar reglas de acceso y reducir redundancia mediante vistas en lugar de múltiples tablas derivadas.</a:t>
            </a:r>
            <a:endParaRPr b="0" i="0" sz="1800" u="none" cap="none" strike="noStrike">
              <a:solidFill>
                <a:srgbClr val="000000"/>
              </a:solidFill>
              <a:latin typeface="Lora"/>
              <a:ea typeface="Lora"/>
              <a:cs typeface="Lora"/>
              <a:sym typeface="Lora"/>
            </a:endParaRPr>
          </a:p>
        </p:txBody>
      </p:sp>
      <p:sp>
        <p:nvSpPr>
          <p:cNvPr id="366" name="Google Shape;366;p11"/>
          <p:cNvSpPr txBox="1"/>
          <p:nvPr/>
        </p:nvSpPr>
        <p:spPr>
          <a:xfrm>
            <a:off x="6849726" y="4955933"/>
            <a:ext cx="4462145" cy="188722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500"/>
              <a:buFont typeface="Arial"/>
              <a:buNone/>
            </a:pPr>
            <a:r>
              <a:rPr b="0" i="0" lang="es-GT" sz="2500" u="none" cap="none" strike="noStrike">
                <a:solidFill>
                  <a:srgbClr val="000000"/>
                </a:solidFill>
                <a:latin typeface="Lora"/>
                <a:ea typeface="Lora"/>
                <a:cs typeface="Lora"/>
                <a:sym typeface="Lora"/>
              </a:rPr>
              <a:t>Principio de mínimo privilegio</a:t>
            </a:r>
            <a:endParaRPr b="0" i="0" sz="2500" u="none" cap="none" strike="noStrike">
              <a:solidFill>
                <a:srgbClr val="000000"/>
              </a:solidFill>
              <a:latin typeface="Lora"/>
              <a:ea typeface="Lora"/>
              <a:cs typeface="Lora"/>
              <a:sym typeface="Lora"/>
            </a:endParaRPr>
          </a:p>
          <a:p>
            <a:pPr indent="-193675" lvl="0" marL="205740" marR="38735" rtl="0" algn="l">
              <a:lnSpc>
                <a:spcPct val="107700"/>
              </a:lnSpc>
              <a:spcBef>
                <a:spcPts val="186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Asignar solo los permisos estrictamente necesarios a cada usuario o rol.</a:t>
            </a:r>
            <a:endParaRPr b="0" i="0" sz="1800" u="none" cap="none" strike="noStrike">
              <a:solidFill>
                <a:srgbClr val="000000"/>
              </a:solidFill>
              <a:latin typeface="Lora"/>
              <a:ea typeface="Lora"/>
              <a:cs typeface="Lora"/>
              <a:sym typeface="Lora"/>
            </a:endParaRPr>
          </a:p>
          <a:p>
            <a:pPr indent="-193675" lvl="0" marL="205740" marR="292100" rtl="0" algn="l">
              <a:lnSpc>
                <a:spcPct val="107700"/>
              </a:lnSpc>
              <a:spcBef>
                <a:spcPts val="50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Evitar roles amplios como Owner o Admin cuando no son indispensables.</a:t>
            </a:r>
            <a:endParaRPr b="0" i="0" sz="1800" u="none" cap="none" strike="noStrike">
              <a:solidFill>
                <a:srgbClr val="000000"/>
              </a:solidFill>
              <a:latin typeface="Lora"/>
              <a:ea typeface="Lora"/>
              <a:cs typeface="Lora"/>
              <a:sym typeface="Lora"/>
            </a:endParaRPr>
          </a:p>
        </p:txBody>
      </p:sp>
      <p:sp>
        <p:nvSpPr>
          <p:cNvPr id="367" name="Google Shape;367;p11"/>
          <p:cNvSpPr txBox="1"/>
          <p:nvPr/>
        </p:nvSpPr>
        <p:spPr>
          <a:xfrm>
            <a:off x="910183" y="4924307"/>
            <a:ext cx="4463415" cy="2921000"/>
          </a:xfrm>
          <a:prstGeom prst="rect">
            <a:avLst/>
          </a:prstGeom>
          <a:noFill/>
          <a:ln>
            <a:noFill/>
          </a:ln>
        </p:spPr>
        <p:txBody>
          <a:bodyPr anchorCtr="0" anchor="t" bIns="0" lIns="0" spcFirstLastPara="1" rIns="0" wrap="square" tIns="12700">
            <a:spAutoFit/>
          </a:bodyPr>
          <a:lstStyle/>
          <a:p>
            <a:pPr indent="0" lvl="0" marL="12700" marR="522605" rtl="0" algn="l">
              <a:lnSpc>
                <a:spcPct val="107900"/>
              </a:lnSpc>
              <a:spcBef>
                <a:spcPts val="0"/>
              </a:spcBef>
              <a:spcAft>
                <a:spcPts val="0"/>
              </a:spcAft>
              <a:buClr>
                <a:srgbClr val="000000"/>
              </a:buClr>
              <a:buSzPts val="2500"/>
              <a:buFont typeface="Arial"/>
              <a:buNone/>
            </a:pPr>
            <a:r>
              <a:rPr b="0" i="0" lang="es-GT" sz="2500" u="none" cap="none" strike="noStrike">
                <a:solidFill>
                  <a:srgbClr val="000000"/>
                </a:solidFill>
                <a:latin typeface="Lora"/>
                <a:ea typeface="Lora"/>
                <a:cs typeface="Lora"/>
                <a:sym typeface="Lora"/>
              </a:rPr>
              <a:t>Separación por dominios y sensibilidad</a:t>
            </a:r>
            <a:endParaRPr b="0" i="0" sz="2500" u="none" cap="none" strike="noStrike">
              <a:solidFill>
                <a:srgbClr val="000000"/>
              </a:solidFill>
              <a:latin typeface="Lora"/>
              <a:ea typeface="Lora"/>
              <a:cs typeface="Lora"/>
              <a:sym typeface="Lora"/>
            </a:endParaRPr>
          </a:p>
          <a:p>
            <a:pPr indent="-193675" lvl="0" marL="205740" marR="5080" rtl="0" algn="l">
              <a:lnSpc>
                <a:spcPct val="107700"/>
              </a:lnSpc>
              <a:spcBef>
                <a:spcPts val="186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Organizar datasets según áreas como ventas, RH o finanzas para aplicar reglas de acceso diferenciadas.</a:t>
            </a:r>
            <a:endParaRPr b="0" i="0" sz="1800" u="none" cap="none" strike="noStrike">
              <a:solidFill>
                <a:srgbClr val="000000"/>
              </a:solidFill>
              <a:latin typeface="Lora"/>
              <a:ea typeface="Lora"/>
              <a:cs typeface="Lora"/>
              <a:sym typeface="Lora"/>
            </a:endParaRPr>
          </a:p>
          <a:p>
            <a:pPr indent="-193675" lvl="0" marL="205740" marR="27305" rtl="0" algn="l">
              <a:lnSpc>
                <a:spcPct val="107700"/>
              </a:lnSpc>
              <a:spcBef>
                <a:spcPts val="505"/>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Clasificar datos como públicos, internos o confidenciales para definir controles específicos.</a:t>
            </a:r>
            <a:endParaRPr b="0" i="0" sz="1800" u="none" cap="none" strike="noStrike">
              <a:solidFill>
                <a:srgbClr val="000000"/>
              </a:solidFill>
              <a:latin typeface="Lora"/>
              <a:ea typeface="Lora"/>
              <a:cs typeface="Lora"/>
              <a:sym typeface="Lora"/>
            </a:endParaRPr>
          </a:p>
        </p:txBody>
      </p:sp>
      <p:pic>
        <p:nvPicPr>
          <p:cNvPr id="368" name="Google Shape;368;p11"/>
          <p:cNvPicPr preferRelativeResize="0"/>
          <p:nvPr/>
        </p:nvPicPr>
        <p:blipFill rotWithShape="1">
          <a:blip r:embed="rId3">
            <a:alphaModFix/>
          </a:blip>
          <a:srcRect b="0" l="0" r="0" t="0"/>
          <a:stretch/>
        </p:blipFill>
        <p:spPr>
          <a:xfrm>
            <a:off x="12800186" y="3599896"/>
            <a:ext cx="1390497" cy="946150"/>
          </a:xfrm>
          <a:prstGeom prst="rect">
            <a:avLst/>
          </a:prstGeom>
          <a:noFill/>
          <a:ln>
            <a:noFill/>
          </a:ln>
        </p:spPr>
      </p:pic>
      <p:grpSp>
        <p:nvGrpSpPr>
          <p:cNvPr id="369" name="Google Shape;369;p11"/>
          <p:cNvGrpSpPr/>
          <p:nvPr/>
        </p:nvGrpSpPr>
        <p:grpSpPr>
          <a:xfrm>
            <a:off x="6862381" y="3598544"/>
            <a:ext cx="944880" cy="944880"/>
            <a:chOff x="6862381" y="3598544"/>
            <a:chExt cx="944880" cy="944880"/>
          </a:xfrm>
        </p:grpSpPr>
        <p:sp>
          <p:nvSpPr>
            <p:cNvPr id="370" name="Google Shape;370;p11"/>
            <p:cNvSpPr/>
            <p:nvPr/>
          </p:nvSpPr>
          <p:spPr>
            <a:xfrm>
              <a:off x="6862381" y="3598544"/>
              <a:ext cx="944880" cy="944880"/>
            </a:xfrm>
            <a:custGeom>
              <a:rect b="b" l="l" r="r" t="t"/>
              <a:pathLst>
                <a:path extrusionOk="0" h="944879" w="944879">
                  <a:moveTo>
                    <a:pt x="654799" y="672185"/>
                  </a:moveTo>
                  <a:lnTo>
                    <a:pt x="517969" y="541782"/>
                  </a:lnTo>
                  <a:lnTo>
                    <a:pt x="496785" y="527659"/>
                  </a:lnTo>
                  <a:lnTo>
                    <a:pt x="472655" y="522884"/>
                  </a:lnTo>
                  <a:lnTo>
                    <a:pt x="448500" y="527481"/>
                  </a:lnTo>
                  <a:lnTo>
                    <a:pt x="427202" y="541439"/>
                  </a:lnTo>
                  <a:lnTo>
                    <a:pt x="289191" y="671512"/>
                  </a:lnTo>
                  <a:lnTo>
                    <a:pt x="324053" y="699503"/>
                  </a:lnTo>
                  <a:lnTo>
                    <a:pt x="363207" y="720509"/>
                  </a:lnTo>
                  <a:lnTo>
                    <a:pt x="405434" y="734555"/>
                  </a:lnTo>
                  <a:lnTo>
                    <a:pt x="449503" y="741629"/>
                  </a:lnTo>
                  <a:lnTo>
                    <a:pt x="494207" y="741718"/>
                  </a:lnTo>
                  <a:lnTo>
                    <a:pt x="538302" y="734834"/>
                  </a:lnTo>
                  <a:lnTo>
                    <a:pt x="580593" y="720953"/>
                  </a:lnTo>
                  <a:lnTo>
                    <a:pt x="619823" y="700074"/>
                  </a:lnTo>
                  <a:lnTo>
                    <a:pt x="654799" y="672185"/>
                  </a:lnTo>
                  <a:close/>
                </a:path>
                <a:path extrusionOk="0" h="944879" w="944879">
                  <a:moveTo>
                    <a:pt x="742416" y="489013"/>
                  </a:moveTo>
                  <a:lnTo>
                    <a:pt x="736574" y="416255"/>
                  </a:lnTo>
                  <a:lnTo>
                    <a:pt x="725220" y="378231"/>
                  </a:lnTo>
                  <a:lnTo>
                    <a:pt x="708672" y="342188"/>
                  </a:lnTo>
                  <a:lnTo>
                    <a:pt x="687209" y="308775"/>
                  </a:lnTo>
                  <a:lnTo>
                    <a:pt x="661149" y="278688"/>
                  </a:lnTo>
                  <a:lnTo>
                    <a:pt x="630796" y="252603"/>
                  </a:lnTo>
                  <a:lnTo>
                    <a:pt x="596430" y="231178"/>
                  </a:lnTo>
                  <a:lnTo>
                    <a:pt x="566889" y="218694"/>
                  </a:lnTo>
                  <a:lnTo>
                    <a:pt x="566889" y="371208"/>
                  </a:lnTo>
                  <a:lnTo>
                    <a:pt x="559422" y="407962"/>
                  </a:lnTo>
                  <a:lnTo>
                    <a:pt x="539178" y="437972"/>
                  </a:lnTo>
                  <a:lnTo>
                    <a:pt x="509168" y="458216"/>
                  </a:lnTo>
                  <a:lnTo>
                    <a:pt x="472414" y="465683"/>
                  </a:lnTo>
                  <a:lnTo>
                    <a:pt x="435673" y="458216"/>
                  </a:lnTo>
                  <a:lnTo>
                    <a:pt x="405663" y="437972"/>
                  </a:lnTo>
                  <a:lnTo>
                    <a:pt x="385406" y="407962"/>
                  </a:lnTo>
                  <a:lnTo>
                    <a:pt x="377939" y="371208"/>
                  </a:lnTo>
                  <a:lnTo>
                    <a:pt x="387134" y="330187"/>
                  </a:lnTo>
                  <a:lnTo>
                    <a:pt x="408686" y="300888"/>
                  </a:lnTo>
                  <a:lnTo>
                    <a:pt x="438492" y="283298"/>
                  </a:lnTo>
                  <a:lnTo>
                    <a:pt x="472427" y="277431"/>
                  </a:lnTo>
                  <a:lnTo>
                    <a:pt x="506349" y="283298"/>
                  </a:lnTo>
                  <a:lnTo>
                    <a:pt x="536143" y="300888"/>
                  </a:lnTo>
                  <a:lnTo>
                    <a:pt x="557695" y="330187"/>
                  </a:lnTo>
                  <a:lnTo>
                    <a:pt x="566889" y="371208"/>
                  </a:lnTo>
                  <a:lnTo>
                    <a:pt x="566889" y="218694"/>
                  </a:lnTo>
                  <a:lnTo>
                    <a:pt x="558380" y="215087"/>
                  </a:lnTo>
                  <a:lnTo>
                    <a:pt x="516940" y="205028"/>
                  </a:lnTo>
                  <a:lnTo>
                    <a:pt x="472414" y="201650"/>
                  </a:lnTo>
                  <a:lnTo>
                    <a:pt x="427697" y="205028"/>
                  </a:lnTo>
                  <a:lnTo>
                    <a:pt x="427901" y="205028"/>
                  </a:lnTo>
                  <a:lnTo>
                    <a:pt x="386486" y="215087"/>
                  </a:lnTo>
                  <a:lnTo>
                    <a:pt x="348449" y="231178"/>
                  </a:lnTo>
                  <a:lnTo>
                    <a:pt x="314312" y="252412"/>
                  </a:lnTo>
                  <a:lnTo>
                    <a:pt x="283959" y="278434"/>
                  </a:lnTo>
                  <a:lnTo>
                    <a:pt x="257886" y="308444"/>
                  </a:lnTo>
                  <a:lnTo>
                    <a:pt x="236397" y="341757"/>
                  </a:lnTo>
                  <a:lnTo>
                    <a:pt x="219786" y="377723"/>
                  </a:lnTo>
                  <a:lnTo>
                    <a:pt x="208368" y="415658"/>
                  </a:lnTo>
                  <a:lnTo>
                    <a:pt x="202450" y="454901"/>
                  </a:lnTo>
                  <a:lnTo>
                    <a:pt x="202552" y="496227"/>
                  </a:lnTo>
                  <a:lnTo>
                    <a:pt x="208305" y="534581"/>
                  </a:lnTo>
                  <a:lnTo>
                    <a:pt x="220700" y="573684"/>
                  </a:lnTo>
                  <a:lnTo>
                    <a:pt x="239801" y="611403"/>
                  </a:lnTo>
                  <a:lnTo>
                    <a:pt x="265912" y="647052"/>
                  </a:lnTo>
                  <a:lnTo>
                    <a:pt x="403745" y="517309"/>
                  </a:lnTo>
                  <a:lnTo>
                    <a:pt x="436054" y="496049"/>
                  </a:lnTo>
                  <a:lnTo>
                    <a:pt x="472744" y="489013"/>
                  </a:lnTo>
                  <a:lnTo>
                    <a:pt x="509397" y="496227"/>
                  </a:lnTo>
                  <a:lnTo>
                    <a:pt x="541591" y="517652"/>
                  </a:lnTo>
                  <a:lnTo>
                    <a:pt x="678243" y="647903"/>
                  </a:lnTo>
                  <a:lnTo>
                    <a:pt x="704532" y="612254"/>
                  </a:lnTo>
                  <a:lnTo>
                    <a:pt x="723785" y="574509"/>
                  </a:lnTo>
                  <a:lnTo>
                    <a:pt x="736307" y="535368"/>
                  </a:lnTo>
                  <a:lnTo>
                    <a:pt x="742302" y="496227"/>
                  </a:lnTo>
                  <a:lnTo>
                    <a:pt x="742416" y="489013"/>
                  </a:lnTo>
                  <a:close/>
                </a:path>
                <a:path extrusionOk="0" h="944879" w="944879">
                  <a:moveTo>
                    <a:pt x="944854" y="390436"/>
                  </a:moveTo>
                  <a:lnTo>
                    <a:pt x="939266" y="383578"/>
                  </a:lnTo>
                  <a:lnTo>
                    <a:pt x="833983" y="361416"/>
                  </a:lnTo>
                  <a:lnTo>
                    <a:pt x="828332" y="344411"/>
                  </a:lnTo>
                  <a:lnTo>
                    <a:pt x="821893" y="327710"/>
                  </a:lnTo>
                  <a:lnTo>
                    <a:pt x="814654" y="311327"/>
                  </a:lnTo>
                  <a:lnTo>
                    <a:pt x="806742" y="295516"/>
                  </a:lnTo>
                  <a:lnTo>
                    <a:pt x="806640" y="295287"/>
                  </a:lnTo>
                  <a:lnTo>
                    <a:pt x="860971" y="211937"/>
                  </a:lnTo>
                  <a:lnTo>
                    <a:pt x="865301" y="205206"/>
                  </a:lnTo>
                  <a:lnTo>
                    <a:pt x="864400" y="196380"/>
                  </a:lnTo>
                  <a:lnTo>
                    <a:pt x="858774" y="190677"/>
                  </a:lnTo>
                  <a:lnTo>
                    <a:pt x="836002" y="167906"/>
                  </a:lnTo>
                  <a:lnTo>
                    <a:pt x="806310" y="138214"/>
                  </a:lnTo>
                  <a:lnTo>
                    <a:pt x="776846" y="108750"/>
                  </a:lnTo>
                  <a:lnTo>
                    <a:pt x="776846" y="481291"/>
                  </a:lnTo>
                  <a:lnTo>
                    <a:pt x="773506" y="521068"/>
                  </a:lnTo>
                  <a:lnTo>
                    <a:pt x="764654" y="560489"/>
                  </a:lnTo>
                  <a:lnTo>
                    <a:pt x="750062" y="599020"/>
                  </a:lnTo>
                  <a:lnTo>
                    <a:pt x="729488" y="636155"/>
                  </a:lnTo>
                  <a:lnTo>
                    <a:pt x="702716" y="671347"/>
                  </a:lnTo>
                  <a:lnTo>
                    <a:pt x="667524" y="705751"/>
                  </a:lnTo>
                  <a:lnTo>
                    <a:pt x="627672" y="733818"/>
                  </a:lnTo>
                  <a:lnTo>
                    <a:pt x="584009" y="755142"/>
                  </a:lnTo>
                  <a:lnTo>
                    <a:pt x="537362" y="769289"/>
                  </a:lnTo>
                  <a:lnTo>
                    <a:pt x="488607" y="775855"/>
                  </a:lnTo>
                  <a:lnTo>
                    <a:pt x="439407" y="774522"/>
                  </a:lnTo>
                  <a:lnTo>
                    <a:pt x="391528" y="765429"/>
                  </a:lnTo>
                  <a:lnTo>
                    <a:pt x="345833" y="748893"/>
                  </a:lnTo>
                  <a:lnTo>
                    <a:pt x="303212" y="725246"/>
                  </a:lnTo>
                  <a:lnTo>
                    <a:pt x="264566" y="694791"/>
                  </a:lnTo>
                  <a:lnTo>
                    <a:pt x="234238" y="662520"/>
                  </a:lnTo>
                  <a:lnTo>
                    <a:pt x="209892" y="627862"/>
                  </a:lnTo>
                  <a:lnTo>
                    <a:pt x="191325" y="591350"/>
                  </a:lnTo>
                  <a:lnTo>
                    <a:pt x="178320" y="553466"/>
                  </a:lnTo>
                  <a:lnTo>
                    <a:pt x="170700" y="514756"/>
                  </a:lnTo>
                  <a:lnTo>
                    <a:pt x="168275" y="475703"/>
                  </a:lnTo>
                  <a:lnTo>
                    <a:pt x="170840" y="436841"/>
                  </a:lnTo>
                  <a:lnTo>
                    <a:pt x="178193" y="398665"/>
                  </a:lnTo>
                  <a:lnTo>
                    <a:pt x="190144" y="361708"/>
                  </a:lnTo>
                  <a:lnTo>
                    <a:pt x="206502" y="326466"/>
                  </a:lnTo>
                  <a:lnTo>
                    <a:pt x="227076" y="293458"/>
                  </a:lnTo>
                  <a:lnTo>
                    <a:pt x="251650" y="263194"/>
                  </a:lnTo>
                  <a:lnTo>
                    <a:pt x="280047" y="236181"/>
                  </a:lnTo>
                  <a:lnTo>
                    <a:pt x="312064" y="212940"/>
                  </a:lnTo>
                  <a:lnTo>
                    <a:pt x="347497" y="193979"/>
                  </a:lnTo>
                  <a:lnTo>
                    <a:pt x="386143" y="179819"/>
                  </a:lnTo>
                  <a:lnTo>
                    <a:pt x="427875" y="170954"/>
                  </a:lnTo>
                  <a:lnTo>
                    <a:pt x="472427" y="167906"/>
                  </a:lnTo>
                  <a:lnTo>
                    <a:pt x="517944" y="170954"/>
                  </a:lnTo>
                  <a:lnTo>
                    <a:pt x="517258" y="170954"/>
                  </a:lnTo>
                  <a:lnTo>
                    <a:pt x="558761" y="179819"/>
                  </a:lnTo>
                  <a:lnTo>
                    <a:pt x="597636" y="194195"/>
                  </a:lnTo>
                  <a:lnTo>
                    <a:pt x="633349" y="213474"/>
                  </a:lnTo>
                  <a:lnTo>
                    <a:pt x="665657" y="237147"/>
                  </a:lnTo>
                  <a:lnTo>
                    <a:pt x="694321" y="264668"/>
                  </a:lnTo>
                  <a:lnTo>
                    <a:pt x="719124" y="295516"/>
                  </a:lnTo>
                  <a:lnTo>
                    <a:pt x="739813" y="329171"/>
                  </a:lnTo>
                  <a:lnTo>
                    <a:pt x="756158" y="365099"/>
                  </a:lnTo>
                  <a:lnTo>
                    <a:pt x="767943" y="402780"/>
                  </a:lnTo>
                  <a:lnTo>
                    <a:pt x="774915" y="441680"/>
                  </a:lnTo>
                  <a:lnTo>
                    <a:pt x="776846" y="481291"/>
                  </a:lnTo>
                  <a:lnTo>
                    <a:pt x="776846" y="108750"/>
                  </a:lnTo>
                  <a:lnTo>
                    <a:pt x="754176" y="86080"/>
                  </a:lnTo>
                  <a:lnTo>
                    <a:pt x="748474" y="80454"/>
                  </a:lnTo>
                  <a:lnTo>
                    <a:pt x="739648" y="79552"/>
                  </a:lnTo>
                  <a:lnTo>
                    <a:pt x="649566" y="138214"/>
                  </a:lnTo>
                  <a:lnTo>
                    <a:pt x="633539" y="130200"/>
                  </a:lnTo>
                  <a:lnTo>
                    <a:pt x="617156" y="122961"/>
                  </a:lnTo>
                  <a:lnTo>
                    <a:pt x="600443" y="116522"/>
                  </a:lnTo>
                  <a:lnTo>
                    <a:pt x="583438" y="110883"/>
                  </a:lnTo>
                  <a:lnTo>
                    <a:pt x="562851" y="13360"/>
                  </a:lnTo>
                  <a:lnTo>
                    <a:pt x="561276" y="5588"/>
                  </a:lnTo>
                  <a:lnTo>
                    <a:pt x="554418" y="0"/>
                  </a:lnTo>
                  <a:lnTo>
                    <a:pt x="390423" y="0"/>
                  </a:lnTo>
                  <a:lnTo>
                    <a:pt x="383565" y="5588"/>
                  </a:lnTo>
                  <a:lnTo>
                    <a:pt x="381990" y="13360"/>
                  </a:lnTo>
                  <a:lnTo>
                    <a:pt x="361403" y="110883"/>
                  </a:lnTo>
                  <a:lnTo>
                    <a:pt x="344385" y="116522"/>
                  </a:lnTo>
                  <a:lnTo>
                    <a:pt x="327685" y="122961"/>
                  </a:lnTo>
                  <a:lnTo>
                    <a:pt x="311302" y="130200"/>
                  </a:lnTo>
                  <a:lnTo>
                    <a:pt x="295275" y="138214"/>
                  </a:lnTo>
                  <a:lnTo>
                    <a:pt x="205206" y="79552"/>
                  </a:lnTo>
                  <a:lnTo>
                    <a:pt x="86067" y="190677"/>
                  </a:lnTo>
                  <a:lnTo>
                    <a:pt x="79540" y="205206"/>
                  </a:lnTo>
                  <a:lnTo>
                    <a:pt x="83870" y="211937"/>
                  </a:lnTo>
                  <a:lnTo>
                    <a:pt x="138201" y="295287"/>
                  </a:lnTo>
                  <a:lnTo>
                    <a:pt x="130175" y="311327"/>
                  </a:lnTo>
                  <a:lnTo>
                    <a:pt x="122936" y="327710"/>
                  </a:lnTo>
                  <a:lnTo>
                    <a:pt x="116497" y="344411"/>
                  </a:lnTo>
                  <a:lnTo>
                    <a:pt x="110871" y="361416"/>
                  </a:lnTo>
                  <a:lnTo>
                    <a:pt x="5575" y="383578"/>
                  </a:lnTo>
                  <a:lnTo>
                    <a:pt x="0" y="390436"/>
                  </a:lnTo>
                  <a:lnTo>
                    <a:pt x="0" y="554431"/>
                  </a:lnTo>
                  <a:lnTo>
                    <a:pt x="5575" y="561289"/>
                  </a:lnTo>
                  <a:lnTo>
                    <a:pt x="110871" y="583450"/>
                  </a:lnTo>
                  <a:lnTo>
                    <a:pt x="116497" y="600468"/>
                  </a:lnTo>
                  <a:lnTo>
                    <a:pt x="122936" y="617181"/>
                  </a:lnTo>
                  <a:lnTo>
                    <a:pt x="130175" y="633564"/>
                  </a:lnTo>
                  <a:lnTo>
                    <a:pt x="138201" y="649579"/>
                  </a:lnTo>
                  <a:lnTo>
                    <a:pt x="83870" y="732929"/>
                  </a:lnTo>
                  <a:lnTo>
                    <a:pt x="79540" y="739660"/>
                  </a:lnTo>
                  <a:lnTo>
                    <a:pt x="80454" y="748487"/>
                  </a:lnTo>
                  <a:lnTo>
                    <a:pt x="86067" y="754189"/>
                  </a:lnTo>
                  <a:lnTo>
                    <a:pt x="190665" y="858786"/>
                  </a:lnTo>
                  <a:lnTo>
                    <a:pt x="196367" y="864412"/>
                  </a:lnTo>
                  <a:lnTo>
                    <a:pt x="205206" y="865314"/>
                  </a:lnTo>
                  <a:lnTo>
                    <a:pt x="295275" y="806653"/>
                  </a:lnTo>
                  <a:lnTo>
                    <a:pt x="311302" y="814679"/>
                  </a:lnTo>
                  <a:lnTo>
                    <a:pt x="327685" y="821918"/>
                  </a:lnTo>
                  <a:lnTo>
                    <a:pt x="344385" y="828357"/>
                  </a:lnTo>
                  <a:lnTo>
                    <a:pt x="361403" y="833983"/>
                  </a:lnTo>
                  <a:lnTo>
                    <a:pt x="381990" y="931506"/>
                  </a:lnTo>
                  <a:lnTo>
                    <a:pt x="383565" y="939279"/>
                  </a:lnTo>
                  <a:lnTo>
                    <a:pt x="390423" y="944867"/>
                  </a:lnTo>
                  <a:lnTo>
                    <a:pt x="554418" y="944867"/>
                  </a:lnTo>
                  <a:lnTo>
                    <a:pt x="561276" y="939279"/>
                  </a:lnTo>
                  <a:lnTo>
                    <a:pt x="562851" y="931506"/>
                  </a:lnTo>
                  <a:lnTo>
                    <a:pt x="583438" y="833983"/>
                  </a:lnTo>
                  <a:lnTo>
                    <a:pt x="600443" y="828357"/>
                  </a:lnTo>
                  <a:lnTo>
                    <a:pt x="617156" y="821918"/>
                  </a:lnTo>
                  <a:lnTo>
                    <a:pt x="633539" y="814679"/>
                  </a:lnTo>
                  <a:lnTo>
                    <a:pt x="649566" y="806653"/>
                  </a:lnTo>
                  <a:lnTo>
                    <a:pt x="739648" y="865314"/>
                  </a:lnTo>
                  <a:lnTo>
                    <a:pt x="748474" y="864412"/>
                  </a:lnTo>
                  <a:lnTo>
                    <a:pt x="754176" y="858786"/>
                  </a:lnTo>
                  <a:lnTo>
                    <a:pt x="806310" y="806653"/>
                  </a:lnTo>
                  <a:lnTo>
                    <a:pt x="837107" y="775855"/>
                  </a:lnTo>
                  <a:lnTo>
                    <a:pt x="858774" y="754189"/>
                  </a:lnTo>
                  <a:lnTo>
                    <a:pt x="864400" y="748487"/>
                  </a:lnTo>
                  <a:lnTo>
                    <a:pt x="865301" y="739660"/>
                  </a:lnTo>
                  <a:lnTo>
                    <a:pt x="860971" y="732929"/>
                  </a:lnTo>
                  <a:lnTo>
                    <a:pt x="806640" y="649579"/>
                  </a:lnTo>
                  <a:lnTo>
                    <a:pt x="814654" y="633564"/>
                  </a:lnTo>
                  <a:lnTo>
                    <a:pt x="821893" y="617181"/>
                  </a:lnTo>
                  <a:lnTo>
                    <a:pt x="828332" y="600468"/>
                  </a:lnTo>
                  <a:lnTo>
                    <a:pt x="833983" y="583450"/>
                  </a:lnTo>
                  <a:lnTo>
                    <a:pt x="939266" y="561289"/>
                  </a:lnTo>
                  <a:lnTo>
                    <a:pt x="944854" y="554431"/>
                  </a:lnTo>
                  <a:lnTo>
                    <a:pt x="944854" y="390436"/>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71" name="Google Shape;371;p11"/>
            <p:cNvPicPr preferRelativeResize="0"/>
            <p:nvPr/>
          </p:nvPicPr>
          <p:blipFill rotWithShape="1">
            <a:blip r:embed="rId4">
              <a:alphaModFix/>
            </a:blip>
            <a:srcRect b="0" l="0" r="0" t="0"/>
            <a:stretch/>
          </p:blipFill>
          <p:spPr>
            <a:xfrm>
              <a:off x="7274645" y="3909013"/>
              <a:ext cx="120332" cy="121475"/>
            </a:xfrm>
            <a:prstGeom prst="rect">
              <a:avLst/>
            </a:prstGeom>
            <a:noFill/>
            <a:ln>
              <a:noFill/>
            </a:ln>
          </p:spPr>
        </p:pic>
      </p:grpSp>
      <p:sp>
        <p:nvSpPr>
          <p:cNvPr id="372" name="Google Shape;372;p11"/>
          <p:cNvSpPr/>
          <p:nvPr/>
        </p:nvSpPr>
        <p:spPr>
          <a:xfrm>
            <a:off x="922870" y="3598582"/>
            <a:ext cx="897890" cy="944880"/>
          </a:xfrm>
          <a:custGeom>
            <a:rect b="b" l="l" r="r" t="t"/>
            <a:pathLst>
              <a:path extrusionOk="0" h="944879" w="897889">
                <a:moveTo>
                  <a:pt x="188950" y="857377"/>
                </a:moveTo>
                <a:lnTo>
                  <a:pt x="181902" y="850315"/>
                </a:lnTo>
                <a:lnTo>
                  <a:pt x="70027" y="850315"/>
                </a:lnTo>
                <a:lnTo>
                  <a:pt x="62979" y="857377"/>
                </a:lnTo>
                <a:lnTo>
                  <a:pt x="62979" y="874750"/>
                </a:lnTo>
                <a:lnTo>
                  <a:pt x="70027" y="881811"/>
                </a:lnTo>
                <a:lnTo>
                  <a:pt x="181902" y="881811"/>
                </a:lnTo>
                <a:lnTo>
                  <a:pt x="188950" y="874750"/>
                </a:lnTo>
                <a:lnTo>
                  <a:pt x="188950" y="866063"/>
                </a:lnTo>
                <a:lnTo>
                  <a:pt x="188950" y="857377"/>
                </a:lnTo>
                <a:close/>
              </a:path>
              <a:path extrusionOk="0" h="944879" w="897889">
                <a:moveTo>
                  <a:pt x="188950" y="731393"/>
                </a:moveTo>
                <a:lnTo>
                  <a:pt x="181889" y="724344"/>
                </a:lnTo>
                <a:lnTo>
                  <a:pt x="173202" y="724344"/>
                </a:lnTo>
                <a:lnTo>
                  <a:pt x="70027" y="724344"/>
                </a:lnTo>
                <a:lnTo>
                  <a:pt x="62979" y="731393"/>
                </a:lnTo>
                <a:lnTo>
                  <a:pt x="62979" y="748779"/>
                </a:lnTo>
                <a:lnTo>
                  <a:pt x="70027" y="755840"/>
                </a:lnTo>
                <a:lnTo>
                  <a:pt x="181889" y="755840"/>
                </a:lnTo>
                <a:lnTo>
                  <a:pt x="188950" y="748779"/>
                </a:lnTo>
                <a:lnTo>
                  <a:pt x="188950" y="731393"/>
                </a:lnTo>
                <a:close/>
              </a:path>
              <a:path extrusionOk="0" h="944879" w="897889">
                <a:moveTo>
                  <a:pt x="188950" y="605421"/>
                </a:moveTo>
                <a:lnTo>
                  <a:pt x="181902" y="598373"/>
                </a:lnTo>
                <a:lnTo>
                  <a:pt x="78727" y="598373"/>
                </a:lnTo>
                <a:lnTo>
                  <a:pt x="70040" y="598373"/>
                </a:lnTo>
                <a:lnTo>
                  <a:pt x="62979" y="605421"/>
                </a:lnTo>
                <a:lnTo>
                  <a:pt x="62979" y="622808"/>
                </a:lnTo>
                <a:lnTo>
                  <a:pt x="70040" y="629869"/>
                </a:lnTo>
                <a:lnTo>
                  <a:pt x="181902" y="629869"/>
                </a:lnTo>
                <a:lnTo>
                  <a:pt x="188950" y="622808"/>
                </a:lnTo>
                <a:lnTo>
                  <a:pt x="188950" y="605421"/>
                </a:lnTo>
                <a:close/>
              </a:path>
              <a:path extrusionOk="0" h="944879" w="897889">
                <a:moveTo>
                  <a:pt x="267690" y="857377"/>
                </a:moveTo>
                <a:lnTo>
                  <a:pt x="260642" y="850315"/>
                </a:lnTo>
                <a:lnTo>
                  <a:pt x="243255" y="850315"/>
                </a:lnTo>
                <a:lnTo>
                  <a:pt x="236194" y="857377"/>
                </a:lnTo>
                <a:lnTo>
                  <a:pt x="236194" y="874750"/>
                </a:lnTo>
                <a:lnTo>
                  <a:pt x="243255" y="881811"/>
                </a:lnTo>
                <a:lnTo>
                  <a:pt x="260642" y="881811"/>
                </a:lnTo>
                <a:lnTo>
                  <a:pt x="267690" y="874750"/>
                </a:lnTo>
                <a:lnTo>
                  <a:pt x="267690" y="866063"/>
                </a:lnTo>
                <a:lnTo>
                  <a:pt x="267690" y="857377"/>
                </a:lnTo>
                <a:close/>
              </a:path>
              <a:path extrusionOk="0" h="944879" w="897889">
                <a:moveTo>
                  <a:pt x="267690" y="731405"/>
                </a:moveTo>
                <a:lnTo>
                  <a:pt x="260642" y="724344"/>
                </a:lnTo>
                <a:lnTo>
                  <a:pt x="243255" y="724344"/>
                </a:lnTo>
                <a:lnTo>
                  <a:pt x="236194" y="731405"/>
                </a:lnTo>
                <a:lnTo>
                  <a:pt x="236194" y="748779"/>
                </a:lnTo>
                <a:lnTo>
                  <a:pt x="243255" y="755840"/>
                </a:lnTo>
                <a:lnTo>
                  <a:pt x="260642" y="755840"/>
                </a:lnTo>
                <a:lnTo>
                  <a:pt x="267690" y="748779"/>
                </a:lnTo>
                <a:lnTo>
                  <a:pt x="267690" y="740092"/>
                </a:lnTo>
                <a:lnTo>
                  <a:pt x="267690" y="731405"/>
                </a:lnTo>
                <a:close/>
              </a:path>
              <a:path extrusionOk="0" h="944879" w="897889">
                <a:moveTo>
                  <a:pt x="267690" y="605434"/>
                </a:moveTo>
                <a:lnTo>
                  <a:pt x="260642" y="598373"/>
                </a:lnTo>
                <a:lnTo>
                  <a:pt x="243255" y="598373"/>
                </a:lnTo>
                <a:lnTo>
                  <a:pt x="236194" y="605434"/>
                </a:lnTo>
                <a:lnTo>
                  <a:pt x="236194" y="622808"/>
                </a:lnTo>
                <a:lnTo>
                  <a:pt x="243255" y="629869"/>
                </a:lnTo>
                <a:lnTo>
                  <a:pt x="260642" y="629869"/>
                </a:lnTo>
                <a:lnTo>
                  <a:pt x="267690" y="622808"/>
                </a:lnTo>
                <a:lnTo>
                  <a:pt x="267690" y="614121"/>
                </a:lnTo>
                <a:lnTo>
                  <a:pt x="267690" y="605434"/>
                </a:lnTo>
                <a:close/>
              </a:path>
              <a:path extrusionOk="0" h="944879" w="897889">
                <a:moveTo>
                  <a:pt x="330669" y="857377"/>
                </a:moveTo>
                <a:lnTo>
                  <a:pt x="323621" y="850315"/>
                </a:lnTo>
                <a:lnTo>
                  <a:pt x="306235" y="850315"/>
                </a:lnTo>
                <a:lnTo>
                  <a:pt x="299173" y="857377"/>
                </a:lnTo>
                <a:lnTo>
                  <a:pt x="299173" y="874750"/>
                </a:lnTo>
                <a:lnTo>
                  <a:pt x="306235" y="881811"/>
                </a:lnTo>
                <a:lnTo>
                  <a:pt x="323621" y="881811"/>
                </a:lnTo>
                <a:lnTo>
                  <a:pt x="330669" y="874750"/>
                </a:lnTo>
                <a:lnTo>
                  <a:pt x="330669" y="866063"/>
                </a:lnTo>
                <a:lnTo>
                  <a:pt x="330669" y="857377"/>
                </a:lnTo>
                <a:close/>
              </a:path>
              <a:path extrusionOk="0" h="944879" w="897889">
                <a:moveTo>
                  <a:pt x="330669" y="731405"/>
                </a:moveTo>
                <a:lnTo>
                  <a:pt x="323621" y="724344"/>
                </a:lnTo>
                <a:lnTo>
                  <a:pt x="306235" y="724344"/>
                </a:lnTo>
                <a:lnTo>
                  <a:pt x="299173" y="731405"/>
                </a:lnTo>
                <a:lnTo>
                  <a:pt x="299173" y="748779"/>
                </a:lnTo>
                <a:lnTo>
                  <a:pt x="306235" y="755840"/>
                </a:lnTo>
                <a:lnTo>
                  <a:pt x="323621" y="755840"/>
                </a:lnTo>
                <a:lnTo>
                  <a:pt x="330669" y="748779"/>
                </a:lnTo>
                <a:lnTo>
                  <a:pt x="330669" y="740092"/>
                </a:lnTo>
                <a:lnTo>
                  <a:pt x="330669" y="731405"/>
                </a:lnTo>
                <a:close/>
              </a:path>
              <a:path extrusionOk="0" h="944879" w="897889">
                <a:moveTo>
                  <a:pt x="330669" y="605434"/>
                </a:moveTo>
                <a:lnTo>
                  <a:pt x="323621" y="598373"/>
                </a:lnTo>
                <a:lnTo>
                  <a:pt x="306235" y="598373"/>
                </a:lnTo>
                <a:lnTo>
                  <a:pt x="299173" y="605434"/>
                </a:lnTo>
                <a:lnTo>
                  <a:pt x="299173" y="622808"/>
                </a:lnTo>
                <a:lnTo>
                  <a:pt x="306235" y="629869"/>
                </a:lnTo>
                <a:lnTo>
                  <a:pt x="323621" y="629869"/>
                </a:lnTo>
                <a:lnTo>
                  <a:pt x="330669" y="622808"/>
                </a:lnTo>
                <a:lnTo>
                  <a:pt x="330669" y="614121"/>
                </a:lnTo>
                <a:lnTo>
                  <a:pt x="330669" y="605434"/>
                </a:lnTo>
                <a:close/>
              </a:path>
              <a:path extrusionOk="0" h="944879" w="897889">
                <a:moveTo>
                  <a:pt x="346417" y="85775"/>
                </a:moveTo>
                <a:lnTo>
                  <a:pt x="339356" y="78727"/>
                </a:lnTo>
                <a:lnTo>
                  <a:pt x="330669" y="78727"/>
                </a:lnTo>
                <a:lnTo>
                  <a:pt x="290487" y="78727"/>
                </a:lnTo>
                <a:lnTo>
                  <a:pt x="283425" y="85775"/>
                </a:lnTo>
                <a:lnTo>
                  <a:pt x="283425" y="103162"/>
                </a:lnTo>
                <a:lnTo>
                  <a:pt x="290487" y="110223"/>
                </a:lnTo>
                <a:lnTo>
                  <a:pt x="339356" y="110223"/>
                </a:lnTo>
                <a:lnTo>
                  <a:pt x="346417" y="103162"/>
                </a:lnTo>
                <a:lnTo>
                  <a:pt x="346417" y="85775"/>
                </a:lnTo>
                <a:close/>
              </a:path>
              <a:path extrusionOk="0" h="944879" w="897889">
                <a:moveTo>
                  <a:pt x="393661" y="857377"/>
                </a:moveTo>
                <a:lnTo>
                  <a:pt x="386613" y="850315"/>
                </a:lnTo>
                <a:lnTo>
                  <a:pt x="369227" y="850315"/>
                </a:lnTo>
                <a:lnTo>
                  <a:pt x="362165" y="857377"/>
                </a:lnTo>
                <a:lnTo>
                  <a:pt x="362165" y="874750"/>
                </a:lnTo>
                <a:lnTo>
                  <a:pt x="369227" y="881811"/>
                </a:lnTo>
                <a:lnTo>
                  <a:pt x="386613" y="881811"/>
                </a:lnTo>
                <a:lnTo>
                  <a:pt x="393661" y="874750"/>
                </a:lnTo>
                <a:lnTo>
                  <a:pt x="393661" y="866063"/>
                </a:lnTo>
                <a:lnTo>
                  <a:pt x="393661" y="857377"/>
                </a:lnTo>
                <a:close/>
              </a:path>
              <a:path extrusionOk="0" h="944879" w="897889">
                <a:moveTo>
                  <a:pt x="393661" y="731405"/>
                </a:moveTo>
                <a:lnTo>
                  <a:pt x="386613" y="724344"/>
                </a:lnTo>
                <a:lnTo>
                  <a:pt x="369227" y="724344"/>
                </a:lnTo>
                <a:lnTo>
                  <a:pt x="362165" y="731405"/>
                </a:lnTo>
                <a:lnTo>
                  <a:pt x="362165" y="748779"/>
                </a:lnTo>
                <a:lnTo>
                  <a:pt x="369227" y="755840"/>
                </a:lnTo>
                <a:lnTo>
                  <a:pt x="386613" y="755840"/>
                </a:lnTo>
                <a:lnTo>
                  <a:pt x="393661" y="748779"/>
                </a:lnTo>
                <a:lnTo>
                  <a:pt x="393661" y="740092"/>
                </a:lnTo>
                <a:lnTo>
                  <a:pt x="393661" y="731405"/>
                </a:lnTo>
                <a:close/>
              </a:path>
              <a:path extrusionOk="0" h="944879" w="897889">
                <a:moveTo>
                  <a:pt x="393661" y="605434"/>
                </a:moveTo>
                <a:lnTo>
                  <a:pt x="386613" y="598373"/>
                </a:lnTo>
                <a:lnTo>
                  <a:pt x="369227" y="598373"/>
                </a:lnTo>
                <a:lnTo>
                  <a:pt x="362165" y="605434"/>
                </a:lnTo>
                <a:lnTo>
                  <a:pt x="362165" y="622808"/>
                </a:lnTo>
                <a:lnTo>
                  <a:pt x="369227" y="629869"/>
                </a:lnTo>
                <a:lnTo>
                  <a:pt x="386613" y="629869"/>
                </a:lnTo>
                <a:lnTo>
                  <a:pt x="393661" y="622808"/>
                </a:lnTo>
                <a:lnTo>
                  <a:pt x="393661" y="614121"/>
                </a:lnTo>
                <a:lnTo>
                  <a:pt x="393661" y="605434"/>
                </a:lnTo>
                <a:close/>
              </a:path>
              <a:path extrusionOk="0" h="944879" w="897889">
                <a:moveTo>
                  <a:pt x="834555" y="70040"/>
                </a:moveTo>
                <a:lnTo>
                  <a:pt x="827506" y="62979"/>
                </a:lnTo>
                <a:lnTo>
                  <a:pt x="803059" y="62979"/>
                </a:lnTo>
                <a:lnTo>
                  <a:pt x="803059" y="94475"/>
                </a:lnTo>
                <a:lnTo>
                  <a:pt x="803059" y="125971"/>
                </a:lnTo>
                <a:lnTo>
                  <a:pt x="771563" y="125971"/>
                </a:lnTo>
                <a:lnTo>
                  <a:pt x="771563" y="94475"/>
                </a:lnTo>
                <a:lnTo>
                  <a:pt x="803059" y="94475"/>
                </a:lnTo>
                <a:lnTo>
                  <a:pt x="803059" y="62979"/>
                </a:lnTo>
                <a:lnTo>
                  <a:pt x="747128" y="62979"/>
                </a:lnTo>
                <a:lnTo>
                  <a:pt x="740079" y="70040"/>
                </a:lnTo>
                <a:lnTo>
                  <a:pt x="740079" y="94475"/>
                </a:lnTo>
                <a:lnTo>
                  <a:pt x="656082" y="94475"/>
                </a:lnTo>
                <a:lnTo>
                  <a:pt x="651167" y="97104"/>
                </a:lnTo>
                <a:lnTo>
                  <a:pt x="625805" y="135128"/>
                </a:lnTo>
                <a:lnTo>
                  <a:pt x="612584" y="126771"/>
                </a:lnTo>
                <a:lnTo>
                  <a:pt x="598792" y="118059"/>
                </a:lnTo>
                <a:lnTo>
                  <a:pt x="569201" y="105283"/>
                </a:lnTo>
                <a:lnTo>
                  <a:pt x="537425" y="97256"/>
                </a:lnTo>
                <a:lnTo>
                  <a:pt x="503872" y="94475"/>
                </a:lnTo>
                <a:lnTo>
                  <a:pt x="456996" y="99898"/>
                </a:lnTo>
                <a:lnTo>
                  <a:pt x="413943" y="115316"/>
                </a:lnTo>
                <a:lnTo>
                  <a:pt x="375932" y="139509"/>
                </a:lnTo>
                <a:lnTo>
                  <a:pt x="344208" y="171234"/>
                </a:lnTo>
                <a:lnTo>
                  <a:pt x="320014" y="209245"/>
                </a:lnTo>
                <a:lnTo>
                  <a:pt x="304596" y="252298"/>
                </a:lnTo>
                <a:lnTo>
                  <a:pt x="299173" y="299173"/>
                </a:lnTo>
                <a:lnTo>
                  <a:pt x="304495" y="345173"/>
                </a:lnTo>
                <a:lnTo>
                  <a:pt x="304596" y="346062"/>
                </a:lnTo>
                <a:lnTo>
                  <a:pt x="320014" y="389128"/>
                </a:lnTo>
                <a:lnTo>
                  <a:pt x="344208" y="427139"/>
                </a:lnTo>
                <a:lnTo>
                  <a:pt x="375932" y="458863"/>
                </a:lnTo>
                <a:lnTo>
                  <a:pt x="413943" y="483057"/>
                </a:lnTo>
                <a:lnTo>
                  <a:pt x="456996" y="498475"/>
                </a:lnTo>
                <a:lnTo>
                  <a:pt x="503872" y="503885"/>
                </a:lnTo>
                <a:lnTo>
                  <a:pt x="512572" y="503885"/>
                </a:lnTo>
                <a:lnTo>
                  <a:pt x="519620" y="496824"/>
                </a:lnTo>
                <a:lnTo>
                  <a:pt x="519620" y="479450"/>
                </a:lnTo>
                <a:lnTo>
                  <a:pt x="512572" y="472389"/>
                </a:lnTo>
                <a:lnTo>
                  <a:pt x="503872" y="472389"/>
                </a:lnTo>
                <a:lnTo>
                  <a:pt x="457885" y="466191"/>
                </a:lnTo>
                <a:lnTo>
                  <a:pt x="416534" y="448716"/>
                </a:lnTo>
                <a:lnTo>
                  <a:pt x="381469" y="421601"/>
                </a:lnTo>
                <a:lnTo>
                  <a:pt x="354355" y="386537"/>
                </a:lnTo>
                <a:lnTo>
                  <a:pt x="336867" y="345173"/>
                </a:lnTo>
                <a:lnTo>
                  <a:pt x="330669" y="299173"/>
                </a:lnTo>
                <a:lnTo>
                  <a:pt x="336219" y="255651"/>
                </a:lnTo>
                <a:lnTo>
                  <a:pt x="351917" y="216166"/>
                </a:lnTo>
                <a:lnTo>
                  <a:pt x="376351" y="182143"/>
                </a:lnTo>
                <a:lnTo>
                  <a:pt x="408139" y="154978"/>
                </a:lnTo>
                <a:lnTo>
                  <a:pt x="445871" y="136055"/>
                </a:lnTo>
                <a:lnTo>
                  <a:pt x="488137" y="126771"/>
                </a:lnTo>
                <a:lnTo>
                  <a:pt x="488137" y="307873"/>
                </a:lnTo>
                <a:lnTo>
                  <a:pt x="495185" y="314921"/>
                </a:lnTo>
                <a:lnTo>
                  <a:pt x="676236" y="314921"/>
                </a:lnTo>
                <a:lnTo>
                  <a:pt x="670382" y="346062"/>
                </a:lnTo>
                <a:lnTo>
                  <a:pt x="670267" y="346684"/>
                </a:lnTo>
                <a:lnTo>
                  <a:pt x="658571" y="376656"/>
                </a:lnTo>
                <a:lnTo>
                  <a:pt x="641477" y="404037"/>
                </a:lnTo>
                <a:lnTo>
                  <a:pt x="619328" y="428015"/>
                </a:lnTo>
                <a:lnTo>
                  <a:pt x="615594" y="433044"/>
                </a:lnTo>
                <a:lnTo>
                  <a:pt x="614121" y="438886"/>
                </a:lnTo>
                <a:lnTo>
                  <a:pt x="614946" y="444868"/>
                </a:lnTo>
                <a:lnTo>
                  <a:pt x="618121" y="450253"/>
                </a:lnTo>
                <a:lnTo>
                  <a:pt x="623138" y="453986"/>
                </a:lnTo>
                <a:lnTo>
                  <a:pt x="628992" y="455460"/>
                </a:lnTo>
                <a:lnTo>
                  <a:pt x="634961" y="454634"/>
                </a:lnTo>
                <a:lnTo>
                  <a:pt x="669315" y="419417"/>
                </a:lnTo>
                <a:lnTo>
                  <a:pt x="690740" y="382460"/>
                </a:lnTo>
                <a:lnTo>
                  <a:pt x="704024" y="341934"/>
                </a:lnTo>
                <a:lnTo>
                  <a:pt x="708583" y="299173"/>
                </a:lnTo>
                <a:lnTo>
                  <a:pt x="707009" y="283425"/>
                </a:lnTo>
                <a:lnTo>
                  <a:pt x="704507" y="258470"/>
                </a:lnTo>
                <a:lnTo>
                  <a:pt x="692823" y="220484"/>
                </a:lnTo>
                <a:lnTo>
                  <a:pt x="676287" y="189699"/>
                </a:lnTo>
                <a:lnTo>
                  <a:pt x="676287" y="283425"/>
                </a:lnTo>
                <a:lnTo>
                  <a:pt x="519620" y="283425"/>
                </a:lnTo>
                <a:lnTo>
                  <a:pt x="519620" y="126771"/>
                </a:lnTo>
                <a:lnTo>
                  <a:pt x="543953" y="130759"/>
                </a:lnTo>
                <a:lnTo>
                  <a:pt x="567004" y="138036"/>
                </a:lnTo>
                <a:lnTo>
                  <a:pt x="588543" y="148323"/>
                </a:lnTo>
                <a:lnTo>
                  <a:pt x="608342" y="161353"/>
                </a:lnTo>
                <a:lnTo>
                  <a:pt x="585254" y="195973"/>
                </a:lnTo>
                <a:lnTo>
                  <a:pt x="582891" y="201764"/>
                </a:lnTo>
                <a:lnTo>
                  <a:pt x="595464" y="220484"/>
                </a:lnTo>
                <a:lnTo>
                  <a:pt x="603364" y="220484"/>
                </a:lnTo>
                <a:lnTo>
                  <a:pt x="608418" y="217995"/>
                </a:lnTo>
                <a:lnTo>
                  <a:pt x="631850" y="182854"/>
                </a:lnTo>
                <a:lnTo>
                  <a:pt x="648716" y="204597"/>
                </a:lnTo>
                <a:lnTo>
                  <a:pt x="662012" y="228854"/>
                </a:lnTo>
                <a:lnTo>
                  <a:pt x="671347" y="255257"/>
                </a:lnTo>
                <a:lnTo>
                  <a:pt x="676287" y="283425"/>
                </a:lnTo>
                <a:lnTo>
                  <a:pt x="676287" y="189699"/>
                </a:lnTo>
                <a:lnTo>
                  <a:pt x="674319" y="186029"/>
                </a:lnTo>
                <a:lnTo>
                  <a:pt x="671753" y="182854"/>
                </a:lnTo>
                <a:lnTo>
                  <a:pt x="649820" y="155879"/>
                </a:lnTo>
                <a:lnTo>
                  <a:pt x="663663" y="135128"/>
                </a:lnTo>
                <a:lnTo>
                  <a:pt x="669772" y="125971"/>
                </a:lnTo>
                <a:lnTo>
                  <a:pt x="740079" y="125971"/>
                </a:lnTo>
                <a:lnTo>
                  <a:pt x="740079" y="150406"/>
                </a:lnTo>
                <a:lnTo>
                  <a:pt x="747128" y="157454"/>
                </a:lnTo>
                <a:lnTo>
                  <a:pt x="827506" y="157454"/>
                </a:lnTo>
                <a:lnTo>
                  <a:pt x="834555" y="150406"/>
                </a:lnTo>
                <a:lnTo>
                  <a:pt x="834555" y="70040"/>
                </a:lnTo>
                <a:close/>
              </a:path>
              <a:path extrusionOk="0" h="944879" w="897889">
                <a:moveTo>
                  <a:pt x="834567" y="542429"/>
                </a:moveTo>
                <a:lnTo>
                  <a:pt x="827506" y="535381"/>
                </a:lnTo>
                <a:lnTo>
                  <a:pt x="803084" y="535381"/>
                </a:lnTo>
                <a:lnTo>
                  <a:pt x="803084" y="566864"/>
                </a:lnTo>
                <a:lnTo>
                  <a:pt x="803084" y="598360"/>
                </a:lnTo>
                <a:lnTo>
                  <a:pt x="803084" y="629856"/>
                </a:lnTo>
                <a:lnTo>
                  <a:pt x="803084" y="661352"/>
                </a:lnTo>
                <a:lnTo>
                  <a:pt x="803084" y="692835"/>
                </a:lnTo>
                <a:lnTo>
                  <a:pt x="803084" y="724331"/>
                </a:lnTo>
                <a:lnTo>
                  <a:pt x="740092" y="724331"/>
                </a:lnTo>
                <a:lnTo>
                  <a:pt x="740092" y="692835"/>
                </a:lnTo>
                <a:lnTo>
                  <a:pt x="803084" y="692835"/>
                </a:lnTo>
                <a:lnTo>
                  <a:pt x="803084" y="661352"/>
                </a:lnTo>
                <a:lnTo>
                  <a:pt x="740092" y="661352"/>
                </a:lnTo>
                <a:lnTo>
                  <a:pt x="740092" y="629856"/>
                </a:lnTo>
                <a:lnTo>
                  <a:pt x="803084" y="629856"/>
                </a:lnTo>
                <a:lnTo>
                  <a:pt x="803084" y="598360"/>
                </a:lnTo>
                <a:lnTo>
                  <a:pt x="740092" y="598360"/>
                </a:lnTo>
                <a:lnTo>
                  <a:pt x="740092" y="566864"/>
                </a:lnTo>
                <a:lnTo>
                  <a:pt x="803084" y="566864"/>
                </a:lnTo>
                <a:lnTo>
                  <a:pt x="803084" y="535381"/>
                </a:lnTo>
                <a:lnTo>
                  <a:pt x="715645" y="535381"/>
                </a:lnTo>
                <a:lnTo>
                  <a:pt x="708596" y="542429"/>
                </a:lnTo>
                <a:lnTo>
                  <a:pt x="708596" y="748766"/>
                </a:lnTo>
                <a:lnTo>
                  <a:pt x="715645" y="755827"/>
                </a:lnTo>
                <a:lnTo>
                  <a:pt x="755827" y="755827"/>
                </a:lnTo>
                <a:lnTo>
                  <a:pt x="755827" y="818807"/>
                </a:lnTo>
                <a:lnTo>
                  <a:pt x="692848" y="818807"/>
                </a:lnTo>
                <a:lnTo>
                  <a:pt x="692848" y="794372"/>
                </a:lnTo>
                <a:lnTo>
                  <a:pt x="685787" y="787323"/>
                </a:lnTo>
                <a:lnTo>
                  <a:pt x="661352" y="787323"/>
                </a:lnTo>
                <a:lnTo>
                  <a:pt x="661352" y="818807"/>
                </a:lnTo>
                <a:lnTo>
                  <a:pt x="661352" y="850303"/>
                </a:lnTo>
                <a:lnTo>
                  <a:pt x="472401" y="850303"/>
                </a:lnTo>
                <a:lnTo>
                  <a:pt x="472401" y="818807"/>
                </a:lnTo>
                <a:lnTo>
                  <a:pt x="544068" y="818807"/>
                </a:lnTo>
                <a:lnTo>
                  <a:pt x="551129" y="811758"/>
                </a:lnTo>
                <a:lnTo>
                  <a:pt x="551129" y="787323"/>
                </a:lnTo>
                <a:lnTo>
                  <a:pt x="551129" y="724331"/>
                </a:lnTo>
                <a:lnTo>
                  <a:pt x="582625" y="724331"/>
                </a:lnTo>
                <a:lnTo>
                  <a:pt x="582625" y="811758"/>
                </a:lnTo>
                <a:lnTo>
                  <a:pt x="589673" y="818807"/>
                </a:lnTo>
                <a:lnTo>
                  <a:pt x="661352" y="818807"/>
                </a:lnTo>
                <a:lnTo>
                  <a:pt x="661352" y="787323"/>
                </a:lnTo>
                <a:lnTo>
                  <a:pt x="614108" y="787323"/>
                </a:lnTo>
                <a:lnTo>
                  <a:pt x="614108" y="724331"/>
                </a:lnTo>
                <a:lnTo>
                  <a:pt x="614108" y="699897"/>
                </a:lnTo>
                <a:lnTo>
                  <a:pt x="607060" y="692835"/>
                </a:lnTo>
                <a:lnTo>
                  <a:pt x="582625" y="692835"/>
                </a:lnTo>
                <a:lnTo>
                  <a:pt x="582625" y="400710"/>
                </a:lnTo>
                <a:lnTo>
                  <a:pt x="575564" y="393661"/>
                </a:lnTo>
                <a:lnTo>
                  <a:pt x="558177" y="393661"/>
                </a:lnTo>
                <a:lnTo>
                  <a:pt x="551129" y="400710"/>
                </a:lnTo>
                <a:lnTo>
                  <a:pt x="551129" y="692835"/>
                </a:lnTo>
                <a:lnTo>
                  <a:pt x="526694" y="692835"/>
                </a:lnTo>
                <a:lnTo>
                  <a:pt x="519633" y="699897"/>
                </a:lnTo>
                <a:lnTo>
                  <a:pt x="519633" y="787323"/>
                </a:lnTo>
                <a:lnTo>
                  <a:pt x="472401" y="787323"/>
                </a:lnTo>
                <a:lnTo>
                  <a:pt x="472401" y="692835"/>
                </a:lnTo>
                <a:lnTo>
                  <a:pt x="472401" y="661352"/>
                </a:lnTo>
                <a:lnTo>
                  <a:pt x="472401" y="542429"/>
                </a:lnTo>
                <a:lnTo>
                  <a:pt x="465340" y="535381"/>
                </a:lnTo>
                <a:lnTo>
                  <a:pt x="337731" y="535381"/>
                </a:lnTo>
                <a:lnTo>
                  <a:pt x="330682" y="542429"/>
                </a:lnTo>
                <a:lnTo>
                  <a:pt x="330682" y="559816"/>
                </a:lnTo>
                <a:lnTo>
                  <a:pt x="337731" y="566864"/>
                </a:lnTo>
                <a:lnTo>
                  <a:pt x="440905" y="566864"/>
                </a:lnTo>
                <a:lnTo>
                  <a:pt x="440905" y="661352"/>
                </a:lnTo>
                <a:lnTo>
                  <a:pt x="440905" y="692835"/>
                </a:lnTo>
                <a:lnTo>
                  <a:pt x="440905" y="787323"/>
                </a:lnTo>
                <a:lnTo>
                  <a:pt x="31496" y="787323"/>
                </a:lnTo>
                <a:lnTo>
                  <a:pt x="31496" y="692835"/>
                </a:lnTo>
                <a:lnTo>
                  <a:pt x="440905" y="692835"/>
                </a:lnTo>
                <a:lnTo>
                  <a:pt x="440905" y="661352"/>
                </a:lnTo>
                <a:lnTo>
                  <a:pt x="31496" y="661352"/>
                </a:lnTo>
                <a:lnTo>
                  <a:pt x="31496" y="566864"/>
                </a:lnTo>
                <a:lnTo>
                  <a:pt x="292125" y="566864"/>
                </a:lnTo>
                <a:lnTo>
                  <a:pt x="299186" y="559816"/>
                </a:lnTo>
                <a:lnTo>
                  <a:pt x="299186" y="542429"/>
                </a:lnTo>
                <a:lnTo>
                  <a:pt x="292125" y="535381"/>
                </a:lnTo>
                <a:lnTo>
                  <a:pt x="7048" y="535381"/>
                </a:lnTo>
                <a:lnTo>
                  <a:pt x="0" y="542429"/>
                </a:lnTo>
                <a:lnTo>
                  <a:pt x="0" y="937729"/>
                </a:lnTo>
                <a:lnTo>
                  <a:pt x="7048" y="944791"/>
                </a:lnTo>
                <a:lnTo>
                  <a:pt x="87426" y="944791"/>
                </a:lnTo>
                <a:lnTo>
                  <a:pt x="94475" y="937729"/>
                </a:lnTo>
                <a:lnTo>
                  <a:pt x="94475" y="920343"/>
                </a:lnTo>
                <a:lnTo>
                  <a:pt x="87426" y="913295"/>
                </a:lnTo>
                <a:lnTo>
                  <a:pt x="31496" y="913295"/>
                </a:lnTo>
                <a:lnTo>
                  <a:pt x="31496" y="818807"/>
                </a:lnTo>
                <a:lnTo>
                  <a:pt x="440905" y="818807"/>
                </a:lnTo>
                <a:lnTo>
                  <a:pt x="440905" y="913295"/>
                </a:lnTo>
                <a:lnTo>
                  <a:pt x="133032" y="913295"/>
                </a:lnTo>
                <a:lnTo>
                  <a:pt x="125971" y="920343"/>
                </a:lnTo>
                <a:lnTo>
                  <a:pt x="125971" y="937729"/>
                </a:lnTo>
                <a:lnTo>
                  <a:pt x="133032" y="944791"/>
                </a:lnTo>
                <a:lnTo>
                  <a:pt x="465340" y="944791"/>
                </a:lnTo>
                <a:lnTo>
                  <a:pt x="472401" y="937729"/>
                </a:lnTo>
                <a:lnTo>
                  <a:pt x="472401" y="881799"/>
                </a:lnTo>
                <a:lnTo>
                  <a:pt x="685787" y="881799"/>
                </a:lnTo>
                <a:lnTo>
                  <a:pt x="692848" y="874750"/>
                </a:lnTo>
                <a:lnTo>
                  <a:pt x="692848" y="850303"/>
                </a:lnTo>
                <a:lnTo>
                  <a:pt x="780275" y="850303"/>
                </a:lnTo>
                <a:lnTo>
                  <a:pt x="787323" y="843254"/>
                </a:lnTo>
                <a:lnTo>
                  <a:pt x="787323" y="755827"/>
                </a:lnTo>
                <a:lnTo>
                  <a:pt x="827506" y="755827"/>
                </a:lnTo>
                <a:lnTo>
                  <a:pt x="834567" y="748766"/>
                </a:lnTo>
                <a:lnTo>
                  <a:pt x="834567" y="724331"/>
                </a:lnTo>
                <a:lnTo>
                  <a:pt x="834567" y="692835"/>
                </a:lnTo>
                <a:lnTo>
                  <a:pt x="834567" y="661352"/>
                </a:lnTo>
                <a:lnTo>
                  <a:pt x="834567" y="629856"/>
                </a:lnTo>
                <a:lnTo>
                  <a:pt x="834567" y="598360"/>
                </a:lnTo>
                <a:lnTo>
                  <a:pt x="834567" y="566864"/>
                </a:lnTo>
                <a:lnTo>
                  <a:pt x="834567" y="542429"/>
                </a:lnTo>
                <a:close/>
              </a:path>
              <a:path extrusionOk="0" h="944879" w="897889">
                <a:moveTo>
                  <a:pt x="834567" y="274739"/>
                </a:moveTo>
                <a:lnTo>
                  <a:pt x="827506" y="267690"/>
                </a:lnTo>
                <a:lnTo>
                  <a:pt x="818819" y="267690"/>
                </a:lnTo>
                <a:lnTo>
                  <a:pt x="778637" y="267690"/>
                </a:lnTo>
                <a:lnTo>
                  <a:pt x="771575" y="274739"/>
                </a:lnTo>
                <a:lnTo>
                  <a:pt x="771575" y="292125"/>
                </a:lnTo>
                <a:lnTo>
                  <a:pt x="778637" y="299186"/>
                </a:lnTo>
                <a:lnTo>
                  <a:pt x="827506" y="299186"/>
                </a:lnTo>
                <a:lnTo>
                  <a:pt x="834567" y="292125"/>
                </a:lnTo>
                <a:lnTo>
                  <a:pt x="834567" y="274739"/>
                </a:lnTo>
                <a:close/>
              </a:path>
              <a:path extrusionOk="0" h="944879" w="897889">
                <a:moveTo>
                  <a:pt x="834567" y="211759"/>
                </a:moveTo>
                <a:lnTo>
                  <a:pt x="827506" y="204711"/>
                </a:lnTo>
                <a:lnTo>
                  <a:pt x="818819" y="204711"/>
                </a:lnTo>
                <a:lnTo>
                  <a:pt x="778637" y="204711"/>
                </a:lnTo>
                <a:lnTo>
                  <a:pt x="771575" y="211759"/>
                </a:lnTo>
                <a:lnTo>
                  <a:pt x="771575" y="229146"/>
                </a:lnTo>
                <a:lnTo>
                  <a:pt x="778637" y="236207"/>
                </a:lnTo>
                <a:lnTo>
                  <a:pt x="827506" y="236207"/>
                </a:lnTo>
                <a:lnTo>
                  <a:pt x="834567" y="229146"/>
                </a:lnTo>
                <a:lnTo>
                  <a:pt x="834567" y="211759"/>
                </a:lnTo>
                <a:close/>
              </a:path>
              <a:path extrusionOk="0" h="944879" w="897889">
                <a:moveTo>
                  <a:pt x="897547" y="432206"/>
                </a:moveTo>
                <a:lnTo>
                  <a:pt x="890485" y="425157"/>
                </a:lnTo>
                <a:lnTo>
                  <a:pt x="881799" y="425157"/>
                </a:lnTo>
                <a:lnTo>
                  <a:pt x="873112" y="425157"/>
                </a:lnTo>
                <a:lnTo>
                  <a:pt x="866051" y="432206"/>
                </a:lnTo>
                <a:lnTo>
                  <a:pt x="866051" y="913295"/>
                </a:lnTo>
                <a:lnTo>
                  <a:pt x="510933" y="913295"/>
                </a:lnTo>
                <a:lnTo>
                  <a:pt x="503885" y="920356"/>
                </a:lnTo>
                <a:lnTo>
                  <a:pt x="503885" y="937742"/>
                </a:lnTo>
                <a:lnTo>
                  <a:pt x="510933" y="944791"/>
                </a:lnTo>
                <a:lnTo>
                  <a:pt x="890485" y="944791"/>
                </a:lnTo>
                <a:lnTo>
                  <a:pt x="897547" y="937742"/>
                </a:lnTo>
                <a:lnTo>
                  <a:pt x="897547" y="432206"/>
                </a:lnTo>
                <a:close/>
              </a:path>
              <a:path extrusionOk="0" h="944879" w="897889">
                <a:moveTo>
                  <a:pt x="897547" y="7048"/>
                </a:moveTo>
                <a:lnTo>
                  <a:pt x="890485" y="0"/>
                </a:lnTo>
                <a:lnTo>
                  <a:pt x="881799" y="0"/>
                </a:lnTo>
                <a:lnTo>
                  <a:pt x="211747" y="0"/>
                </a:lnTo>
                <a:lnTo>
                  <a:pt x="204698" y="7048"/>
                </a:lnTo>
                <a:lnTo>
                  <a:pt x="204698" y="496836"/>
                </a:lnTo>
                <a:lnTo>
                  <a:pt x="211747" y="503885"/>
                </a:lnTo>
                <a:lnTo>
                  <a:pt x="229133" y="503885"/>
                </a:lnTo>
                <a:lnTo>
                  <a:pt x="236194" y="496836"/>
                </a:lnTo>
                <a:lnTo>
                  <a:pt x="236194" y="31496"/>
                </a:lnTo>
                <a:lnTo>
                  <a:pt x="866051" y="31496"/>
                </a:lnTo>
                <a:lnTo>
                  <a:pt x="866051" y="386613"/>
                </a:lnTo>
                <a:lnTo>
                  <a:pt x="873112" y="393661"/>
                </a:lnTo>
                <a:lnTo>
                  <a:pt x="890485" y="393661"/>
                </a:lnTo>
                <a:lnTo>
                  <a:pt x="897547" y="386613"/>
                </a:lnTo>
                <a:lnTo>
                  <a:pt x="897547" y="7048"/>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3" name="Google Shape;373;p11"/>
          <p:cNvSpPr txBox="1"/>
          <p:nvPr/>
        </p:nvSpPr>
        <p:spPr>
          <a:xfrm>
            <a:off x="910183" y="1761127"/>
            <a:ext cx="16052165" cy="7861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5000"/>
              <a:buFont typeface="Arial"/>
              <a:buNone/>
            </a:pPr>
            <a:r>
              <a:rPr b="0" i="0" lang="es-GT" sz="5000" u="none" cap="none" strike="noStrike">
                <a:solidFill>
                  <a:srgbClr val="000000"/>
                </a:solidFill>
                <a:latin typeface="Montserrat Medium"/>
                <a:ea typeface="Montserrat Medium"/>
                <a:cs typeface="Montserrat Medium"/>
                <a:sym typeface="Montserrat Medium"/>
              </a:rPr>
              <a:t>Diseño de gobierno: dominios y mínimo privilegio</a:t>
            </a:r>
            <a:endParaRPr b="0" i="0" sz="5000" u="none" cap="none" strike="noStrike">
              <a:solidFill>
                <a:srgbClr val="000000"/>
              </a:solidFill>
              <a:latin typeface="Montserrat Medium"/>
              <a:ea typeface="Montserrat Medium"/>
              <a:cs typeface="Montserrat Medium"/>
              <a:sym typeface="Montserrat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descr="$PPTXTitle" id="379" name="Google Shape;379;p12"/>
          <p:cNvSpPr txBox="1"/>
          <p:nvPr>
            <p:ph type="title"/>
          </p:nvPr>
        </p:nvSpPr>
        <p:spPr>
          <a:xfrm>
            <a:off x="9617075" y="5050306"/>
            <a:ext cx="7579359" cy="2828290"/>
          </a:xfrm>
          <a:prstGeom prst="rect">
            <a:avLst/>
          </a:prstGeom>
          <a:noFill/>
          <a:ln>
            <a:noFill/>
          </a:ln>
        </p:spPr>
        <p:txBody>
          <a:bodyPr anchorCtr="0" anchor="t" bIns="0" lIns="0" spcFirstLastPara="1" rIns="0" wrap="square" tIns="107300">
            <a:spAutoFit/>
          </a:bodyPr>
          <a:lstStyle/>
          <a:p>
            <a:pPr indent="0" lvl="0" marL="12700" marR="5080" rtl="0" algn="l">
              <a:lnSpc>
                <a:spcPct val="109846"/>
              </a:lnSpc>
              <a:spcBef>
                <a:spcPts val="0"/>
              </a:spcBef>
              <a:spcAft>
                <a:spcPts val="0"/>
              </a:spcAft>
              <a:buSzPts val="1400"/>
              <a:buNone/>
            </a:pPr>
            <a:r>
              <a:rPr lang="es-GT" sz="6500">
                <a:latin typeface="Montserrat Medium"/>
                <a:ea typeface="Montserrat Medium"/>
                <a:cs typeface="Montserrat Medium"/>
                <a:sym typeface="Montserrat Medium"/>
              </a:rPr>
              <a:t>Optimización y Modelos de Machine Learning</a:t>
            </a:r>
            <a:endParaRPr sz="6500">
              <a:latin typeface="Montserrat Medium"/>
              <a:ea typeface="Montserrat Medium"/>
              <a:cs typeface="Montserrat Medium"/>
              <a:sym typeface="Montserrat Medium"/>
            </a:endParaRPr>
          </a:p>
        </p:txBody>
      </p:sp>
      <p:sp>
        <p:nvSpPr>
          <p:cNvPr id="380" name="Google Shape;380;p12"/>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 name="Google Shape;381;p12"/>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 name="Google Shape;382;p12"/>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 name="Google Shape;383;p12"/>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 name="Google Shape;384;p12"/>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 name="Google Shape;385;p12"/>
          <p:cNvSpPr txBox="1"/>
          <p:nvPr/>
        </p:nvSpPr>
        <p:spPr>
          <a:xfrm>
            <a:off x="16141391"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id="386" name="Google Shape;386;p12"/>
          <p:cNvSpPr txBox="1"/>
          <p:nvPr/>
        </p:nvSpPr>
        <p:spPr>
          <a:xfrm>
            <a:off x="905513" y="6778543"/>
            <a:ext cx="1455420" cy="1549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0"/>
              <a:buFont typeface="Arial"/>
              <a:buNone/>
            </a:pPr>
            <a:r>
              <a:rPr b="0" i="0" lang="es-GT" sz="10000" u="none" cap="none" strike="noStrike">
                <a:solidFill>
                  <a:srgbClr val="000000"/>
                </a:solidFill>
                <a:latin typeface="Montserrat Light"/>
                <a:ea typeface="Montserrat Light"/>
                <a:cs typeface="Montserrat Light"/>
                <a:sym typeface="Montserrat Light"/>
              </a:rPr>
              <a:t>12.</a:t>
            </a:r>
            <a:endParaRPr b="0" i="0" sz="10000" u="none" cap="none" strike="noStrike">
              <a:solidFill>
                <a:srgbClr val="000000"/>
              </a:solidFill>
              <a:latin typeface="Montserrat Light"/>
              <a:ea typeface="Montserrat Light"/>
              <a:cs typeface="Montserrat Light"/>
              <a:sym typeface="Montserrat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3"/>
          <p:cNvSpPr txBox="1"/>
          <p:nvPr/>
        </p:nvSpPr>
        <p:spPr>
          <a:xfrm>
            <a:off x="905494" y="1771163"/>
            <a:ext cx="7784465" cy="6217285"/>
          </a:xfrm>
          <a:prstGeom prst="rect">
            <a:avLst/>
          </a:prstGeom>
          <a:noFill/>
          <a:ln>
            <a:noFill/>
          </a:ln>
        </p:spPr>
        <p:txBody>
          <a:bodyPr anchorCtr="0" anchor="t" bIns="0" lIns="0" spcFirstLastPara="1" rIns="0" wrap="square" tIns="80625">
            <a:spAutoFit/>
          </a:bodyPr>
          <a:lstStyle/>
          <a:p>
            <a:pPr indent="0" lvl="0" marL="12700" marR="1469390" rtl="0" algn="l">
              <a:lnSpc>
                <a:spcPct val="110337"/>
              </a:lnSpc>
              <a:spcBef>
                <a:spcPts val="0"/>
              </a:spcBef>
              <a:spcAft>
                <a:spcPts val="0"/>
              </a:spcAft>
              <a:buClr>
                <a:srgbClr val="000000"/>
              </a:buClr>
              <a:buSzPts val="4450"/>
              <a:buFont typeface="Arial"/>
              <a:buNone/>
            </a:pPr>
            <a:r>
              <a:rPr b="0" i="0" lang="es-GT" sz="4450" u="none" cap="none" strike="noStrike">
                <a:solidFill>
                  <a:srgbClr val="000000"/>
                </a:solidFill>
                <a:latin typeface="Montserrat Medium"/>
                <a:ea typeface="Montserrat Medium"/>
                <a:cs typeface="Montserrat Medium"/>
                <a:sym typeface="Montserrat Medium"/>
              </a:rPr>
              <a:t>Optimización de consultas: eficiencia y costo</a:t>
            </a:r>
            <a:endParaRPr b="0" i="0" sz="4450" u="none" cap="none" strike="noStrike">
              <a:solidFill>
                <a:srgbClr val="000000"/>
              </a:solidFill>
              <a:latin typeface="Montserrat Medium"/>
              <a:ea typeface="Montserrat Medium"/>
              <a:cs typeface="Montserrat Medium"/>
              <a:sym typeface="Montserrat Medium"/>
            </a:endParaRPr>
          </a:p>
          <a:p>
            <a:pPr indent="0" lvl="0" marL="12700" marR="0" rtl="0" algn="l">
              <a:lnSpc>
                <a:spcPct val="100000"/>
              </a:lnSpc>
              <a:spcBef>
                <a:spcPts val="3550"/>
              </a:spcBef>
              <a:spcAft>
                <a:spcPts val="0"/>
              </a:spcAft>
              <a:buClr>
                <a:srgbClr val="000000"/>
              </a:buClr>
              <a:buSzPts val="2200"/>
              <a:buFont typeface="Arial"/>
              <a:buNone/>
            </a:pPr>
            <a:r>
              <a:rPr b="0" i="0" lang="es-GT" sz="2200" u="none" cap="none" strike="noStrike">
                <a:solidFill>
                  <a:srgbClr val="000000"/>
                </a:solidFill>
                <a:latin typeface="Lora"/>
                <a:ea typeface="Lora"/>
                <a:cs typeface="Lora"/>
                <a:sym typeface="Lora"/>
              </a:rPr>
              <a:t>Consultar menos datos, mayor eficiencia</a:t>
            </a:r>
            <a:endParaRPr b="0" i="0" sz="2200" u="none" cap="none" strike="noStrike">
              <a:solidFill>
                <a:srgbClr val="000000"/>
              </a:solidFill>
              <a:latin typeface="Lora"/>
              <a:ea typeface="Lora"/>
              <a:cs typeface="Lora"/>
              <a:sym typeface="Lora"/>
            </a:endParaRPr>
          </a:p>
          <a:p>
            <a:pPr indent="0" lvl="0" marL="12700" marR="342900" rtl="0" algn="l">
              <a:lnSpc>
                <a:spcPct val="110200"/>
              </a:lnSpc>
              <a:spcBef>
                <a:spcPts val="1700"/>
              </a:spcBef>
              <a:spcAft>
                <a:spcPts val="0"/>
              </a:spcAft>
              <a:buClr>
                <a:srgbClr val="000000"/>
              </a:buClr>
              <a:buSzPts val="1750"/>
              <a:buFont typeface="Arial"/>
              <a:buNone/>
            </a:pPr>
            <a:r>
              <a:rPr b="0" i="0" lang="es-GT" sz="1750" u="none" cap="none" strike="noStrike">
                <a:solidFill>
                  <a:srgbClr val="000000"/>
                </a:solidFill>
                <a:latin typeface="Lora"/>
                <a:ea typeface="Lora"/>
                <a:cs typeface="Lora"/>
                <a:sym typeface="Lora"/>
              </a:rPr>
              <a:t>Reducir el volumen de datos procesados acelera consultas y disminuye costos</a:t>
            </a:r>
            <a:endParaRPr b="0" i="0" sz="1750" u="none" cap="none" strike="noStrike">
              <a:solidFill>
                <a:srgbClr val="000000"/>
              </a:solidFill>
              <a:latin typeface="Lora"/>
              <a:ea typeface="Lora"/>
              <a:cs typeface="Lora"/>
              <a:sym typeface="Lora"/>
            </a:endParaRPr>
          </a:p>
          <a:p>
            <a:pPr indent="0" lvl="0" marL="0" marR="0" rtl="0" algn="l">
              <a:lnSpc>
                <a:spcPct val="100000"/>
              </a:lnSpc>
              <a:spcBef>
                <a:spcPts val="430"/>
              </a:spcBef>
              <a:spcAft>
                <a:spcPts val="0"/>
              </a:spcAft>
              <a:buClr>
                <a:srgbClr val="000000"/>
              </a:buClr>
              <a:buSzPts val="1750"/>
              <a:buFont typeface="Arial"/>
              <a:buNone/>
            </a:pPr>
            <a:r>
              <a:t/>
            </a:r>
            <a:endParaRPr b="0" i="0" sz="1750" u="none" cap="none" strike="noStrike">
              <a:solidFill>
                <a:srgbClr val="000000"/>
              </a:solidFill>
              <a:latin typeface="Lora"/>
              <a:ea typeface="Lora"/>
              <a:cs typeface="Lora"/>
              <a:sym typeface="Lora"/>
            </a:endParaRPr>
          </a:p>
          <a:p>
            <a:pPr indent="0" lvl="0" marL="12700" marR="0" rtl="0" algn="l">
              <a:lnSpc>
                <a:spcPct val="100000"/>
              </a:lnSpc>
              <a:spcBef>
                <a:spcPts val="0"/>
              </a:spcBef>
              <a:spcAft>
                <a:spcPts val="0"/>
              </a:spcAft>
              <a:buClr>
                <a:srgbClr val="000000"/>
              </a:buClr>
              <a:buSzPts val="2200"/>
              <a:buFont typeface="Arial"/>
              <a:buNone/>
            </a:pPr>
            <a:r>
              <a:rPr b="0" i="0" lang="es-GT" sz="2200" u="none" cap="none" strike="noStrike">
                <a:solidFill>
                  <a:srgbClr val="000000"/>
                </a:solidFill>
                <a:latin typeface="Lora"/>
                <a:ea typeface="Lora"/>
                <a:cs typeface="Lora"/>
                <a:sym typeface="Lora"/>
              </a:rPr>
              <a:t>Evita SELECT * y filtra desde el inicio</a:t>
            </a:r>
            <a:endParaRPr b="0" i="0" sz="2200" u="none" cap="none" strike="noStrike">
              <a:solidFill>
                <a:srgbClr val="000000"/>
              </a:solidFill>
              <a:latin typeface="Lora"/>
              <a:ea typeface="Lora"/>
              <a:cs typeface="Lora"/>
              <a:sym typeface="Lora"/>
            </a:endParaRPr>
          </a:p>
          <a:p>
            <a:pPr indent="0" lvl="0" marL="12700" marR="0" rtl="0" algn="l">
              <a:lnSpc>
                <a:spcPct val="100000"/>
              </a:lnSpc>
              <a:spcBef>
                <a:spcPts val="1915"/>
              </a:spcBef>
              <a:spcAft>
                <a:spcPts val="0"/>
              </a:spcAft>
              <a:buClr>
                <a:srgbClr val="000000"/>
              </a:buClr>
              <a:buSzPts val="1750"/>
              <a:buFont typeface="Arial"/>
              <a:buNone/>
            </a:pPr>
            <a:r>
              <a:rPr b="0" i="0" lang="es-GT" sz="1750" u="none" cap="none" strike="noStrike">
                <a:solidFill>
                  <a:srgbClr val="000000"/>
                </a:solidFill>
                <a:latin typeface="Lora"/>
                <a:ea typeface="Lora"/>
                <a:cs typeface="Lora"/>
                <a:sym typeface="Lora"/>
              </a:rPr>
              <a:t>Selecciona solo columnas necesarias y usa WHERE para limitar resultados</a:t>
            </a:r>
            <a:endParaRPr b="0" i="0" sz="1750" u="none" cap="none" strike="noStrike">
              <a:solidFill>
                <a:srgbClr val="000000"/>
              </a:solidFill>
              <a:latin typeface="Lora"/>
              <a:ea typeface="Lora"/>
              <a:cs typeface="Lora"/>
              <a:sym typeface="Lora"/>
            </a:endParaRPr>
          </a:p>
          <a:p>
            <a:pPr indent="0" lvl="0" marL="0" marR="0" rtl="0" algn="l">
              <a:lnSpc>
                <a:spcPct val="100000"/>
              </a:lnSpc>
              <a:spcBef>
                <a:spcPts val="430"/>
              </a:spcBef>
              <a:spcAft>
                <a:spcPts val="0"/>
              </a:spcAft>
              <a:buClr>
                <a:srgbClr val="000000"/>
              </a:buClr>
              <a:buSzPts val="1750"/>
              <a:buFont typeface="Arial"/>
              <a:buNone/>
            </a:pPr>
            <a:r>
              <a:t/>
            </a:r>
            <a:endParaRPr b="0" i="0" sz="1750" u="none" cap="none" strike="noStrike">
              <a:solidFill>
                <a:srgbClr val="000000"/>
              </a:solidFill>
              <a:latin typeface="Lora"/>
              <a:ea typeface="Lora"/>
              <a:cs typeface="Lora"/>
              <a:sym typeface="Lora"/>
            </a:endParaRPr>
          </a:p>
          <a:p>
            <a:pPr indent="0" lvl="0" marL="12700" marR="0" rtl="0" algn="l">
              <a:lnSpc>
                <a:spcPct val="100000"/>
              </a:lnSpc>
              <a:spcBef>
                <a:spcPts val="0"/>
              </a:spcBef>
              <a:spcAft>
                <a:spcPts val="0"/>
              </a:spcAft>
              <a:buClr>
                <a:srgbClr val="000000"/>
              </a:buClr>
              <a:buSzPts val="2200"/>
              <a:buFont typeface="Arial"/>
              <a:buNone/>
            </a:pPr>
            <a:r>
              <a:rPr b="0" i="0" lang="es-GT" sz="2200" u="none" cap="none" strike="noStrike">
                <a:solidFill>
                  <a:srgbClr val="000000"/>
                </a:solidFill>
                <a:latin typeface="Lora"/>
                <a:ea typeface="Lora"/>
                <a:cs typeface="Lora"/>
                <a:sym typeface="Lora"/>
              </a:rPr>
              <a:t>Particiona y materializa transformaciones</a:t>
            </a:r>
            <a:endParaRPr b="0" i="0" sz="2200" u="none" cap="none" strike="noStrike">
              <a:solidFill>
                <a:srgbClr val="000000"/>
              </a:solidFill>
              <a:latin typeface="Lora"/>
              <a:ea typeface="Lora"/>
              <a:cs typeface="Lora"/>
              <a:sym typeface="Lora"/>
            </a:endParaRPr>
          </a:p>
          <a:p>
            <a:pPr indent="0" lvl="0" marL="12700" marR="692785" rtl="0" algn="l">
              <a:lnSpc>
                <a:spcPct val="110200"/>
              </a:lnSpc>
              <a:spcBef>
                <a:spcPts val="1700"/>
              </a:spcBef>
              <a:spcAft>
                <a:spcPts val="0"/>
              </a:spcAft>
              <a:buClr>
                <a:srgbClr val="000000"/>
              </a:buClr>
              <a:buSzPts val="1750"/>
              <a:buFont typeface="Arial"/>
              <a:buNone/>
            </a:pPr>
            <a:r>
              <a:rPr b="0" i="0" lang="es-GT" sz="1750" u="none" cap="none" strike="noStrike">
                <a:solidFill>
                  <a:srgbClr val="000000"/>
                </a:solidFill>
                <a:latin typeface="Lora"/>
                <a:ea typeface="Lora"/>
                <a:cs typeface="Lora"/>
                <a:sym typeface="Lora"/>
              </a:rPr>
              <a:t>Utiliza particionamiento temporal o por rangos y guarda resultados recurrentes en tablas o vistas materializadas</a:t>
            </a:r>
            <a:endParaRPr b="0" i="0" sz="1750" u="none" cap="none" strike="noStrike">
              <a:solidFill>
                <a:srgbClr val="000000"/>
              </a:solidFill>
              <a:latin typeface="Lora"/>
              <a:ea typeface="Lora"/>
              <a:cs typeface="Lora"/>
              <a:sym typeface="Lora"/>
            </a:endParaRPr>
          </a:p>
        </p:txBody>
      </p:sp>
      <p:pic>
        <p:nvPicPr>
          <p:cNvPr id="393" name="Google Shape;393;p13"/>
          <p:cNvPicPr preferRelativeResize="0"/>
          <p:nvPr/>
        </p:nvPicPr>
        <p:blipFill rotWithShape="1">
          <a:blip r:embed="rId3">
            <a:alphaModFix/>
          </a:blip>
          <a:srcRect b="0" l="0" r="0" t="0"/>
          <a:stretch/>
        </p:blipFill>
        <p:spPr>
          <a:xfrm>
            <a:off x="9572243" y="1887169"/>
            <a:ext cx="8715756" cy="6511099"/>
          </a:xfrm>
          <a:prstGeom prst="rect">
            <a:avLst/>
          </a:prstGeom>
          <a:noFill/>
          <a:ln>
            <a:noFill/>
          </a:ln>
        </p:spPr>
      </p:pic>
      <p:sp>
        <p:nvSpPr>
          <p:cNvPr id="394" name="Google Shape;394;p13"/>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 name="Google Shape;395;p13"/>
          <p:cNvSpPr txBox="1"/>
          <p:nvPr/>
        </p:nvSpPr>
        <p:spPr>
          <a:xfrm>
            <a:off x="9617075" y="333678"/>
            <a:ext cx="543941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Optimización y Modelos de Machine Learning</a:t>
            </a:r>
            <a:endParaRPr b="0" i="0" sz="2000" u="none" cap="none" strike="noStrike">
              <a:solidFill>
                <a:srgbClr val="000000"/>
              </a:solidFill>
              <a:latin typeface="Lora"/>
              <a:ea typeface="Lora"/>
              <a:cs typeface="Lora"/>
              <a:sym typeface="Lora"/>
            </a:endParaRPr>
          </a:p>
        </p:txBody>
      </p:sp>
      <p:sp>
        <p:nvSpPr>
          <p:cNvPr id="396" name="Google Shape;396;p13"/>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descr="$PPTXTitle" id="397" name="Google Shape;397;p13"/>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s-GT"/>
              <a:t>13.</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14"/>
          <p:cNvSpPr txBox="1"/>
          <p:nvPr/>
        </p:nvSpPr>
        <p:spPr>
          <a:xfrm>
            <a:off x="905494" y="1761127"/>
            <a:ext cx="7336155" cy="6523990"/>
          </a:xfrm>
          <a:prstGeom prst="rect">
            <a:avLst/>
          </a:prstGeom>
          <a:noFill/>
          <a:ln>
            <a:noFill/>
          </a:ln>
        </p:spPr>
        <p:txBody>
          <a:bodyPr anchorCtr="0" anchor="t" bIns="0" lIns="0" spcFirstLastPara="1" rIns="0" wrap="square" tIns="88250">
            <a:spAutoFit/>
          </a:bodyPr>
          <a:lstStyle/>
          <a:p>
            <a:pPr indent="0" lvl="0" marL="12700" marR="2622550" rtl="0" algn="l">
              <a:lnSpc>
                <a:spcPct val="109800"/>
              </a:lnSpc>
              <a:spcBef>
                <a:spcPts val="0"/>
              </a:spcBef>
              <a:spcAft>
                <a:spcPts val="0"/>
              </a:spcAft>
              <a:buClr>
                <a:srgbClr val="000000"/>
              </a:buClr>
              <a:buSzPts val="5000"/>
              <a:buFont typeface="Arial"/>
              <a:buNone/>
            </a:pPr>
            <a:r>
              <a:rPr b="0" i="0" lang="es-GT" sz="5000" u="none" cap="none" strike="noStrike">
                <a:solidFill>
                  <a:srgbClr val="000000"/>
                </a:solidFill>
                <a:latin typeface="Montserrat Medium"/>
                <a:ea typeface="Montserrat Medium"/>
                <a:cs typeface="Montserrat Medium"/>
                <a:sym typeface="Montserrat Medium"/>
              </a:rPr>
              <a:t>Vistas y tablas materializadas</a:t>
            </a:r>
            <a:endParaRPr b="0" i="0" sz="5000" u="none" cap="none" strike="noStrike">
              <a:solidFill>
                <a:srgbClr val="000000"/>
              </a:solidFill>
              <a:latin typeface="Montserrat Medium"/>
              <a:ea typeface="Montserrat Medium"/>
              <a:cs typeface="Montserrat Medium"/>
              <a:sym typeface="Montserrat Medium"/>
            </a:endParaRPr>
          </a:p>
          <a:p>
            <a:pPr indent="0" lvl="0" marL="12700" marR="0" rtl="0" algn="l">
              <a:lnSpc>
                <a:spcPct val="100000"/>
              </a:lnSpc>
              <a:spcBef>
                <a:spcPts val="3494"/>
              </a:spcBef>
              <a:spcAft>
                <a:spcPts val="0"/>
              </a:spcAft>
              <a:buClr>
                <a:srgbClr val="000000"/>
              </a:buClr>
              <a:buSzPts val="2500"/>
              <a:buFont typeface="Arial"/>
              <a:buNone/>
            </a:pPr>
            <a:r>
              <a:rPr b="0" i="0" lang="es-GT" sz="2500" u="none" cap="none" strike="noStrike">
                <a:solidFill>
                  <a:srgbClr val="000000"/>
                </a:solidFill>
                <a:latin typeface="Lora"/>
                <a:ea typeface="Lora"/>
                <a:cs typeface="Lora"/>
                <a:sym typeface="Lora"/>
              </a:rPr>
              <a:t>Vistas lógicas: capa de abstracción</a:t>
            </a:r>
            <a:endParaRPr b="0" i="0" sz="2500" u="none" cap="none" strike="noStrike">
              <a:solidFill>
                <a:srgbClr val="000000"/>
              </a:solidFill>
              <a:latin typeface="Lora"/>
              <a:ea typeface="Lora"/>
              <a:cs typeface="Lora"/>
              <a:sym typeface="Lora"/>
            </a:endParaRPr>
          </a:p>
          <a:p>
            <a:pPr indent="0" lvl="0" marL="12700" marR="5080" rtl="0" algn="l">
              <a:lnSpc>
                <a:spcPct val="107800"/>
              </a:lnSpc>
              <a:spcBef>
                <a:spcPts val="190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Permiten definir consultas reutilizables y controlar el acceso a datos</a:t>
            </a:r>
            <a:endParaRPr b="0" i="0" sz="2000" u="none" cap="none" strike="noStrike">
              <a:solidFill>
                <a:srgbClr val="000000"/>
              </a:solidFill>
              <a:latin typeface="Lora"/>
              <a:ea typeface="Lora"/>
              <a:cs typeface="Lora"/>
              <a:sym typeface="Lora"/>
            </a:endParaRPr>
          </a:p>
          <a:p>
            <a:pPr indent="0" lvl="0" marL="0" marR="0" rtl="0" algn="l">
              <a:lnSpc>
                <a:spcPct val="100000"/>
              </a:lnSpc>
              <a:spcBef>
                <a:spcPts val="375"/>
              </a:spcBef>
              <a:spcAft>
                <a:spcPts val="0"/>
              </a:spcAft>
              <a:buClr>
                <a:srgbClr val="000000"/>
              </a:buClr>
              <a:buSzPts val="2000"/>
              <a:buFont typeface="Arial"/>
              <a:buNone/>
            </a:pPr>
            <a:r>
              <a:t/>
            </a:r>
            <a:endParaRPr b="0" i="0" sz="2000" u="none" cap="none" strike="noStrike">
              <a:solidFill>
                <a:srgbClr val="000000"/>
              </a:solidFill>
              <a:latin typeface="Lora"/>
              <a:ea typeface="Lora"/>
              <a:cs typeface="Lora"/>
              <a:sym typeface="Lora"/>
            </a:endParaRPr>
          </a:p>
          <a:p>
            <a:pPr indent="0" lvl="0" marL="12700" marR="0" rtl="0" algn="l">
              <a:lnSpc>
                <a:spcPct val="100000"/>
              </a:lnSpc>
              <a:spcBef>
                <a:spcPts val="0"/>
              </a:spcBef>
              <a:spcAft>
                <a:spcPts val="0"/>
              </a:spcAft>
              <a:buClr>
                <a:srgbClr val="000000"/>
              </a:buClr>
              <a:buSzPts val="2500"/>
              <a:buFont typeface="Arial"/>
              <a:buNone/>
            </a:pPr>
            <a:r>
              <a:rPr b="0" i="0" lang="es-GT" sz="2500" u="none" cap="none" strike="noStrike">
                <a:solidFill>
                  <a:srgbClr val="000000"/>
                </a:solidFill>
                <a:latin typeface="Lora"/>
                <a:ea typeface="Lora"/>
                <a:cs typeface="Lora"/>
                <a:sym typeface="Lora"/>
              </a:rPr>
              <a:t>Vistas materializadas: eficiencia analítica</a:t>
            </a:r>
            <a:endParaRPr b="0" i="0" sz="2500" u="none" cap="none" strike="noStrike">
              <a:solidFill>
                <a:srgbClr val="000000"/>
              </a:solidFill>
              <a:latin typeface="Lora"/>
              <a:ea typeface="Lora"/>
              <a:cs typeface="Lora"/>
              <a:sym typeface="Lora"/>
            </a:endParaRPr>
          </a:p>
          <a:p>
            <a:pPr indent="0" lvl="0" marL="12700" marR="29209" rtl="0" algn="l">
              <a:lnSpc>
                <a:spcPct val="107800"/>
              </a:lnSpc>
              <a:spcBef>
                <a:spcPts val="190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Almacenan resultados precomputados para acelerar consultas frecuentes</a:t>
            </a:r>
            <a:endParaRPr b="0" i="0" sz="2000" u="none" cap="none" strike="noStrike">
              <a:solidFill>
                <a:srgbClr val="000000"/>
              </a:solidFill>
              <a:latin typeface="Lora"/>
              <a:ea typeface="Lora"/>
              <a:cs typeface="Lora"/>
              <a:sym typeface="Lora"/>
            </a:endParaRPr>
          </a:p>
          <a:p>
            <a:pPr indent="0" lvl="0" marL="0" marR="0" rtl="0" algn="l">
              <a:lnSpc>
                <a:spcPct val="100000"/>
              </a:lnSpc>
              <a:spcBef>
                <a:spcPts val="375"/>
              </a:spcBef>
              <a:spcAft>
                <a:spcPts val="0"/>
              </a:spcAft>
              <a:buClr>
                <a:srgbClr val="000000"/>
              </a:buClr>
              <a:buSzPts val="2000"/>
              <a:buFont typeface="Arial"/>
              <a:buNone/>
            </a:pPr>
            <a:r>
              <a:t/>
            </a:r>
            <a:endParaRPr b="0" i="0" sz="2000" u="none" cap="none" strike="noStrike">
              <a:solidFill>
                <a:srgbClr val="000000"/>
              </a:solidFill>
              <a:latin typeface="Lora"/>
              <a:ea typeface="Lora"/>
              <a:cs typeface="Lora"/>
              <a:sym typeface="Lora"/>
            </a:endParaRPr>
          </a:p>
          <a:p>
            <a:pPr indent="0" lvl="0" marL="12700" marR="0" rtl="0" algn="l">
              <a:lnSpc>
                <a:spcPct val="100000"/>
              </a:lnSpc>
              <a:spcBef>
                <a:spcPts val="0"/>
              </a:spcBef>
              <a:spcAft>
                <a:spcPts val="0"/>
              </a:spcAft>
              <a:buClr>
                <a:srgbClr val="000000"/>
              </a:buClr>
              <a:buSzPts val="2500"/>
              <a:buFont typeface="Arial"/>
              <a:buNone/>
            </a:pPr>
            <a:r>
              <a:rPr b="0" i="0" lang="es-GT" sz="2500" u="none" cap="none" strike="noStrike">
                <a:solidFill>
                  <a:srgbClr val="000000"/>
                </a:solidFill>
                <a:latin typeface="Lora"/>
                <a:ea typeface="Lora"/>
                <a:cs typeface="Lora"/>
                <a:sym typeface="Lora"/>
              </a:rPr>
              <a:t>Vistas materializadas autorizadas</a:t>
            </a:r>
            <a:endParaRPr b="0" i="0" sz="2500" u="none" cap="none" strike="noStrike">
              <a:solidFill>
                <a:srgbClr val="000000"/>
              </a:solidFill>
              <a:latin typeface="Lora"/>
              <a:ea typeface="Lora"/>
              <a:cs typeface="Lora"/>
              <a:sym typeface="Lora"/>
            </a:endParaRPr>
          </a:p>
          <a:p>
            <a:pPr indent="0" lvl="0" marL="12700" marR="1109345" rtl="0" algn="l">
              <a:lnSpc>
                <a:spcPct val="107800"/>
              </a:lnSpc>
              <a:spcBef>
                <a:spcPts val="190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Combinan rendimiento y seguridad al compartir solo subconjuntos de datos</a:t>
            </a:r>
            <a:endParaRPr b="0" i="0" sz="2000" u="none" cap="none" strike="noStrike">
              <a:solidFill>
                <a:srgbClr val="000000"/>
              </a:solidFill>
              <a:latin typeface="Lora"/>
              <a:ea typeface="Lora"/>
              <a:cs typeface="Lora"/>
              <a:sym typeface="Lora"/>
            </a:endParaRPr>
          </a:p>
        </p:txBody>
      </p:sp>
      <p:pic>
        <p:nvPicPr>
          <p:cNvPr id="404" name="Google Shape;404;p14"/>
          <p:cNvPicPr preferRelativeResize="0"/>
          <p:nvPr/>
        </p:nvPicPr>
        <p:blipFill rotWithShape="1">
          <a:blip r:embed="rId3">
            <a:alphaModFix/>
          </a:blip>
          <a:srcRect b="0" l="0" r="0" t="0"/>
          <a:stretch/>
        </p:blipFill>
        <p:spPr>
          <a:xfrm>
            <a:off x="9572243" y="1887169"/>
            <a:ext cx="8715756" cy="6511099"/>
          </a:xfrm>
          <a:prstGeom prst="rect">
            <a:avLst/>
          </a:prstGeom>
          <a:noFill/>
          <a:ln>
            <a:noFill/>
          </a:ln>
        </p:spPr>
      </p:pic>
      <p:sp>
        <p:nvSpPr>
          <p:cNvPr id="405" name="Google Shape;405;p14"/>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6" name="Google Shape;406;p14"/>
          <p:cNvSpPr txBox="1"/>
          <p:nvPr/>
        </p:nvSpPr>
        <p:spPr>
          <a:xfrm>
            <a:off x="9617075" y="333678"/>
            <a:ext cx="543941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Optimización y Modelos de Machine Learning</a:t>
            </a:r>
            <a:endParaRPr b="0" i="0" sz="2000" u="none" cap="none" strike="noStrike">
              <a:solidFill>
                <a:srgbClr val="000000"/>
              </a:solidFill>
              <a:latin typeface="Lora"/>
              <a:ea typeface="Lora"/>
              <a:cs typeface="Lora"/>
              <a:sym typeface="Lora"/>
            </a:endParaRPr>
          </a:p>
        </p:txBody>
      </p:sp>
      <p:sp>
        <p:nvSpPr>
          <p:cNvPr id="407" name="Google Shape;407;p14"/>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descr="$PPTXTitle" id="408" name="Google Shape;408;p14"/>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s-GT"/>
              <a:t>14.</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5"/>
          <p:cNvSpPr txBox="1"/>
          <p:nvPr/>
        </p:nvSpPr>
        <p:spPr>
          <a:xfrm>
            <a:off x="905513" y="1771163"/>
            <a:ext cx="6572250" cy="2637790"/>
          </a:xfrm>
          <a:prstGeom prst="rect">
            <a:avLst/>
          </a:prstGeom>
          <a:noFill/>
          <a:ln>
            <a:noFill/>
          </a:ln>
        </p:spPr>
        <p:txBody>
          <a:bodyPr anchorCtr="0" anchor="t" bIns="0" lIns="0" spcFirstLastPara="1" rIns="0" wrap="square" tIns="80625">
            <a:spAutoFit/>
          </a:bodyPr>
          <a:lstStyle/>
          <a:p>
            <a:pPr indent="0" lvl="0" marL="12700" marR="5080" rtl="0" algn="l">
              <a:lnSpc>
                <a:spcPct val="110337"/>
              </a:lnSpc>
              <a:spcBef>
                <a:spcPts val="0"/>
              </a:spcBef>
              <a:spcAft>
                <a:spcPts val="0"/>
              </a:spcAft>
              <a:buClr>
                <a:srgbClr val="000000"/>
              </a:buClr>
              <a:buSzPts val="4450"/>
              <a:buFont typeface="Arial"/>
              <a:buNone/>
            </a:pPr>
            <a:r>
              <a:rPr b="0" i="0" lang="es-GT" sz="4450" u="none" cap="none" strike="noStrike">
                <a:solidFill>
                  <a:srgbClr val="000000"/>
                </a:solidFill>
                <a:latin typeface="Montserrat Medium"/>
                <a:ea typeface="Montserrat Medium"/>
                <a:cs typeface="Montserrat Medium"/>
                <a:sym typeface="Montserrat Medium"/>
              </a:rPr>
              <a:t>BigQuery ML: Machine Learning con SQL</a:t>
            </a:r>
            <a:endParaRPr b="0" i="0" sz="4450" u="none" cap="none" strike="noStrike">
              <a:solidFill>
                <a:srgbClr val="000000"/>
              </a:solidFill>
              <a:latin typeface="Montserrat Medium"/>
              <a:ea typeface="Montserrat Medium"/>
              <a:cs typeface="Montserrat Medium"/>
              <a:sym typeface="Montserrat Medium"/>
            </a:endParaRPr>
          </a:p>
          <a:p>
            <a:pPr indent="0" lvl="0" marL="12700" marR="0" rtl="0" algn="l">
              <a:lnSpc>
                <a:spcPct val="100000"/>
              </a:lnSpc>
              <a:spcBef>
                <a:spcPts val="3550"/>
              </a:spcBef>
              <a:spcAft>
                <a:spcPts val="0"/>
              </a:spcAft>
              <a:buClr>
                <a:srgbClr val="000000"/>
              </a:buClr>
              <a:buSzPts val="2200"/>
              <a:buFont typeface="Arial"/>
              <a:buNone/>
            </a:pPr>
            <a:r>
              <a:rPr b="0" i="0" lang="es-GT" sz="2200" u="none" cap="none" strike="noStrike">
                <a:solidFill>
                  <a:srgbClr val="000000"/>
                </a:solidFill>
                <a:latin typeface="Lora"/>
                <a:ea typeface="Lora"/>
                <a:cs typeface="Lora"/>
                <a:sym typeface="Lora"/>
              </a:rPr>
              <a:t>Machine Learning integrado en BigQuery</a:t>
            </a:r>
            <a:endParaRPr b="0" i="0" sz="2200" u="none" cap="none" strike="noStrike">
              <a:solidFill>
                <a:srgbClr val="000000"/>
              </a:solidFill>
              <a:latin typeface="Lora"/>
              <a:ea typeface="Lora"/>
              <a:cs typeface="Lora"/>
              <a:sym typeface="Lora"/>
            </a:endParaRPr>
          </a:p>
          <a:p>
            <a:pPr indent="-191770" lvl="0" marL="204470" marR="0" rtl="0" algn="l">
              <a:lnSpc>
                <a:spcPct val="100000"/>
              </a:lnSpc>
              <a:spcBef>
                <a:spcPts val="1915"/>
              </a:spcBef>
              <a:spcAft>
                <a:spcPts val="0"/>
              </a:spcAft>
              <a:buClr>
                <a:srgbClr val="000000"/>
              </a:buClr>
              <a:buSzPts val="1750"/>
              <a:buFont typeface="Times New Roman"/>
              <a:buChar char="•"/>
            </a:pPr>
            <a:r>
              <a:rPr b="0" i="0" lang="es-GT" sz="1750" u="none" cap="none" strike="noStrike">
                <a:solidFill>
                  <a:srgbClr val="000000"/>
                </a:solidFill>
                <a:latin typeface="Lora"/>
                <a:ea typeface="Lora"/>
                <a:cs typeface="Lora"/>
                <a:sym typeface="Lora"/>
              </a:rPr>
              <a:t>Entrena y usa modelos ML directamente con </a:t>
            </a:r>
            <a:r>
              <a:rPr b="1" i="0" lang="es-GT" sz="1750" u="none" cap="none" strike="noStrike">
                <a:solidFill>
                  <a:srgbClr val="2B57D9"/>
                </a:solidFill>
                <a:latin typeface="Lora"/>
                <a:ea typeface="Lora"/>
                <a:cs typeface="Lora"/>
                <a:sym typeface="Lora"/>
              </a:rPr>
              <a:t>GoogleSQL</a:t>
            </a:r>
            <a:endParaRPr b="0" i="0" sz="1750" u="none" cap="none" strike="noStrike">
              <a:solidFill>
                <a:srgbClr val="000000"/>
              </a:solidFill>
              <a:latin typeface="Lora"/>
              <a:ea typeface="Lora"/>
              <a:cs typeface="Lora"/>
              <a:sym typeface="Lora"/>
            </a:endParaRPr>
          </a:p>
        </p:txBody>
      </p:sp>
      <p:sp>
        <p:nvSpPr>
          <p:cNvPr id="415" name="Google Shape;415;p15"/>
          <p:cNvSpPr txBox="1"/>
          <p:nvPr/>
        </p:nvSpPr>
        <p:spPr>
          <a:xfrm>
            <a:off x="905513" y="4718033"/>
            <a:ext cx="7752715" cy="3242945"/>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2200"/>
              <a:buFont typeface="Arial"/>
              <a:buNone/>
            </a:pPr>
            <a:r>
              <a:rPr b="0" i="0" lang="es-GT" sz="2200" u="none" cap="none" strike="noStrike">
                <a:solidFill>
                  <a:srgbClr val="000000"/>
                </a:solidFill>
                <a:latin typeface="Lora"/>
                <a:ea typeface="Lora"/>
                <a:cs typeface="Lora"/>
                <a:sym typeface="Lora"/>
              </a:rPr>
              <a:t>Modelos soportados</a:t>
            </a:r>
            <a:endParaRPr b="0" i="0" sz="2200" u="none" cap="none" strike="noStrike">
              <a:solidFill>
                <a:srgbClr val="000000"/>
              </a:solidFill>
              <a:latin typeface="Lora"/>
              <a:ea typeface="Lora"/>
              <a:cs typeface="Lora"/>
              <a:sym typeface="Lora"/>
            </a:endParaRPr>
          </a:p>
          <a:p>
            <a:pPr indent="-191770" lvl="0" marL="204470" marR="0" rtl="0" algn="l">
              <a:lnSpc>
                <a:spcPct val="100000"/>
              </a:lnSpc>
              <a:spcBef>
                <a:spcPts val="1914"/>
              </a:spcBef>
              <a:spcAft>
                <a:spcPts val="0"/>
              </a:spcAft>
              <a:buClr>
                <a:srgbClr val="000000"/>
              </a:buClr>
              <a:buSzPts val="1750"/>
              <a:buFont typeface="Times New Roman"/>
              <a:buChar char="•"/>
            </a:pPr>
            <a:r>
              <a:rPr b="0" i="0" lang="es-GT" sz="1750" u="none" cap="none" strike="noStrike">
                <a:solidFill>
                  <a:srgbClr val="000000"/>
                </a:solidFill>
                <a:latin typeface="Lora"/>
                <a:ea typeface="Lora"/>
                <a:cs typeface="Lora"/>
                <a:sym typeface="Lora"/>
              </a:rPr>
              <a:t>Regresión, clasificación, segmentación y pronóstico de series de tiempo</a:t>
            </a:r>
            <a:endParaRPr b="0" i="0" sz="1750" u="none" cap="none" strike="noStrike">
              <a:solidFill>
                <a:srgbClr val="000000"/>
              </a:solidFill>
              <a:latin typeface="Lora"/>
              <a:ea typeface="Lora"/>
              <a:cs typeface="Lora"/>
              <a:sym typeface="Lora"/>
            </a:endParaRPr>
          </a:p>
          <a:p>
            <a:pPr indent="0" lvl="0" marL="0" marR="0" rtl="0" algn="l">
              <a:lnSpc>
                <a:spcPct val="100000"/>
              </a:lnSpc>
              <a:spcBef>
                <a:spcPts val="430"/>
              </a:spcBef>
              <a:spcAft>
                <a:spcPts val="0"/>
              </a:spcAft>
              <a:buClr>
                <a:srgbClr val="000000"/>
              </a:buClr>
              <a:buSzPts val="1750"/>
              <a:buFont typeface="Times New Roman"/>
              <a:buNone/>
            </a:pPr>
            <a:r>
              <a:t/>
            </a:r>
            <a:endParaRPr b="0" i="0" sz="1750" u="none" cap="none" strike="noStrike">
              <a:solidFill>
                <a:srgbClr val="000000"/>
              </a:solidFill>
              <a:latin typeface="Lora"/>
              <a:ea typeface="Lora"/>
              <a:cs typeface="Lora"/>
              <a:sym typeface="Lora"/>
            </a:endParaRPr>
          </a:p>
          <a:p>
            <a:pPr indent="0" lvl="0" marL="12700" marR="0" rtl="0" algn="l">
              <a:lnSpc>
                <a:spcPct val="100000"/>
              </a:lnSpc>
              <a:spcBef>
                <a:spcPts val="0"/>
              </a:spcBef>
              <a:spcAft>
                <a:spcPts val="0"/>
              </a:spcAft>
              <a:buClr>
                <a:srgbClr val="000000"/>
              </a:buClr>
              <a:buSzPts val="2200"/>
              <a:buFont typeface="Arial"/>
              <a:buNone/>
            </a:pPr>
            <a:r>
              <a:rPr b="0" i="0" lang="es-GT" sz="2200" u="none" cap="none" strike="noStrike">
                <a:solidFill>
                  <a:srgbClr val="000000"/>
                </a:solidFill>
                <a:latin typeface="Lora"/>
                <a:ea typeface="Lora"/>
                <a:cs typeface="Lora"/>
                <a:sym typeface="Lora"/>
              </a:rPr>
              <a:t>Flujo de trabajo simplificado</a:t>
            </a:r>
            <a:endParaRPr b="0" i="0" sz="2200" u="none" cap="none" strike="noStrike">
              <a:solidFill>
                <a:srgbClr val="000000"/>
              </a:solidFill>
              <a:latin typeface="Lora"/>
              <a:ea typeface="Lora"/>
              <a:cs typeface="Lora"/>
              <a:sym typeface="Lora"/>
            </a:endParaRPr>
          </a:p>
          <a:p>
            <a:pPr indent="-191770" lvl="0" marL="204470" marR="0" rtl="0" algn="l">
              <a:lnSpc>
                <a:spcPct val="100000"/>
              </a:lnSpc>
              <a:spcBef>
                <a:spcPts val="1915"/>
              </a:spcBef>
              <a:spcAft>
                <a:spcPts val="0"/>
              </a:spcAft>
              <a:buClr>
                <a:srgbClr val="000000"/>
              </a:buClr>
              <a:buSzPts val="1750"/>
              <a:buFont typeface="Times New Roman"/>
              <a:buChar char="•"/>
            </a:pPr>
            <a:r>
              <a:rPr b="0" i="0" lang="es-GT" sz="1750" u="none" cap="none" strike="noStrike">
                <a:solidFill>
                  <a:srgbClr val="000000"/>
                </a:solidFill>
                <a:latin typeface="Lora"/>
                <a:ea typeface="Lora"/>
                <a:cs typeface="Lora"/>
                <a:sym typeface="Lora"/>
              </a:rPr>
              <a:t>Preparación de datos, entrenamiento, evaluación y predicción en SQL</a:t>
            </a:r>
            <a:endParaRPr b="0" i="0" sz="1750" u="none" cap="none" strike="noStrike">
              <a:solidFill>
                <a:srgbClr val="000000"/>
              </a:solidFill>
              <a:latin typeface="Lora"/>
              <a:ea typeface="Lora"/>
              <a:cs typeface="Lora"/>
              <a:sym typeface="Lora"/>
            </a:endParaRPr>
          </a:p>
          <a:p>
            <a:pPr indent="0" lvl="0" marL="0" marR="0" rtl="0" algn="l">
              <a:lnSpc>
                <a:spcPct val="100000"/>
              </a:lnSpc>
              <a:spcBef>
                <a:spcPts val="430"/>
              </a:spcBef>
              <a:spcAft>
                <a:spcPts val="0"/>
              </a:spcAft>
              <a:buClr>
                <a:srgbClr val="000000"/>
              </a:buClr>
              <a:buSzPts val="1750"/>
              <a:buFont typeface="Times New Roman"/>
              <a:buNone/>
            </a:pPr>
            <a:r>
              <a:t/>
            </a:r>
            <a:endParaRPr b="0" i="0" sz="1750" u="none" cap="none" strike="noStrike">
              <a:solidFill>
                <a:srgbClr val="000000"/>
              </a:solidFill>
              <a:latin typeface="Lora"/>
              <a:ea typeface="Lora"/>
              <a:cs typeface="Lora"/>
              <a:sym typeface="Lora"/>
            </a:endParaRPr>
          </a:p>
          <a:p>
            <a:pPr indent="0" lvl="0" marL="12700" marR="0" rtl="0" algn="l">
              <a:lnSpc>
                <a:spcPct val="100000"/>
              </a:lnSpc>
              <a:spcBef>
                <a:spcPts val="0"/>
              </a:spcBef>
              <a:spcAft>
                <a:spcPts val="0"/>
              </a:spcAft>
              <a:buClr>
                <a:srgbClr val="000000"/>
              </a:buClr>
              <a:buSzPts val="2200"/>
              <a:buFont typeface="Arial"/>
              <a:buNone/>
            </a:pPr>
            <a:r>
              <a:rPr b="0" i="0" lang="es-GT" sz="2200" u="none" cap="none" strike="noStrike">
                <a:solidFill>
                  <a:srgbClr val="000000"/>
                </a:solidFill>
                <a:latin typeface="Lora"/>
                <a:ea typeface="Lora"/>
                <a:cs typeface="Lora"/>
                <a:sym typeface="Lora"/>
              </a:rPr>
              <a:t>Accesible para usuarios de datos</a:t>
            </a:r>
            <a:endParaRPr b="0" i="0" sz="2200" u="none" cap="none" strike="noStrike">
              <a:solidFill>
                <a:srgbClr val="000000"/>
              </a:solidFill>
              <a:latin typeface="Lora"/>
              <a:ea typeface="Lora"/>
              <a:cs typeface="Lora"/>
              <a:sym typeface="Lora"/>
            </a:endParaRPr>
          </a:p>
          <a:p>
            <a:pPr indent="-191770" lvl="0" marL="204470" marR="0" rtl="0" algn="l">
              <a:lnSpc>
                <a:spcPct val="100000"/>
              </a:lnSpc>
              <a:spcBef>
                <a:spcPts val="1910"/>
              </a:spcBef>
              <a:spcAft>
                <a:spcPts val="0"/>
              </a:spcAft>
              <a:buClr>
                <a:srgbClr val="000000"/>
              </a:buClr>
              <a:buSzPts val="1750"/>
              <a:buFont typeface="Times New Roman"/>
              <a:buChar char="•"/>
            </a:pPr>
            <a:r>
              <a:rPr b="0" i="0" lang="es-GT" sz="1750" u="none" cap="none" strike="noStrike">
                <a:solidFill>
                  <a:srgbClr val="000000"/>
                </a:solidFill>
                <a:latin typeface="Lora"/>
                <a:ea typeface="Lora"/>
                <a:cs typeface="Lora"/>
                <a:sym typeface="Lora"/>
              </a:rPr>
              <a:t>No requiere mover datos ni conocimientos avanzados de ML</a:t>
            </a:r>
            <a:endParaRPr b="0" i="0" sz="1750" u="none" cap="none" strike="noStrike">
              <a:solidFill>
                <a:srgbClr val="000000"/>
              </a:solidFill>
              <a:latin typeface="Lora"/>
              <a:ea typeface="Lora"/>
              <a:cs typeface="Lora"/>
              <a:sym typeface="Lora"/>
            </a:endParaRPr>
          </a:p>
        </p:txBody>
      </p:sp>
      <p:pic>
        <p:nvPicPr>
          <p:cNvPr id="416" name="Google Shape;416;p15"/>
          <p:cNvPicPr preferRelativeResize="0"/>
          <p:nvPr/>
        </p:nvPicPr>
        <p:blipFill rotWithShape="1">
          <a:blip r:embed="rId3">
            <a:alphaModFix/>
          </a:blip>
          <a:srcRect b="0" l="0" r="0" t="0"/>
          <a:stretch/>
        </p:blipFill>
        <p:spPr>
          <a:xfrm>
            <a:off x="9572243" y="1887181"/>
            <a:ext cx="8715756" cy="6511068"/>
          </a:xfrm>
          <a:prstGeom prst="rect">
            <a:avLst/>
          </a:prstGeom>
          <a:noFill/>
          <a:ln>
            <a:noFill/>
          </a:ln>
        </p:spPr>
      </p:pic>
      <p:sp>
        <p:nvSpPr>
          <p:cNvPr id="417" name="Google Shape;417;p15"/>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8" name="Google Shape;418;p15"/>
          <p:cNvSpPr txBox="1"/>
          <p:nvPr/>
        </p:nvSpPr>
        <p:spPr>
          <a:xfrm>
            <a:off x="9617075" y="333678"/>
            <a:ext cx="543941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Optimización y Modelos de Machine Learning</a:t>
            </a:r>
            <a:endParaRPr b="0" i="0" sz="2000" u="none" cap="none" strike="noStrike">
              <a:solidFill>
                <a:srgbClr val="000000"/>
              </a:solidFill>
              <a:latin typeface="Lora"/>
              <a:ea typeface="Lora"/>
              <a:cs typeface="Lora"/>
              <a:sym typeface="Lora"/>
            </a:endParaRPr>
          </a:p>
        </p:txBody>
      </p:sp>
      <p:sp>
        <p:nvSpPr>
          <p:cNvPr id="419" name="Google Shape;419;p15"/>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descr="$PPTXTitle" id="420" name="Google Shape;420;p15"/>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s-GT"/>
              <a:t>15.</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16"/>
          <p:cNvSpPr/>
          <p:nvPr/>
        </p:nvSpPr>
        <p:spPr>
          <a:xfrm>
            <a:off x="12904043" y="4486860"/>
            <a:ext cx="4798060" cy="3375025"/>
          </a:xfrm>
          <a:custGeom>
            <a:rect b="b" l="l" r="r" t="t"/>
            <a:pathLst>
              <a:path extrusionOk="0" h="3375025" w="4798059">
                <a:moveTo>
                  <a:pt x="4613529" y="76"/>
                </a:moveTo>
                <a:lnTo>
                  <a:pt x="190500" y="0"/>
                </a:lnTo>
                <a:lnTo>
                  <a:pt x="138188" y="7302"/>
                </a:lnTo>
                <a:lnTo>
                  <a:pt x="87261" y="30378"/>
                </a:lnTo>
                <a:lnTo>
                  <a:pt x="45224" y="67233"/>
                </a:lnTo>
                <a:lnTo>
                  <a:pt x="15697" y="114719"/>
                </a:lnTo>
                <a:lnTo>
                  <a:pt x="1219" y="168719"/>
                </a:lnTo>
                <a:lnTo>
                  <a:pt x="0" y="3184347"/>
                </a:lnTo>
                <a:lnTo>
                  <a:pt x="609" y="3199930"/>
                </a:lnTo>
                <a:lnTo>
                  <a:pt x="13309" y="3254375"/>
                </a:lnTo>
                <a:lnTo>
                  <a:pt x="41262" y="3302787"/>
                </a:lnTo>
                <a:lnTo>
                  <a:pt x="82067" y="3341014"/>
                </a:lnTo>
                <a:lnTo>
                  <a:pt x="132219" y="3365741"/>
                </a:lnTo>
                <a:lnTo>
                  <a:pt x="184264" y="3374771"/>
                </a:lnTo>
                <a:lnTo>
                  <a:pt x="4607293" y="3374847"/>
                </a:lnTo>
                <a:lnTo>
                  <a:pt x="4622863" y="3374237"/>
                </a:lnTo>
                <a:lnTo>
                  <a:pt x="4677308" y="3361550"/>
                </a:lnTo>
                <a:lnTo>
                  <a:pt x="4723282" y="3335502"/>
                </a:lnTo>
                <a:lnTo>
                  <a:pt x="4758448" y="3300336"/>
                </a:lnTo>
                <a:lnTo>
                  <a:pt x="4782096" y="3260128"/>
                </a:lnTo>
                <a:lnTo>
                  <a:pt x="4796574" y="3206127"/>
                </a:lnTo>
                <a:lnTo>
                  <a:pt x="4797793" y="190500"/>
                </a:lnTo>
                <a:lnTo>
                  <a:pt x="4797183" y="174929"/>
                </a:lnTo>
                <a:lnTo>
                  <a:pt x="4784483" y="120484"/>
                </a:lnTo>
                <a:lnTo>
                  <a:pt x="4756531" y="72059"/>
                </a:lnTo>
                <a:lnTo>
                  <a:pt x="4715725" y="33832"/>
                </a:lnTo>
                <a:lnTo>
                  <a:pt x="4665573" y="9105"/>
                </a:lnTo>
                <a:lnTo>
                  <a:pt x="4613529"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7" name="Google Shape;427;p16"/>
          <p:cNvSpPr/>
          <p:nvPr/>
        </p:nvSpPr>
        <p:spPr>
          <a:xfrm>
            <a:off x="7133208" y="4486860"/>
            <a:ext cx="4798060" cy="3375025"/>
          </a:xfrm>
          <a:custGeom>
            <a:rect b="b" l="l" r="r" t="t"/>
            <a:pathLst>
              <a:path extrusionOk="0" h="3375025" w="4798059">
                <a:moveTo>
                  <a:pt x="4613529" y="76"/>
                </a:moveTo>
                <a:lnTo>
                  <a:pt x="190500" y="0"/>
                </a:lnTo>
                <a:lnTo>
                  <a:pt x="138188" y="7302"/>
                </a:lnTo>
                <a:lnTo>
                  <a:pt x="87261" y="30378"/>
                </a:lnTo>
                <a:lnTo>
                  <a:pt x="45224" y="67233"/>
                </a:lnTo>
                <a:lnTo>
                  <a:pt x="15697" y="114719"/>
                </a:lnTo>
                <a:lnTo>
                  <a:pt x="1219" y="168719"/>
                </a:lnTo>
                <a:lnTo>
                  <a:pt x="0" y="3184347"/>
                </a:lnTo>
                <a:lnTo>
                  <a:pt x="609" y="3199930"/>
                </a:lnTo>
                <a:lnTo>
                  <a:pt x="13309" y="3254375"/>
                </a:lnTo>
                <a:lnTo>
                  <a:pt x="41262" y="3302787"/>
                </a:lnTo>
                <a:lnTo>
                  <a:pt x="82067" y="3341014"/>
                </a:lnTo>
                <a:lnTo>
                  <a:pt x="132219" y="3365741"/>
                </a:lnTo>
                <a:lnTo>
                  <a:pt x="184264" y="3374771"/>
                </a:lnTo>
                <a:lnTo>
                  <a:pt x="4607293" y="3374847"/>
                </a:lnTo>
                <a:lnTo>
                  <a:pt x="4622863" y="3374237"/>
                </a:lnTo>
                <a:lnTo>
                  <a:pt x="4674400" y="3362667"/>
                </a:lnTo>
                <a:lnTo>
                  <a:pt x="4715725" y="3341014"/>
                </a:lnTo>
                <a:lnTo>
                  <a:pt x="4752568" y="3307613"/>
                </a:lnTo>
                <a:lnTo>
                  <a:pt x="4782096" y="3260128"/>
                </a:lnTo>
                <a:lnTo>
                  <a:pt x="4796574" y="3206127"/>
                </a:lnTo>
                <a:lnTo>
                  <a:pt x="4797793" y="190500"/>
                </a:lnTo>
                <a:lnTo>
                  <a:pt x="4797183" y="174929"/>
                </a:lnTo>
                <a:lnTo>
                  <a:pt x="4784483" y="120484"/>
                </a:lnTo>
                <a:lnTo>
                  <a:pt x="4756531" y="72059"/>
                </a:lnTo>
                <a:lnTo>
                  <a:pt x="4715725" y="33832"/>
                </a:lnTo>
                <a:lnTo>
                  <a:pt x="4665573" y="9105"/>
                </a:lnTo>
                <a:lnTo>
                  <a:pt x="4613529"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8" name="Google Shape;428;p16"/>
          <p:cNvSpPr/>
          <p:nvPr/>
        </p:nvSpPr>
        <p:spPr>
          <a:xfrm>
            <a:off x="1362372" y="4486860"/>
            <a:ext cx="4798060" cy="3375025"/>
          </a:xfrm>
          <a:custGeom>
            <a:rect b="b" l="l" r="r" t="t"/>
            <a:pathLst>
              <a:path extrusionOk="0" h="3375025" w="4798060">
                <a:moveTo>
                  <a:pt x="4613529" y="76"/>
                </a:moveTo>
                <a:lnTo>
                  <a:pt x="190500" y="0"/>
                </a:lnTo>
                <a:lnTo>
                  <a:pt x="138188" y="7302"/>
                </a:lnTo>
                <a:lnTo>
                  <a:pt x="87261" y="30378"/>
                </a:lnTo>
                <a:lnTo>
                  <a:pt x="45224" y="67233"/>
                </a:lnTo>
                <a:lnTo>
                  <a:pt x="15697" y="114719"/>
                </a:lnTo>
                <a:lnTo>
                  <a:pt x="1219" y="168719"/>
                </a:lnTo>
                <a:lnTo>
                  <a:pt x="0" y="3184347"/>
                </a:lnTo>
                <a:lnTo>
                  <a:pt x="609" y="3199930"/>
                </a:lnTo>
                <a:lnTo>
                  <a:pt x="13309" y="3254375"/>
                </a:lnTo>
                <a:lnTo>
                  <a:pt x="41262" y="3302787"/>
                </a:lnTo>
                <a:lnTo>
                  <a:pt x="82067" y="3341014"/>
                </a:lnTo>
                <a:lnTo>
                  <a:pt x="132219" y="3365741"/>
                </a:lnTo>
                <a:lnTo>
                  <a:pt x="184264" y="3374771"/>
                </a:lnTo>
                <a:lnTo>
                  <a:pt x="4607293" y="3374847"/>
                </a:lnTo>
                <a:lnTo>
                  <a:pt x="4622863" y="3374237"/>
                </a:lnTo>
                <a:lnTo>
                  <a:pt x="4674400" y="3362667"/>
                </a:lnTo>
                <a:lnTo>
                  <a:pt x="4715725" y="3341014"/>
                </a:lnTo>
                <a:lnTo>
                  <a:pt x="4752568" y="3307613"/>
                </a:lnTo>
                <a:lnTo>
                  <a:pt x="4782096" y="3260128"/>
                </a:lnTo>
                <a:lnTo>
                  <a:pt x="4796574" y="3206127"/>
                </a:lnTo>
                <a:lnTo>
                  <a:pt x="4797793" y="190500"/>
                </a:lnTo>
                <a:lnTo>
                  <a:pt x="4797183" y="174929"/>
                </a:lnTo>
                <a:lnTo>
                  <a:pt x="4784483" y="120484"/>
                </a:lnTo>
                <a:lnTo>
                  <a:pt x="4756531" y="72059"/>
                </a:lnTo>
                <a:lnTo>
                  <a:pt x="4715725" y="33832"/>
                </a:lnTo>
                <a:lnTo>
                  <a:pt x="4665573" y="9105"/>
                </a:lnTo>
                <a:lnTo>
                  <a:pt x="4613529"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9" name="Google Shape;429;p16"/>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0" name="Google Shape;430;p16"/>
          <p:cNvSpPr txBox="1"/>
          <p:nvPr/>
        </p:nvSpPr>
        <p:spPr>
          <a:xfrm>
            <a:off x="9617075" y="333678"/>
            <a:ext cx="543941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Optimización y Modelos de Machine Learning</a:t>
            </a:r>
            <a:endParaRPr b="0" i="0" sz="2000" u="none" cap="none" strike="noStrike">
              <a:solidFill>
                <a:srgbClr val="000000"/>
              </a:solidFill>
              <a:latin typeface="Lora"/>
              <a:ea typeface="Lora"/>
              <a:cs typeface="Lora"/>
              <a:sym typeface="Lora"/>
            </a:endParaRPr>
          </a:p>
        </p:txBody>
      </p:sp>
      <p:sp>
        <p:nvSpPr>
          <p:cNvPr id="431" name="Google Shape;431;p16"/>
          <p:cNvSpPr txBox="1"/>
          <p:nvPr/>
        </p:nvSpPr>
        <p:spPr>
          <a:xfrm>
            <a:off x="16141363"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descr="$PPTXTitle" id="432" name="Google Shape;432;p16"/>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s-GT"/>
              <a:t>16.</a:t>
            </a:r>
            <a:endParaRPr/>
          </a:p>
        </p:txBody>
      </p:sp>
      <p:sp>
        <p:nvSpPr>
          <p:cNvPr id="433" name="Google Shape;433;p16"/>
          <p:cNvSpPr txBox="1"/>
          <p:nvPr/>
        </p:nvSpPr>
        <p:spPr>
          <a:xfrm>
            <a:off x="905494" y="1761127"/>
            <a:ext cx="11885295" cy="7861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5000"/>
              <a:buFont typeface="Arial"/>
              <a:buNone/>
            </a:pPr>
            <a:r>
              <a:rPr b="0" i="0" lang="es-GT" sz="5000" u="none" cap="none" strike="noStrike">
                <a:solidFill>
                  <a:srgbClr val="000000"/>
                </a:solidFill>
                <a:latin typeface="Montserrat Medium"/>
                <a:ea typeface="Montserrat Medium"/>
                <a:cs typeface="Montserrat Medium"/>
                <a:sym typeface="Montserrat Medium"/>
              </a:rPr>
              <a:t>Interpretación crítica de modelos ML</a:t>
            </a:r>
            <a:endParaRPr b="0" i="0" sz="5000" u="none" cap="none" strike="noStrike">
              <a:solidFill>
                <a:srgbClr val="000000"/>
              </a:solidFill>
              <a:latin typeface="Montserrat Medium"/>
              <a:ea typeface="Montserrat Medium"/>
              <a:cs typeface="Montserrat Medium"/>
              <a:sym typeface="Montserrat Medium"/>
            </a:endParaRPr>
          </a:p>
        </p:txBody>
      </p:sp>
      <p:grpSp>
        <p:nvGrpSpPr>
          <p:cNvPr id="434" name="Google Shape;434;p16"/>
          <p:cNvGrpSpPr/>
          <p:nvPr/>
        </p:nvGrpSpPr>
        <p:grpSpPr>
          <a:xfrm>
            <a:off x="12469389" y="3957045"/>
            <a:ext cx="1113790" cy="1040765"/>
            <a:chOff x="12469389" y="3957045"/>
            <a:chExt cx="1113790" cy="1040765"/>
          </a:xfrm>
        </p:grpSpPr>
        <p:sp>
          <p:nvSpPr>
            <p:cNvPr id="435" name="Google Shape;435;p16"/>
            <p:cNvSpPr/>
            <p:nvPr/>
          </p:nvSpPr>
          <p:spPr>
            <a:xfrm>
              <a:off x="12469389" y="3957045"/>
              <a:ext cx="1113790" cy="1040765"/>
            </a:xfrm>
            <a:custGeom>
              <a:rect b="b" l="l" r="r" t="t"/>
              <a:pathLst>
                <a:path extrusionOk="0" h="1040764" w="1113790">
                  <a:moveTo>
                    <a:pt x="95872" y="0"/>
                  </a:moveTo>
                  <a:lnTo>
                    <a:pt x="52057" y="10579"/>
                  </a:lnTo>
                  <a:lnTo>
                    <a:pt x="17030" y="41300"/>
                  </a:lnTo>
                  <a:lnTo>
                    <a:pt x="304" y="88036"/>
                  </a:lnTo>
                  <a:lnTo>
                    <a:pt x="0" y="944714"/>
                  </a:lnTo>
                  <a:lnTo>
                    <a:pt x="1269" y="960323"/>
                  </a:lnTo>
                  <a:lnTo>
                    <a:pt x="19799" y="1003084"/>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6" name="Google Shape;436;p16"/>
            <p:cNvSpPr/>
            <p:nvPr/>
          </p:nvSpPr>
          <p:spPr>
            <a:xfrm>
              <a:off x="12660782" y="4114482"/>
              <a:ext cx="731520" cy="725805"/>
            </a:xfrm>
            <a:custGeom>
              <a:rect b="b" l="l" r="r" t="t"/>
              <a:pathLst>
                <a:path extrusionOk="0" h="725804" w="731519">
                  <a:moveTo>
                    <a:pt x="90487" y="181102"/>
                  </a:moveTo>
                  <a:lnTo>
                    <a:pt x="89547" y="178828"/>
                  </a:lnTo>
                  <a:lnTo>
                    <a:pt x="86220" y="175475"/>
                  </a:lnTo>
                  <a:lnTo>
                    <a:pt x="83959" y="174523"/>
                  </a:lnTo>
                  <a:lnTo>
                    <a:pt x="81597" y="174510"/>
                  </a:lnTo>
                  <a:lnTo>
                    <a:pt x="76644" y="174510"/>
                  </a:lnTo>
                  <a:lnTo>
                    <a:pt x="72656" y="178473"/>
                  </a:lnTo>
                  <a:lnTo>
                    <a:pt x="72504" y="209524"/>
                  </a:lnTo>
                  <a:lnTo>
                    <a:pt x="73431" y="211797"/>
                  </a:lnTo>
                  <a:lnTo>
                    <a:pt x="76771" y="215150"/>
                  </a:lnTo>
                  <a:lnTo>
                    <a:pt x="79032" y="216103"/>
                  </a:lnTo>
                  <a:lnTo>
                    <a:pt x="86347" y="216115"/>
                  </a:lnTo>
                  <a:lnTo>
                    <a:pt x="90335" y="212153"/>
                  </a:lnTo>
                  <a:lnTo>
                    <a:pt x="90487" y="181102"/>
                  </a:lnTo>
                  <a:close/>
                </a:path>
                <a:path extrusionOk="0" h="725804" w="731519">
                  <a:moveTo>
                    <a:pt x="90716" y="133565"/>
                  </a:moveTo>
                  <a:lnTo>
                    <a:pt x="89789" y="131292"/>
                  </a:lnTo>
                  <a:lnTo>
                    <a:pt x="86461" y="127927"/>
                  </a:lnTo>
                  <a:lnTo>
                    <a:pt x="84201" y="126974"/>
                  </a:lnTo>
                  <a:lnTo>
                    <a:pt x="76873" y="126961"/>
                  </a:lnTo>
                  <a:lnTo>
                    <a:pt x="72898" y="130937"/>
                  </a:lnTo>
                  <a:lnTo>
                    <a:pt x="72745" y="161975"/>
                  </a:lnTo>
                  <a:lnTo>
                    <a:pt x="73672" y="164249"/>
                  </a:lnTo>
                  <a:lnTo>
                    <a:pt x="77000" y="167614"/>
                  </a:lnTo>
                  <a:lnTo>
                    <a:pt x="79260" y="168567"/>
                  </a:lnTo>
                  <a:lnTo>
                    <a:pt x="86575" y="168579"/>
                  </a:lnTo>
                  <a:lnTo>
                    <a:pt x="90563" y="164604"/>
                  </a:lnTo>
                  <a:lnTo>
                    <a:pt x="90703" y="135928"/>
                  </a:lnTo>
                  <a:lnTo>
                    <a:pt x="90716" y="133565"/>
                  </a:lnTo>
                  <a:close/>
                </a:path>
                <a:path extrusionOk="0" h="725804" w="731519">
                  <a:moveTo>
                    <a:pt x="103606" y="332486"/>
                  </a:moveTo>
                  <a:lnTo>
                    <a:pt x="100545" y="324154"/>
                  </a:lnTo>
                  <a:lnTo>
                    <a:pt x="94932" y="317601"/>
                  </a:lnTo>
                  <a:lnTo>
                    <a:pt x="87426" y="313359"/>
                  </a:lnTo>
                  <a:lnTo>
                    <a:pt x="78663" y="311950"/>
                  </a:lnTo>
                  <a:lnTo>
                    <a:pt x="76034" y="312102"/>
                  </a:lnTo>
                  <a:lnTo>
                    <a:pt x="73545" y="310781"/>
                  </a:lnTo>
                  <a:lnTo>
                    <a:pt x="70827" y="306285"/>
                  </a:lnTo>
                  <a:lnTo>
                    <a:pt x="70827" y="303466"/>
                  </a:lnTo>
                  <a:lnTo>
                    <a:pt x="73545" y="298958"/>
                  </a:lnTo>
                  <a:lnTo>
                    <a:pt x="76034" y="297649"/>
                  </a:lnTo>
                  <a:lnTo>
                    <a:pt x="81013" y="297776"/>
                  </a:lnTo>
                  <a:lnTo>
                    <a:pt x="83235" y="298831"/>
                  </a:lnTo>
                  <a:lnTo>
                    <a:pt x="87731" y="304558"/>
                  </a:lnTo>
                  <a:lnTo>
                    <a:pt x="93332" y="305231"/>
                  </a:lnTo>
                  <a:lnTo>
                    <a:pt x="101092" y="299161"/>
                  </a:lnTo>
                  <a:lnTo>
                    <a:pt x="101765" y="293560"/>
                  </a:lnTo>
                  <a:lnTo>
                    <a:pt x="95758" y="285864"/>
                  </a:lnTo>
                  <a:lnTo>
                    <a:pt x="91744" y="282981"/>
                  </a:lnTo>
                  <a:lnTo>
                    <a:pt x="87172" y="281393"/>
                  </a:lnTo>
                  <a:lnTo>
                    <a:pt x="87172" y="276352"/>
                  </a:lnTo>
                  <a:lnTo>
                    <a:pt x="83172" y="272364"/>
                  </a:lnTo>
                  <a:lnTo>
                    <a:pt x="73329" y="272364"/>
                  </a:lnTo>
                  <a:lnTo>
                    <a:pt x="69342" y="276352"/>
                  </a:lnTo>
                  <a:lnTo>
                    <a:pt x="69342" y="281736"/>
                  </a:lnTo>
                  <a:lnTo>
                    <a:pt x="61836" y="286245"/>
                  </a:lnTo>
                  <a:lnTo>
                    <a:pt x="56489" y="292874"/>
                  </a:lnTo>
                  <a:lnTo>
                    <a:pt x="53682" y="300913"/>
                  </a:lnTo>
                  <a:lnTo>
                    <a:pt x="53809" y="309676"/>
                  </a:lnTo>
                  <a:lnTo>
                    <a:pt x="56972" y="317842"/>
                  </a:lnTo>
                  <a:lnTo>
                    <a:pt x="62572" y="324256"/>
                  </a:lnTo>
                  <a:lnTo>
                    <a:pt x="70015" y="328396"/>
                  </a:lnTo>
                  <a:lnTo>
                    <a:pt x="78663" y="329780"/>
                  </a:lnTo>
                  <a:lnTo>
                    <a:pt x="81280" y="329628"/>
                  </a:lnTo>
                  <a:lnTo>
                    <a:pt x="83769" y="330949"/>
                  </a:lnTo>
                  <a:lnTo>
                    <a:pt x="86487" y="335445"/>
                  </a:lnTo>
                  <a:lnTo>
                    <a:pt x="86487" y="338264"/>
                  </a:lnTo>
                  <a:lnTo>
                    <a:pt x="83769" y="342760"/>
                  </a:lnTo>
                  <a:lnTo>
                    <a:pt x="81280" y="344081"/>
                  </a:lnTo>
                  <a:lnTo>
                    <a:pt x="76314" y="343954"/>
                  </a:lnTo>
                  <a:lnTo>
                    <a:pt x="74091" y="342900"/>
                  </a:lnTo>
                  <a:lnTo>
                    <a:pt x="70688" y="338518"/>
                  </a:lnTo>
                  <a:lnTo>
                    <a:pt x="67525" y="337223"/>
                  </a:lnTo>
                  <a:lnTo>
                    <a:pt x="61188" y="338112"/>
                  </a:lnTo>
                  <a:lnTo>
                    <a:pt x="58496" y="340220"/>
                  </a:lnTo>
                  <a:lnTo>
                    <a:pt x="56108" y="346151"/>
                  </a:lnTo>
                  <a:lnTo>
                    <a:pt x="56603" y="349542"/>
                  </a:lnTo>
                  <a:lnTo>
                    <a:pt x="61391" y="355612"/>
                  </a:lnTo>
                  <a:lnTo>
                    <a:pt x="65100" y="358355"/>
                  </a:lnTo>
                  <a:lnTo>
                    <a:pt x="69329" y="359994"/>
                  </a:lnTo>
                  <a:lnTo>
                    <a:pt x="69430" y="364782"/>
                  </a:lnTo>
                  <a:lnTo>
                    <a:pt x="73304" y="368642"/>
                  </a:lnTo>
                  <a:lnTo>
                    <a:pt x="82892" y="368808"/>
                  </a:lnTo>
                  <a:lnTo>
                    <a:pt x="86893" y="365074"/>
                  </a:lnTo>
                  <a:lnTo>
                    <a:pt x="87147" y="360286"/>
                  </a:lnTo>
                  <a:lnTo>
                    <a:pt x="94907" y="355968"/>
                  </a:lnTo>
                  <a:lnTo>
                    <a:pt x="100520" y="349427"/>
                  </a:lnTo>
                  <a:lnTo>
                    <a:pt x="103555" y="341350"/>
                  </a:lnTo>
                  <a:lnTo>
                    <a:pt x="103606" y="332486"/>
                  </a:lnTo>
                  <a:close/>
                </a:path>
                <a:path extrusionOk="0" h="725804" w="731519">
                  <a:moveTo>
                    <a:pt x="127127" y="71996"/>
                  </a:moveTo>
                  <a:lnTo>
                    <a:pt x="123139" y="68008"/>
                  </a:lnTo>
                  <a:lnTo>
                    <a:pt x="91427" y="68008"/>
                  </a:lnTo>
                  <a:lnTo>
                    <a:pt x="88620" y="69519"/>
                  </a:lnTo>
                  <a:lnTo>
                    <a:pt x="85331" y="74561"/>
                  </a:lnTo>
                  <a:lnTo>
                    <a:pt x="85064" y="77736"/>
                  </a:lnTo>
                  <a:lnTo>
                    <a:pt x="86258" y="80492"/>
                  </a:lnTo>
                  <a:lnTo>
                    <a:pt x="84975" y="79794"/>
                  </a:lnTo>
                  <a:lnTo>
                    <a:pt x="83527" y="79413"/>
                  </a:lnTo>
                  <a:lnTo>
                    <a:pt x="77101" y="79413"/>
                  </a:lnTo>
                  <a:lnTo>
                    <a:pt x="73113" y="83375"/>
                  </a:lnTo>
                  <a:lnTo>
                    <a:pt x="72961" y="114427"/>
                  </a:lnTo>
                  <a:lnTo>
                    <a:pt x="73888" y="116700"/>
                  </a:lnTo>
                  <a:lnTo>
                    <a:pt x="77216" y="120053"/>
                  </a:lnTo>
                  <a:lnTo>
                    <a:pt x="79489" y="121005"/>
                  </a:lnTo>
                  <a:lnTo>
                    <a:pt x="86804" y="121018"/>
                  </a:lnTo>
                  <a:lnTo>
                    <a:pt x="90792" y="117055"/>
                  </a:lnTo>
                  <a:lnTo>
                    <a:pt x="90932" y="87134"/>
                  </a:lnTo>
                  <a:lnTo>
                    <a:pt x="90678" y="85902"/>
                  </a:lnTo>
                  <a:lnTo>
                    <a:pt x="90182" y="84759"/>
                  </a:lnTo>
                  <a:lnTo>
                    <a:pt x="91490" y="85471"/>
                  </a:lnTo>
                  <a:lnTo>
                    <a:pt x="92951" y="85839"/>
                  </a:lnTo>
                  <a:lnTo>
                    <a:pt x="118211" y="85839"/>
                  </a:lnTo>
                  <a:lnTo>
                    <a:pt x="123139" y="85839"/>
                  </a:lnTo>
                  <a:lnTo>
                    <a:pt x="127127" y="81851"/>
                  </a:lnTo>
                  <a:lnTo>
                    <a:pt x="127127" y="71996"/>
                  </a:lnTo>
                  <a:close/>
                </a:path>
                <a:path extrusionOk="0" h="725804" w="731519">
                  <a:moveTo>
                    <a:pt x="135737" y="659980"/>
                  </a:moveTo>
                  <a:lnTo>
                    <a:pt x="131749" y="655993"/>
                  </a:lnTo>
                  <a:lnTo>
                    <a:pt x="126822" y="655993"/>
                  </a:lnTo>
                  <a:lnTo>
                    <a:pt x="106984" y="655993"/>
                  </a:lnTo>
                  <a:lnTo>
                    <a:pt x="102997" y="659980"/>
                  </a:lnTo>
                  <a:lnTo>
                    <a:pt x="102997" y="669836"/>
                  </a:lnTo>
                  <a:lnTo>
                    <a:pt x="106984" y="673823"/>
                  </a:lnTo>
                  <a:lnTo>
                    <a:pt x="131749" y="673823"/>
                  </a:lnTo>
                  <a:lnTo>
                    <a:pt x="135737" y="669836"/>
                  </a:lnTo>
                  <a:lnTo>
                    <a:pt x="135737" y="659980"/>
                  </a:lnTo>
                  <a:close/>
                </a:path>
                <a:path extrusionOk="0" h="725804" w="731519">
                  <a:moveTo>
                    <a:pt x="157340" y="322770"/>
                  </a:moveTo>
                  <a:lnTo>
                    <a:pt x="152184" y="295363"/>
                  </a:lnTo>
                  <a:lnTo>
                    <a:pt x="139509" y="274777"/>
                  </a:lnTo>
                  <a:lnTo>
                    <a:pt x="139509" y="322770"/>
                  </a:lnTo>
                  <a:lnTo>
                    <a:pt x="134721" y="345757"/>
                  </a:lnTo>
                  <a:lnTo>
                    <a:pt x="121666" y="364540"/>
                  </a:lnTo>
                  <a:lnTo>
                    <a:pt x="102323" y="377215"/>
                  </a:lnTo>
                  <a:lnTo>
                    <a:pt x="78663" y="381863"/>
                  </a:lnTo>
                  <a:lnTo>
                    <a:pt x="55003" y="377215"/>
                  </a:lnTo>
                  <a:lnTo>
                    <a:pt x="35674" y="364540"/>
                  </a:lnTo>
                  <a:lnTo>
                    <a:pt x="22618" y="345757"/>
                  </a:lnTo>
                  <a:lnTo>
                    <a:pt x="17830" y="322770"/>
                  </a:lnTo>
                  <a:lnTo>
                    <a:pt x="22618" y="299796"/>
                  </a:lnTo>
                  <a:lnTo>
                    <a:pt x="35674" y="281000"/>
                  </a:lnTo>
                  <a:lnTo>
                    <a:pt x="55003" y="268325"/>
                  </a:lnTo>
                  <a:lnTo>
                    <a:pt x="78663" y="263664"/>
                  </a:lnTo>
                  <a:lnTo>
                    <a:pt x="102323" y="268325"/>
                  </a:lnTo>
                  <a:lnTo>
                    <a:pt x="121666" y="281000"/>
                  </a:lnTo>
                  <a:lnTo>
                    <a:pt x="134721" y="299796"/>
                  </a:lnTo>
                  <a:lnTo>
                    <a:pt x="139509" y="322770"/>
                  </a:lnTo>
                  <a:lnTo>
                    <a:pt x="139509" y="274777"/>
                  </a:lnTo>
                  <a:lnTo>
                    <a:pt x="137985" y="272288"/>
                  </a:lnTo>
                  <a:lnTo>
                    <a:pt x="127076" y="263664"/>
                  </a:lnTo>
                  <a:lnTo>
                    <a:pt x="116662" y="255435"/>
                  </a:lnTo>
                  <a:lnTo>
                    <a:pt x="90157" y="246672"/>
                  </a:lnTo>
                  <a:lnTo>
                    <a:pt x="90246" y="228663"/>
                  </a:lnTo>
                  <a:lnTo>
                    <a:pt x="89319" y="226390"/>
                  </a:lnTo>
                  <a:lnTo>
                    <a:pt x="85991" y="223024"/>
                  </a:lnTo>
                  <a:lnTo>
                    <a:pt x="83718" y="222072"/>
                  </a:lnTo>
                  <a:lnTo>
                    <a:pt x="76390" y="222072"/>
                  </a:lnTo>
                  <a:lnTo>
                    <a:pt x="72428" y="226034"/>
                  </a:lnTo>
                  <a:lnTo>
                    <a:pt x="72326" y="246113"/>
                  </a:lnTo>
                  <a:lnTo>
                    <a:pt x="43967" y="253758"/>
                  </a:lnTo>
                  <a:lnTo>
                    <a:pt x="21005" y="270510"/>
                  </a:lnTo>
                  <a:lnTo>
                    <a:pt x="5613" y="294220"/>
                  </a:lnTo>
                  <a:lnTo>
                    <a:pt x="0" y="322770"/>
                  </a:lnTo>
                  <a:lnTo>
                    <a:pt x="6197" y="352691"/>
                  </a:lnTo>
                  <a:lnTo>
                    <a:pt x="14376" y="364540"/>
                  </a:lnTo>
                  <a:lnTo>
                    <a:pt x="23177" y="377215"/>
                  </a:lnTo>
                  <a:lnTo>
                    <a:pt x="48082" y="393649"/>
                  </a:lnTo>
                  <a:lnTo>
                    <a:pt x="78663" y="399694"/>
                  </a:lnTo>
                  <a:lnTo>
                    <a:pt x="109258" y="393649"/>
                  </a:lnTo>
                  <a:lnTo>
                    <a:pt x="127114" y="381863"/>
                  </a:lnTo>
                  <a:lnTo>
                    <a:pt x="134162" y="377215"/>
                  </a:lnTo>
                  <a:lnTo>
                    <a:pt x="151155" y="352691"/>
                  </a:lnTo>
                  <a:lnTo>
                    <a:pt x="157340" y="322770"/>
                  </a:lnTo>
                  <a:close/>
                </a:path>
                <a:path extrusionOk="0" h="725804" w="731519">
                  <a:moveTo>
                    <a:pt x="157797" y="486905"/>
                  </a:moveTo>
                  <a:lnTo>
                    <a:pt x="154546" y="470903"/>
                  </a:lnTo>
                  <a:lnTo>
                    <a:pt x="154520" y="470738"/>
                  </a:lnTo>
                  <a:lnTo>
                    <a:pt x="145643" y="457581"/>
                  </a:lnTo>
                  <a:lnTo>
                    <a:pt x="138226" y="452564"/>
                  </a:lnTo>
                  <a:lnTo>
                    <a:pt x="138226" y="477989"/>
                  </a:lnTo>
                  <a:lnTo>
                    <a:pt x="130175" y="477989"/>
                  </a:lnTo>
                  <a:lnTo>
                    <a:pt x="130175" y="495820"/>
                  </a:lnTo>
                  <a:lnTo>
                    <a:pt x="130175" y="543166"/>
                  </a:lnTo>
                  <a:lnTo>
                    <a:pt x="126606" y="560857"/>
                  </a:lnTo>
                  <a:lnTo>
                    <a:pt x="116865" y="575297"/>
                  </a:lnTo>
                  <a:lnTo>
                    <a:pt x="102425" y="585025"/>
                  </a:lnTo>
                  <a:lnTo>
                    <a:pt x="84747" y="588594"/>
                  </a:lnTo>
                  <a:lnTo>
                    <a:pt x="67068" y="585025"/>
                  </a:lnTo>
                  <a:lnTo>
                    <a:pt x="52628" y="575297"/>
                  </a:lnTo>
                  <a:lnTo>
                    <a:pt x="42900" y="560857"/>
                  </a:lnTo>
                  <a:lnTo>
                    <a:pt x="39331" y="543166"/>
                  </a:lnTo>
                  <a:lnTo>
                    <a:pt x="39331" y="532345"/>
                  </a:lnTo>
                  <a:lnTo>
                    <a:pt x="46939" y="532345"/>
                  </a:lnTo>
                  <a:lnTo>
                    <a:pt x="60159" y="529666"/>
                  </a:lnTo>
                  <a:lnTo>
                    <a:pt x="70942" y="522389"/>
                  </a:lnTo>
                  <a:lnTo>
                    <a:pt x="76250" y="514515"/>
                  </a:lnTo>
                  <a:lnTo>
                    <a:pt x="78232" y="511594"/>
                  </a:lnTo>
                  <a:lnTo>
                    <a:pt x="80911" y="498373"/>
                  </a:lnTo>
                  <a:lnTo>
                    <a:pt x="80911" y="496963"/>
                  </a:lnTo>
                  <a:lnTo>
                    <a:pt x="82054" y="495820"/>
                  </a:lnTo>
                  <a:lnTo>
                    <a:pt x="130175" y="495820"/>
                  </a:lnTo>
                  <a:lnTo>
                    <a:pt x="130175" y="477989"/>
                  </a:lnTo>
                  <a:lnTo>
                    <a:pt x="83464" y="477989"/>
                  </a:lnTo>
                  <a:lnTo>
                    <a:pt x="75526" y="479602"/>
                  </a:lnTo>
                  <a:lnTo>
                    <a:pt x="69049" y="483971"/>
                  </a:lnTo>
                  <a:lnTo>
                    <a:pt x="64681" y="490448"/>
                  </a:lnTo>
                  <a:lnTo>
                    <a:pt x="63080" y="498373"/>
                  </a:lnTo>
                  <a:lnTo>
                    <a:pt x="63068" y="507276"/>
                  </a:lnTo>
                  <a:lnTo>
                    <a:pt x="55841" y="514515"/>
                  </a:lnTo>
                  <a:lnTo>
                    <a:pt x="39331" y="514515"/>
                  </a:lnTo>
                  <a:lnTo>
                    <a:pt x="39331" y="503008"/>
                  </a:lnTo>
                  <a:lnTo>
                    <a:pt x="42913" y="485343"/>
                  </a:lnTo>
                  <a:lnTo>
                    <a:pt x="52641" y="470903"/>
                  </a:lnTo>
                  <a:lnTo>
                    <a:pt x="67081" y="461162"/>
                  </a:lnTo>
                  <a:lnTo>
                    <a:pt x="84747" y="457581"/>
                  </a:lnTo>
                  <a:lnTo>
                    <a:pt x="89903" y="458000"/>
                  </a:lnTo>
                  <a:lnTo>
                    <a:pt x="94983" y="459054"/>
                  </a:lnTo>
                  <a:lnTo>
                    <a:pt x="99885" y="460717"/>
                  </a:lnTo>
                  <a:lnTo>
                    <a:pt x="105181" y="462343"/>
                  </a:lnTo>
                  <a:lnTo>
                    <a:pt x="110693" y="463169"/>
                  </a:lnTo>
                  <a:lnTo>
                    <a:pt x="116230" y="463169"/>
                  </a:lnTo>
                  <a:lnTo>
                    <a:pt x="123228" y="464235"/>
                  </a:lnTo>
                  <a:lnTo>
                    <a:pt x="129476" y="467233"/>
                  </a:lnTo>
                  <a:lnTo>
                    <a:pt x="134607" y="471906"/>
                  </a:lnTo>
                  <a:lnTo>
                    <a:pt x="138226" y="477989"/>
                  </a:lnTo>
                  <a:lnTo>
                    <a:pt x="138226" y="452564"/>
                  </a:lnTo>
                  <a:lnTo>
                    <a:pt x="132397" y="448627"/>
                  </a:lnTo>
                  <a:lnTo>
                    <a:pt x="116230" y="445338"/>
                  </a:lnTo>
                  <a:lnTo>
                    <a:pt x="112445" y="445338"/>
                  </a:lnTo>
                  <a:lnTo>
                    <a:pt x="108686" y="444766"/>
                  </a:lnTo>
                  <a:lnTo>
                    <a:pt x="96520" y="441071"/>
                  </a:lnTo>
                  <a:lnTo>
                    <a:pt x="89687" y="439750"/>
                  </a:lnTo>
                  <a:lnTo>
                    <a:pt x="84747" y="439750"/>
                  </a:lnTo>
                  <a:lnTo>
                    <a:pt x="60096" y="444766"/>
                  </a:lnTo>
                  <a:lnTo>
                    <a:pt x="40043" y="458304"/>
                  </a:lnTo>
                  <a:lnTo>
                    <a:pt x="26492" y="478396"/>
                  </a:lnTo>
                  <a:lnTo>
                    <a:pt x="21501" y="503008"/>
                  </a:lnTo>
                  <a:lnTo>
                    <a:pt x="21501" y="543166"/>
                  </a:lnTo>
                  <a:lnTo>
                    <a:pt x="26466" y="567791"/>
                  </a:lnTo>
                  <a:lnTo>
                    <a:pt x="40030" y="587908"/>
                  </a:lnTo>
                  <a:lnTo>
                    <a:pt x="60134" y="601459"/>
                  </a:lnTo>
                  <a:lnTo>
                    <a:pt x="84747" y="606425"/>
                  </a:lnTo>
                  <a:lnTo>
                    <a:pt x="109372" y="601459"/>
                  </a:lnTo>
                  <a:lnTo>
                    <a:pt x="128447" y="588594"/>
                  </a:lnTo>
                  <a:lnTo>
                    <a:pt x="129476" y="587908"/>
                  </a:lnTo>
                  <a:lnTo>
                    <a:pt x="143027" y="567791"/>
                  </a:lnTo>
                  <a:lnTo>
                    <a:pt x="148005" y="543166"/>
                  </a:lnTo>
                  <a:lnTo>
                    <a:pt x="148005" y="495820"/>
                  </a:lnTo>
                  <a:lnTo>
                    <a:pt x="153797" y="495820"/>
                  </a:lnTo>
                  <a:lnTo>
                    <a:pt x="157797" y="491820"/>
                  </a:lnTo>
                  <a:lnTo>
                    <a:pt x="157797" y="486905"/>
                  </a:lnTo>
                  <a:close/>
                </a:path>
                <a:path extrusionOk="0" h="725804" w="731519">
                  <a:moveTo>
                    <a:pt x="174675" y="71996"/>
                  </a:moveTo>
                  <a:lnTo>
                    <a:pt x="170688" y="68008"/>
                  </a:lnTo>
                  <a:lnTo>
                    <a:pt x="141986" y="68008"/>
                  </a:lnTo>
                  <a:lnTo>
                    <a:pt x="137058" y="68008"/>
                  </a:lnTo>
                  <a:lnTo>
                    <a:pt x="133070" y="71996"/>
                  </a:lnTo>
                  <a:lnTo>
                    <a:pt x="133070" y="81851"/>
                  </a:lnTo>
                  <a:lnTo>
                    <a:pt x="137058" y="85839"/>
                  </a:lnTo>
                  <a:lnTo>
                    <a:pt x="170688" y="85839"/>
                  </a:lnTo>
                  <a:lnTo>
                    <a:pt x="174675" y="81851"/>
                  </a:lnTo>
                  <a:lnTo>
                    <a:pt x="174675" y="71996"/>
                  </a:lnTo>
                  <a:close/>
                </a:path>
                <a:path extrusionOk="0" h="725804" w="731519">
                  <a:moveTo>
                    <a:pt x="198602" y="210515"/>
                  </a:moveTo>
                  <a:lnTo>
                    <a:pt x="198234" y="134188"/>
                  </a:lnTo>
                  <a:lnTo>
                    <a:pt x="194246" y="130213"/>
                  </a:lnTo>
                  <a:lnTo>
                    <a:pt x="184378" y="130238"/>
                  </a:lnTo>
                  <a:lnTo>
                    <a:pt x="180403" y="134251"/>
                  </a:lnTo>
                  <a:lnTo>
                    <a:pt x="180771" y="213144"/>
                  </a:lnTo>
                  <a:lnTo>
                    <a:pt x="184759" y="217106"/>
                  </a:lnTo>
                  <a:lnTo>
                    <a:pt x="189712" y="217106"/>
                  </a:lnTo>
                  <a:lnTo>
                    <a:pt x="192074" y="217093"/>
                  </a:lnTo>
                  <a:lnTo>
                    <a:pt x="194335" y="216141"/>
                  </a:lnTo>
                  <a:lnTo>
                    <a:pt x="197675" y="212788"/>
                  </a:lnTo>
                  <a:lnTo>
                    <a:pt x="198602" y="210515"/>
                  </a:lnTo>
                  <a:close/>
                </a:path>
                <a:path extrusionOk="0" h="725804" w="731519">
                  <a:moveTo>
                    <a:pt x="198716" y="247167"/>
                  </a:moveTo>
                  <a:lnTo>
                    <a:pt x="198653" y="230009"/>
                  </a:lnTo>
                  <a:lnTo>
                    <a:pt x="194665" y="226034"/>
                  </a:lnTo>
                  <a:lnTo>
                    <a:pt x="187363" y="226047"/>
                  </a:lnTo>
                  <a:lnTo>
                    <a:pt x="185102" y="226999"/>
                  </a:lnTo>
                  <a:lnTo>
                    <a:pt x="181762" y="230352"/>
                  </a:lnTo>
                  <a:lnTo>
                    <a:pt x="180835" y="232625"/>
                  </a:lnTo>
                  <a:lnTo>
                    <a:pt x="180886" y="249770"/>
                  </a:lnTo>
                  <a:lnTo>
                    <a:pt x="184873" y="253746"/>
                  </a:lnTo>
                  <a:lnTo>
                    <a:pt x="189788" y="253746"/>
                  </a:lnTo>
                  <a:lnTo>
                    <a:pt x="192176" y="253746"/>
                  </a:lnTo>
                  <a:lnTo>
                    <a:pt x="194437" y="252793"/>
                  </a:lnTo>
                  <a:lnTo>
                    <a:pt x="197777" y="249440"/>
                  </a:lnTo>
                  <a:lnTo>
                    <a:pt x="198716" y="247167"/>
                  </a:lnTo>
                  <a:close/>
                </a:path>
                <a:path extrusionOk="0" h="725804" w="731519">
                  <a:moveTo>
                    <a:pt x="222237" y="71996"/>
                  </a:moveTo>
                  <a:lnTo>
                    <a:pt x="218249" y="68008"/>
                  </a:lnTo>
                  <a:lnTo>
                    <a:pt x="184619" y="68008"/>
                  </a:lnTo>
                  <a:lnTo>
                    <a:pt x="180632" y="71996"/>
                  </a:lnTo>
                  <a:lnTo>
                    <a:pt x="180632" y="81851"/>
                  </a:lnTo>
                  <a:lnTo>
                    <a:pt x="184619" y="85839"/>
                  </a:lnTo>
                  <a:lnTo>
                    <a:pt x="218249" y="85839"/>
                  </a:lnTo>
                  <a:lnTo>
                    <a:pt x="222237" y="81851"/>
                  </a:lnTo>
                  <a:lnTo>
                    <a:pt x="222237" y="76923"/>
                  </a:lnTo>
                  <a:lnTo>
                    <a:pt x="222237" y="71996"/>
                  </a:lnTo>
                  <a:close/>
                </a:path>
                <a:path extrusionOk="0" h="725804" w="731519">
                  <a:moveTo>
                    <a:pt x="256540" y="182003"/>
                  </a:moveTo>
                  <a:lnTo>
                    <a:pt x="256489" y="164846"/>
                  </a:lnTo>
                  <a:lnTo>
                    <a:pt x="252501" y="160870"/>
                  </a:lnTo>
                  <a:lnTo>
                    <a:pt x="245186" y="160883"/>
                  </a:lnTo>
                  <a:lnTo>
                    <a:pt x="242925" y="161836"/>
                  </a:lnTo>
                  <a:lnTo>
                    <a:pt x="239598" y="165188"/>
                  </a:lnTo>
                  <a:lnTo>
                    <a:pt x="238658" y="167462"/>
                  </a:lnTo>
                  <a:lnTo>
                    <a:pt x="238721" y="184607"/>
                  </a:lnTo>
                  <a:lnTo>
                    <a:pt x="242709" y="188582"/>
                  </a:lnTo>
                  <a:lnTo>
                    <a:pt x="247611" y="188582"/>
                  </a:lnTo>
                  <a:lnTo>
                    <a:pt x="250012" y="188569"/>
                  </a:lnTo>
                  <a:lnTo>
                    <a:pt x="252285" y="187629"/>
                  </a:lnTo>
                  <a:lnTo>
                    <a:pt x="255612" y="184277"/>
                  </a:lnTo>
                  <a:lnTo>
                    <a:pt x="256540" y="182003"/>
                  </a:lnTo>
                  <a:close/>
                </a:path>
                <a:path extrusionOk="0" h="725804" w="731519">
                  <a:moveTo>
                    <a:pt x="256959" y="263283"/>
                  </a:moveTo>
                  <a:lnTo>
                    <a:pt x="256590" y="201485"/>
                  </a:lnTo>
                  <a:lnTo>
                    <a:pt x="252603" y="197523"/>
                  </a:lnTo>
                  <a:lnTo>
                    <a:pt x="245287" y="197535"/>
                  </a:lnTo>
                  <a:lnTo>
                    <a:pt x="243027" y="198488"/>
                  </a:lnTo>
                  <a:lnTo>
                    <a:pt x="239699" y="201853"/>
                  </a:lnTo>
                  <a:lnTo>
                    <a:pt x="238772" y="204127"/>
                  </a:lnTo>
                  <a:lnTo>
                    <a:pt x="239141" y="265925"/>
                  </a:lnTo>
                  <a:lnTo>
                    <a:pt x="243128" y="269887"/>
                  </a:lnTo>
                  <a:lnTo>
                    <a:pt x="248031" y="269887"/>
                  </a:lnTo>
                  <a:lnTo>
                    <a:pt x="250444" y="269875"/>
                  </a:lnTo>
                  <a:lnTo>
                    <a:pt x="252717" y="268922"/>
                  </a:lnTo>
                  <a:lnTo>
                    <a:pt x="256032" y="265557"/>
                  </a:lnTo>
                  <a:lnTo>
                    <a:pt x="256959" y="263283"/>
                  </a:lnTo>
                  <a:close/>
                </a:path>
                <a:path extrusionOk="0" h="725804" w="731519">
                  <a:moveTo>
                    <a:pt x="269786" y="71996"/>
                  </a:moveTo>
                  <a:lnTo>
                    <a:pt x="265798" y="68008"/>
                  </a:lnTo>
                  <a:lnTo>
                    <a:pt x="232168" y="68008"/>
                  </a:lnTo>
                  <a:lnTo>
                    <a:pt x="228180" y="71996"/>
                  </a:lnTo>
                  <a:lnTo>
                    <a:pt x="228180" y="81851"/>
                  </a:lnTo>
                  <a:lnTo>
                    <a:pt x="232168" y="85839"/>
                  </a:lnTo>
                  <a:lnTo>
                    <a:pt x="265798" y="85839"/>
                  </a:lnTo>
                  <a:lnTo>
                    <a:pt x="269786" y="81851"/>
                  </a:lnTo>
                  <a:lnTo>
                    <a:pt x="269786" y="76923"/>
                  </a:lnTo>
                  <a:lnTo>
                    <a:pt x="269786" y="71996"/>
                  </a:lnTo>
                  <a:close/>
                </a:path>
                <a:path extrusionOk="0" h="725804" w="731519">
                  <a:moveTo>
                    <a:pt x="349199" y="572985"/>
                  </a:moveTo>
                  <a:lnTo>
                    <a:pt x="345211" y="568998"/>
                  </a:lnTo>
                  <a:lnTo>
                    <a:pt x="335356" y="568998"/>
                  </a:lnTo>
                  <a:lnTo>
                    <a:pt x="331368" y="572985"/>
                  </a:lnTo>
                  <a:lnTo>
                    <a:pt x="331368" y="635266"/>
                  </a:lnTo>
                  <a:lnTo>
                    <a:pt x="331368" y="640194"/>
                  </a:lnTo>
                  <a:lnTo>
                    <a:pt x="335356" y="644182"/>
                  </a:lnTo>
                  <a:lnTo>
                    <a:pt x="345211" y="644182"/>
                  </a:lnTo>
                  <a:lnTo>
                    <a:pt x="349199" y="640194"/>
                  </a:lnTo>
                  <a:lnTo>
                    <a:pt x="349199" y="572985"/>
                  </a:lnTo>
                  <a:close/>
                </a:path>
                <a:path extrusionOk="0" h="725804" w="731519">
                  <a:moveTo>
                    <a:pt x="349199" y="542937"/>
                  </a:moveTo>
                  <a:lnTo>
                    <a:pt x="345211" y="538949"/>
                  </a:lnTo>
                  <a:lnTo>
                    <a:pt x="335356" y="538949"/>
                  </a:lnTo>
                  <a:lnTo>
                    <a:pt x="331368" y="542937"/>
                  </a:lnTo>
                  <a:lnTo>
                    <a:pt x="331368" y="555650"/>
                  </a:lnTo>
                  <a:lnTo>
                    <a:pt x="335356" y="559638"/>
                  </a:lnTo>
                  <a:lnTo>
                    <a:pt x="340283" y="559638"/>
                  </a:lnTo>
                  <a:lnTo>
                    <a:pt x="345211" y="559638"/>
                  </a:lnTo>
                  <a:lnTo>
                    <a:pt x="349199" y="555650"/>
                  </a:lnTo>
                  <a:lnTo>
                    <a:pt x="349199" y="542937"/>
                  </a:lnTo>
                  <a:close/>
                </a:path>
                <a:path extrusionOk="0" h="725804" w="731519">
                  <a:moveTo>
                    <a:pt x="376631" y="187617"/>
                  </a:moveTo>
                  <a:lnTo>
                    <a:pt x="372668" y="183603"/>
                  </a:lnTo>
                  <a:lnTo>
                    <a:pt x="367741" y="183565"/>
                  </a:lnTo>
                  <a:lnTo>
                    <a:pt x="362775" y="183565"/>
                  </a:lnTo>
                  <a:lnTo>
                    <a:pt x="358787" y="187515"/>
                  </a:lnTo>
                  <a:lnTo>
                    <a:pt x="358571" y="221119"/>
                  </a:lnTo>
                  <a:lnTo>
                    <a:pt x="362534" y="225132"/>
                  </a:lnTo>
                  <a:lnTo>
                    <a:pt x="372414" y="225171"/>
                  </a:lnTo>
                  <a:lnTo>
                    <a:pt x="376402" y="221221"/>
                  </a:lnTo>
                  <a:lnTo>
                    <a:pt x="376631" y="187617"/>
                  </a:lnTo>
                  <a:close/>
                </a:path>
                <a:path extrusionOk="0" h="725804" w="731519">
                  <a:moveTo>
                    <a:pt x="392734" y="95237"/>
                  </a:moveTo>
                  <a:lnTo>
                    <a:pt x="367792" y="66103"/>
                  </a:lnTo>
                  <a:lnTo>
                    <a:pt x="365163" y="66255"/>
                  </a:lnTo>
                  <a:lnTo>
                    <a:pt x="362673" y="64947"/>
                  </a:lnTo>
                  <a:lnTo>
                    <a:pt x="359956" y="60439"/>
                  </a:lnTo>
                  <a:lnTo>
                    <a:pt x="359956" y="57619"/>
                  </a:lnTo>
                  <a:lnTo>
                    <a:pt x="362673" y="53111"/>
                  </a:lnTo>
                  <a:lnTo>
                    <a:pt x="365163" y="51803"/>
                  </a:lnTo>
                  <a:lnTo>
                    <a:pt x="370141" y="51930"/>
                  </a:lnTo>
                  <a:lnTo>
                    <a:pt x="372364" y="52997"/>
                  </a:lnTo>
                  <a:lnTo>
                    <a:pt x="376859" y="58712"/>
                  </a:lnTo>
                  <a:lnTo>
                    <a:pt x="382460" y="59385"/>
                  </a:lnTo>
                  <a:lnTo>
                    <a:pt x="390220" y="53314"/>
                  </a:lnTo>
                  <a:lnTo>
                    <a:pt x="390893" y="47713"/>
                  </a:lnTo>
                  <a:lnTo>
                    <a:pt x="384975" y="40144"/>
                  </a:lnTo>
                  <a:lnTo>
                    <a:pt x="381114" y="37338"/>
                  </a:lnTo>
                  <a:lnTo>
                    <a:pt x="376720" y="35712"/>
                  </a:lnTo>
                  <a:lnTo>
                    <a:pt x="376720" y="30505"/>
                  </a:lnTo>
                  <a:lnTo>
                    <a:pt x="372719" y="26517"/>
                  </a:lnTo>
                  <a:lnTo>
                    <a:pt x="362877" y="26517"/>
                  </a:lnTo>
                  <a:lnTo>
                    <a:pt x="358876" y="30505"/>
                  </a:lnTo>
                  <a:lnTo>
                    <a:pt x="358876" y="35737"/>
                  </a:lnTo>
                  <a:lnTo>
                    <a:pt x="351243" y="40157"/>
                  </a:lnTo>
                  <a:lnTo>
                    <a:pt x="345770" y="46736"/>
                  </a:lnTo>
                  <a:lnTo>
                    <a:pt x="342849" y="54800"/>
                  </a:lnTo>
                  <a:lnTo>
                    <a:pt x="342900" y="63614"/>
                  </a:lnTo>
                  <a:lnTo>
                    <a:pt x="346011" y="71869"/>
                  </a:lnTo>
                  <a:lnTo>
                    <a:pt x="351612" y="78346"/>
                  </a:lnTo>
                  <a:lnTo>
                    <a:pt x="359092" y="82537"/>
                  </a:lnTo>
                  <a:lnTo>
                    <a:pt x="367792" y="83934"/>
                  </a:lnTo>
                  <a:lnTo>
                    <a:pt x="370420" y="83781"/>
                  </a:lnTo>
                  <a:lnTo>
                    <a:pt x="372910" y="85102"/>
                  </a:lnTo>
                  <a:lnTo>
                    <a:pt x="375615" y="89598"/>
                  </a:lnTo>
                  <a:lnTo>
                    <a:pt x="375615" y="92417"/>
                  </a:lnTo>
                  <a:lnTo>
                    <a:pt x="372910" y="96913"/>
                  </a:lnTo>
                  <a:lnTo>
                    <a:pt x="370420" y="98234"/>
                  </a:lnTo>
                  <a:lnTo>
                    <a:pt x="365455" y="98107"/>
                  </a:lnTo>
                  <a:lnTo>
                    <a:pt x="363232" y="97040"/>
                  </a:lnTo>
                  <a:lnTo>
                    <a:pt x="358736" y="91325"/>
                  </a:lnTo>
                  <a:lnTo>
                    <a:pt x="353136" y="90639"/>
                  </a:lnTo>
                  <a:lnTo>
                    <a:pt x="345376" y="96723"/>
                  </a:lnTo>
                  <a:lnTo>
                    <a:pt x="344703" y="102323"/>
                  </a:lnTo>
                  <a:lnTo>
                    <a:pt x="350621" y="109893"/>
                  </a:lnTo>
                  <a:lnTo>
                    <a:pt x="354482" y="112712"/>
                  </a:lnTo>
                  <a:lnTo>
                    <a:pt x="358889" y="114325"/>
                  </a:lnTo>
                  <a:lnTo>
                    <a:pt x="359105" y="119100"/>
                  </a:lnTo>
                  <a:lnTo>
                    <a:pt x="363042" y="122847"/>
                  </a:lnTo>
                  <a:lnTo>
                    <a:pt x="372592" y="122834"/>
                  </a:lnTo>
                  <a:lnTo>
                    <a:pt x="376516" y="119062"/>
                  </a:lnTo>
                  <a:lnTo>
                    <a:pt x="376707" y="114300"/>
                  </a:lnTo>
                  <a:lnTo>
                    <a:pt x="384340" y="109880"/>
                  </a:lnTo>
                  <a:lnTo>
                    <a:pt x="389813" y="103289"/>
                  </a:lnTo>
                  <a:lnTo>
                    <a:pt x="392734" y="95237"/>
                  </a:lnTo>
                  <a:close/>
                </a:path>
                <a:path extrusionOk="0" h="725804" w="731519">
                  <a:moveTo>
                    <a:pt x="393128" y="444309"/>
                  </a:moveTo>
                  <a:lnTo>
                    <a:pt x="370281" y="417423"/>
                  </a:lnTo>
                  <a:lnTo>
                    <a:pt x="367779" y="417423"/>
                  </a:lnTo>
                  <a:lnTo>
                    <a:pt x="365620" y="415683"/>
                  </a:lnTo>
                  <a:lnTo>
                    <a:pt x="364553" y="410806"/>
                  </a:lnTo>
                  <a:lnTo>
                    <a:pt x="365785" y="408317"/>
                  </a:lnTo>
                  <a:lnTo>
                    <a:pt x="370319" y="406222"/>
                  </a:lnTo>
                  <a:lnTo>
                    <a:pt x="373011" y="406895"/>
                  </a:lnTo>
                  <a:lnTo>
                    <a:pt x="377507" y="412788"/>
                  </a:lnTo>
                  <a:lnTo>
                    <a:pt x="383095" y="413537"/>
                  </a:lnTo>
                  <a:lnTo>
                    <a:pt x="390931" y="407568"/>
                  </a:lnTo>
                  <a:lnTo>
                    <a:pt x="391680" y="401967"/>
                  </a:lnTo>
                  <a:lnTo>
                    <a:pt x="386143" y="394716"/>
                  </a:lnTo>
                  <a:lnTo>
                    <a:pt x="382727" y="392125"/>
                  </a:lnTo>
                  <a:lnTo>
                    <a:pt x="378802" y="390588"/>
                  </a:lnTo>
                  <a:lnTo>
                    <a:pt x="378548" y="385800"/>
                  </a:lnTo>
                  <a:lnTo>
                    <a:pt x="374548" y="382079"/>
                  </a:lnTo>
                  <a:lnTo>
                    <a:pt x="364972" y="382244"/>
                  </a:lnTo>
                  <a:lnTo>
                    <a:pt x="361111" y="386105"/>
                  </a:lnTo>
                  <a:lnTo>
                    <a:pt x="361010" y="390893"/>
                  </a:lnTo>
                  <a:lnTo>
                    <a:pt x="354368" y="395287"/>
                  </a:lnTo>
                  <a:lnTo>
                    <a:pt x="349707" y="401485"/>
                  </a:lnTo>
                  <a:lnTo>
                    <a:pt x="347345" y="408876"/>
                  </a:lnTo>
                  <a:lnTo>
                    <a:pt x="347611" y="416839"/>
                  </a:lnTo>
                  <a:lnTo>
                    <a:pt x="350558" y="424243"/>
                  </a:lnTo>
                  <a:lnTo>
                    <a:pt x="355676" y="430072"/>
                  </a:lnTo>
                  <a:lnTo>
                    <a:pt x="362432" y="433882"/>
                  </a:lnTo>
                  <a:lnTo>
                    <a:pt x="370281" y="435254"/>
                  </a:lnTo>
                  <a:lnTo>
                    <a:pt x="372783" y="435254"/>
                  </a:lnTo>
                  <a:lnTo>
                    <a:pt x="374942" y="436994"/>
                  </a:lnTo>
                  <a:lnTo>
                    <a:pt x="376021" y="441883"/>
                  </a:lnTo>
                  <a:lnTo>
                    <a:pt x="374777" y="444360"/>
                  </a:lnTo>
                  <a:lnTo>
                    <a:pt x="370243" y="446455"/>
                  </a:lnTo>
                  <a:lnTo>
                    <a:pt x="367550" y="445795"/>
                  </a:lnTo>
                  <a:lnTo>
                    <a:pt x="363054" y="439889"/>
                  </a:lnTo>
                  <a:lnTo>
                    <a:pt x="357454" y="439140"/>
                  </a:lnTo>
                  <a:lnTo>
                    <a:pt x="349631" y="445109"/>
                  </a:lnTo>
                  <a:lnTo>
                    <a:pt x="348881" y="450710"/>
                  </a:lnTo>
                  <a:lnTo>
                    <a:pt x="354266" y="457758"/>
                  </a:lnTo>
                  <a:lnTo>
                    <a:pt x="357416" y="460222"/>
                  </a:lnTo>
                  <a:lnTo>
                    <a:pt x="361035" y="461784"/>
                  </a:lnTo>
                  <a:lnTo>
                    <a:pt x="361378" y="466382"/>
                  </a:lnTo>
                  <a:lnTo>
                    <a:pt x="365163" y="469963"/>
                  </a:lnTo>
                  <a:lnTo>
                    <a:pt x="374383" y="470115"/>
                  </a:lnTo>
                  <a:lnTo>
                    <a:pt x="378282" y="466674"/>
                  </a:lnTo>
                  <a:lnTo>
                    <a:pt x="378790" y="462089"/>
                  </a:lnTo>
                  <a:lnTo>
                    <a:pt x="385673" y="457873"/>
                  </a:lnTo>
                  <a:lnTo>
                    <a:pt x="390563" y="451726"/>
                  </a:lnTo>
                  <a:lnTo>
                    <a:pt x="393128" y="444309"/>
                  </a:lnTo>
                  <a:close/>
                </a:path>
                <a:path extrusionOk="0" h="725804" w="731519">
                  <a:moveTo>
                    <a:pt x="439762" y="428040"/>
                  </a:moveTo>
                  <a:lnTo>
                    <a:pt x="434365" y="401447"/>
                  </a:lnTo>
                  <a:lnTo>
                    <a:pt x="434276" y="401015"/>
                  </a:lnTo>
                  <a:lnTo>
                    <a:pt x="421932" y="382727"/>
                  </a:lnTo>
                  <a:lnTo>
                    <a:pt x="421932" y="428040"/>
                  </a:lnTo>
                  <a:lnTo>
                    <a:pt x="417918" y="447802"/>
                  </a:lnTo>
                  <a:lnTo>
                    <a:pt x="417855" y="448132"/>
                  </a:lnTo>
                  <a:lnTo>
                    <a:pt x="406781" y="464540"/>
                  </a:lnTo>
                  <a:lnTo>
                    <a:pt x="390372" y="475615"/>
                  </a:lnTo>
                  <a:lnTo>
                    <a:pt x="370281" y="479679"/>
                  </a:lnTo>
                  <a:lnTo>
                    <a:pt x="355130" y="477418"/>
                  </a:lnTo>
                  <a:lnTo>
                    <a:pt x="341579" y="470979"/>
                  </a:lnTo>
                  <a:lnTo>
                    <a:pt x="330454" y="460933"/>
                  </a:lnTo>
                  <a:lnTo>
                    <a:pt x="322567" y="447802"/>
                  </a:lnTo>
                  <a:lnTo>
                    <a:pt x="318858" y="432943"/>
                  </a:lnTo>
                  <a:lnTo>
                    <a:pt x="319620" y="417969"/>
                  </a:lnTo>
                  <a:lnTo>
                    <a:pt x="346062" y="382409"/>
                  </a:lnTo>
                  <a:lnTo>
                    <a:pt x="375183" y="376618"/>
                  </a:lnTo>
                  <a:lnTo>
                    <a:pt x="390042" y="380314"/>
                  </a:lnTo>
                  <a:lnTo>
                    <a:pt x="403161" y="388213"/>
                  </a:lnTo>
                  <a:lnTo>
                    <a:pt x="413219" y="399351"/>
                  </a:lnTo>
                  <a:lnTo>
                    <a:pt x="419658" y="412902"/>
                  </a:lnTo>
                  <a:lnTo>
                    <a:pt x="421932" y="428040"/>
                  </a:lnTo>
                  <a:lnTo>
                    <a:pt x="421932" y="382727"/>
                  </a:lnTo>
                  <a:lnTo>
                    <a:pt x="419379" y="378942"/>
                  </a:lnTo>
                  <a:lnTo>
                    <a:pt x="415950" y="376618"/>
                  </a:lnTo>
                  <a:lnTo>
                    <a:pt x="397306" y="364045"/>
                  </a:lnTo>
                  <a:lnTo>
                    <a:pt x="370281" y="358559"/>
                  </a:lnTo>
                  <a:lnTo>
                    <a:pt x="349910" y="361619"/>
                  </a:lnTo>
                  <a:lnTo>
                    <a:pt x="331673" y="370268"/>
                  </a:lnTo>
                  <a:lnTo>
                    <a:pt x="316699" y="383794"/>
                  </a:lnTo>
                  <a:lnTo>
                    <a:pt x="306095" y="401447"/>
                  </a:lnTo>
                  <a:lnTo>
                    <a:pt x="301117" y="421436"/>
                  </a:lnTo>
                  <a:lnTo>
                    <a:pt x="302133" y="441591"/>
                  </a:lnTo>
                  <a:lnTo>
                    <a:pt x="321144" y="477164"/>
                  </a:lnTo>
                  <a:lnTo>
                    <a:pt x="356717" y="496189"/>
                  </a:lnTo>
                  <a:lnTo>
                    <a:pt x="376885" y="497205"/>
                  </a:lnTo>
                  <a:lnTo>
                    <a:pt x="396875" y="492226"/>
                  </a:lnTo>
                  <a:lnTo>
                    <a:pt x="414528" y="481609"/>
                  </a:lnTo>
                  <a:lnTo>
                    <a:pt x="416267" y="479679"/>
                  </a:lnTo>
                  <a:lnTo>
                    <a:pt x="428053" y="466636"/>
                  </a:lnTo>
                  <a:lnTo>
                    <a:pt x="436714" y="448411"/>
                  </a:lnTo>
                  <a:lnTo>
                    <a:pt x="439762" y="428040"/>
                  </a:lnTo>
                  <a:close/>
                </a:path>
                <a:path extrusionOk="0" h="725804" w="731519">
                  <a:moveTo>
                    <a:pt x="470357" y="72009"/>
                  </a:moveTo>
                  <a:lnTo>
                    <a:pt x="466356" y="68008"/>
                  </a:lnTo>
                  <a:lnTo>
                    <a:pt x="446125" y="68008"/>
                  </a:lnTo>
                  <a:lnTo>
                    <a:pt x="437667" y="41249"/>
                  </a:lnTo>
                  <a:lnTo>
                    <a:pt x="428840" y="30175"/>
                  </a:lnTo>
                  <a:lnTo>
                    <a:pt x="428840" y="76923"/>
                  </a:lnTo>
                  <a:lnTo>
                    <a:pt x="424053" y="99910"/>
                  </a:lnTo>
                  <a:lnTo>
                    <a:pt x="410997" y="118694"/>
                  </a:lnTo>
                  <a:lnTo>
                    <a:pt x="391655" y="131381"/>
                  </a:lnTo>
                  <a:lnTo>
                    <a:pt x="367995" y="136029"/>
                  </a:lnTo>
                  <a:lnTo>
                    <a:pt x="344335" y="131381"/>
                  </a:lnTo>
                  <a:lnTo>
                    <a:pt x="325005" y="118694"/>
                  </a:lnTo>
                  <a:lnTo>
                    <a:pt x="311950" y="99910"/>
                  </a:lnTo>
                  <a:lnTo>
                    <a:pt x="307162" y="76923"/>
                  </a:lnTo>
                  <a:lnTo>
                    <a:pt x="311950" y="53949"/>
                  </a:lnTo>
                  <a:lnTo>
                    <a:pt x="325005" y="35166"/>
                  </a:lnTo>
                  <a:lnTo>
                    <a:pt x="344335" y="22479"/>
                  </a:lnTo>
                  <a:lnTo>
                    <a:pt x="367995" y="17830"/>
                  </a:lnTo>
                  <a:lnTo>
                    <a:pt x="391655" y="22479"/>
                  </a:lnTo>
                  <a:lnTo>
                    <a:pt x="410997" y="35166"/>
                  </a:lnTo>
                  <a:lnTo>
                    <a:pt x="424053" y="53949"/>
                  </a:lnTo>
                  <a:lnTo>
                    <a:pt x="428840" y="76923"/>
                  </a:lnTo>
                  <a:lnTo>
                    <a:pt x="428840" y="30175"/>
                  </a:lnTo>
                  <a:lnTo>
                    <a:pt x="420471" y="19672"/>
                  </a:lnTo>
                  <a:lnTo>
                    <a:pt x="417423" y="17830"/>
                  </a:lnTo>
                  <a:lnTo>
                    <a:pt x="396570" y="5245"/>
                  </a:lnTo>
                  <a:lnTo>
                    <a:pt x="367995" y="0"/>
                  </a:lnTo>
                  <a:lnTo>
                    <a:pt x="339432" y="5245"/>
                  </a:lnTo>
                  <a:lnTo>
                    <a:pt x="315531" y="19672"/>
                  </a:lnTo>
                  <a:lnTo>
                    <a:pt x="298335" y="41249"/>
                  </a:lnTo>
                  <a:lnTo>
                    <a:pt x="289877" y="68008"/>
                  </a:lnTo>
                  <a:lnTo>
                    <a:pt x="279717" y="68008"/>
                  </a:lnTo>
                  <a:lnTo>
                    <a:pt x="275729" y="72009"/>
                  </a:lnTo>
                  <a:lnTo>
                    <a:pt x="275729" y="81851"/>
                  </a:lnTo>
                  <a:lnTo>
                    <a:pt x="279717" y="85839"/>
                  </a:lnTo>
                  <a:lnTo>
                    <a:pt x="289877" y="85839"/>
                  </a:lnTo>
                  <a:lnTo>
                    <a:pt x="297370" y="110756"/>
                  </a:lnTo>
                  <a:lnTo>
                    <a:pt x="312521" y="131381"/>
                  </a:lnTo>
                  <a:lnTo>
                    <a:pt x="333641" y="146088"/>
                  </a:lnTo>
                  <a:lnTo>
                    <a:pt x="359029" y="153339"/>
                  </a:lnTo>
                  <a:lnTo>
                    <a:pt x="358914" y="168770"/>
                  </a:lnTo>
                  <a:lnTo>
                    <a:pt x="358902" y="171005"/>
                  </a:lnTo>
                  <a:lnTo>
                    <a:pt x="359829" y="173278"/>
                  </a:lnTo>
                  <a:lnTo>
                    <a:pt x="363143" y="176657"/>
                  </a:lnTo>
                  <a:lnTo>
                    <a:pt x="365429" y="177622"/>
                  </a:lnTo>
                  <a:lnTo>
                    <a:pt x="372732" y="177622"/>
                  </a:lnTo>
                  <a:lnTo>
                    <a:pt x="376720" y="173672"/>
                  </a:lnTo>
                  <a:lnTo>
                    <a:pt x="376758" y="168770"/>
                  </a:lnTo>
                  <a:lnTo>
                    <a:pt x="376859" y="153339"/>
                  </a:lnTo>
                  <a:lnTo>
                    <a:pt x="402374" y="146088"/>
                  </a:lnTo>
                  <a:lnTo>
                    <a:pt x="416801" y="136029"/>
                  </a:lnTo>
                  <a:lnTo>
                    <a:pt x="423481" y="131381"/>
                  </a:lnTo>
                  <a:lnTo>
                    <a:pt x="438619" y="110756"/>
                  </a:lnTo>
                  <a:lnTo>
                    <a:pt x="446125" y="85839"/>
                  </a:lnTo>
                  <a:lnTo>
                    <a:pt x="466356" y="85839"/>
                  </a:lnTo>
                  <a:lnTo>
                    <a:pt x="470344" y="81851"/>
                  </a:lnTo>
                  <a:lnTo>
                    <a:pt x="470357" y="72009"/>
                  </a:lnTo>
                  <a:close/>
                </a:path>
                <a:path extrusionOk="0" h="725804" w="731519">
                  <a:moveTo>
                    <a:pt x="513232" y="204127"/>
                  </a:moveTo>
                  <a:lnTo>
                    <a:pt x="512305" y="201853"/>
                  </a:lnTo>
                  <a:lnTo>
                    <a:pt x="508977" y="198488"/>
                  </a:lnTo>
                  <a:lnTo>
                    <a:pt x="506717" y="197535"/>
                  </a:lnTo>
                  <a:lnTo>
                    <a:pt x="504355" y="197523"/>
                  </a:lnTo>
                  <a:lnTo>
                    <a:pt x="499402" y="197523"/>
                  </a:lnTo>
                  <a:lnTo>
                    <a:pt x="495414" y="201485"/>
                  </a:lnTo>
                  <a:lnTo>
                    <a:pt x="495046" y="263283"/>
                  </a:lnTo>
                  <a:lnTo>
                    <a:pt x="495973" y="265557"/>
                  </a:lnTo>
                  <a:lnTo>
                    <a:pt x="499287" y="268922"/>
                  </a:lnTo>
                  <a:lnTo>
                    <a:pt x="501561" y="269875"/>
                  </a:lnTo>
                  <a:lnTo>
                    <a:pt x="508876" y="269887"/>
                  </a:lnTo>
                  <a:lnTo>
                    <a:pt x="512864" y="265925"/>
                  </a:lnTo>
                  <a:lnTo>
                    <a:pt x="513232" y="204127"/>
                  </a:lnTo>
                  <a:close/>
                </a:path>
                <a:path extrusionOk="0" h="725804" w="731519">
                  <a:moveTo>
                    <a:pt x="513346" y="167462"/>
                  </a:moveTo>
                  <a:lnTo>
                    <a:pt x="512406" y="165188"/>
                  </a:lnTo>
                  <a:lnTo>
                    <a:pt x="509079" y="161836"/>
                  </a:lnTo>
                  <a:lnTo>
                    <a:pt x="506806" y="160883"/>
                  </a:lnTo>
                  <a:lnTo>
                    <a:pt x="499503" y="160883"/>
                  </a:lnTo>
                  <a:lnTo>
                    <a:pt x="495515" y="164858"/>
                  </a:lnTo>
                  <a:lnTo>
                    <a:pt x="495465" y="182003"/>
                  </a:lnTo>
                  <a:lnTo>
                    <a:pt x="496392" y="184277"/>
                  </a:lnTo>
                  <a:lnTo>
                    <a:pt x="499732" y="187629"/>
                  </a:lnTo>
                  <a:lnTo>
                    <a:pt x="501992" y="188582"/>
                  </a:lnTo>
                  <a:lnTo>
                    <a:pt x="509295" y="188595"/>
                  </a:lnTo>
                  <a:lnTo>
                    <a:pt x="513283" y="184619"/>
                  </a:lnTo>
                  <a:lnTo>
                    <a:pt x="513334" y="169824"/>
                  </a:lnTo>
                  <a:lnTo>
                    <a:pt x="513346" y="167462"/>
                  </a:lnTo>
                  <a:close/>
                </a:path>
                <a:path extrusionOk="0" h="725804" w="731519">
                  <a:moveTo>
                    <a:pt x="517906" y="71996"/>
                  </a:moveTo>
                  <a:lnTo>
                    <a:pt x="513918" y="68008"/>
                  </a:lnTo>
                  <a:lnTo>
                    <a:pt x="480288" y="68008"/>
                  </a:lnTo>
                  <a:lnTo>
                    <a:pt x="476300" y="71996"/>
                  </a:lnTo>
                  <a:lnTo>
                    <a:pt x="476300" y="76923"/>
                  </a:lnTo>
                  <a:lnTo>
                    <a:pt x="476300" y="81851"/>
                  </a:lnTo>
                  <a:lnTo>
                    <a:pt x="480288" y="85839"/>
                  </a:lnTo>
                  <a:lnTo>
                    <a:pt x="513918" y="85839"/>
                  </a:lnTo>
                  <a:lnTo>
                    <a:pt x="517906" y="81851"/>
                  </a:lnTo>
                  <a:lnTo>
                    <a:pt x="517906" y="71996"/>
                  </a:lnTo>
                  <a:close/>
                </a:path>
                <a:path extrusionOk="0" h="725804" w="731519">
                  <a:moveTo>
                    <a:pt x="561594" y="232613"/>
                  </a:moveTo>
                  <a:lnTo>
                    <a:pt x="560666" y="230339"/>
                  </a:lnTo>
                  <a:lnTo>
                    <a:pt x="557339" y="226987"/>
                  </a:lnTo>
                  <a:lnTo>
                    <a:pt x="555066" y="226047"/>
                  </a:lnTo>
                  <a:lnTo>
                    <a:pt x="552704" y="226034"/>
                  </a:lnTo>
                  <a:lnTo>
                    <a:pt x="547763" y="226034"/>
                  </a:lnTo>
                  <a:lnTo>
                    <a:pt x="543775" y="230009"/>
                  </a:lnTo>
                  <a:lnTo>
                    <a:pt x="543712" y="247154"/>
                  </a:lnTo>
                  <a:lnTo>
                    <a:pt x="544652" y="249428"/>
                  </a:lnTo>
                  <a:lnTo>
                    <a:pt x="547979" y="252780"/>
                  </a:lnTo>
                  <a:lnTo>
                    <a:pt x="550252" y="253733"/>
                  </a:lnTo>
                  <a:lnTo>
                    <a:pt x="557555" y="253746"/>
                  </a:lnTo>
                  <a:lnTo>
                    <a:pt x="561543" y="249770"/>
                  </a:lnTo>
                  <a:lnTo>
                    <a:pt x="561594" y="232613"/>
                  </a:lnTo>
                  <a:close/>
                </a:path>
                <a:path extrusionOk="0" h="725804" w="731519">
                  <a:moveTo>
                    <a:pt x="562013" y="136804"/>
                  </a:moveTo>
                  <a:lnTo>
                    <a:pt x="561086" y="134531"/>
                  </a:lnTo>
                  <a:lnTo>
                    <a:pt x="557758" y="131165"/>
                  </a:lnTo>
                  <a:lnTo>
                    <a:pt x="555485" y="130225"/>
                  </a:lnTo>
                  <a:lnTo>
                    <a:pt x="548170" y="130213"/>
                  </a:lnTo>
                  <a:lnTo>
                    <a:pt x="544195" y="134175"/>
                  </a:lnTo>
                  <a:lnTo>
                    <a:pt x="543826" y="210502"/>
                  </a:lnTo>
                  <a:lnTo>
                    <a:pt x="544753" y="212775"/>
                  </a:lnTo>
                  <a:lnTo>
                    <a:pt x="548081" y="216141"/>
                  </a:lnTo>
                  <a:lnTo>
                    <a:pt x="550354" y="217081"/>
                  </a:lnTo>
                  <a:lnTo>
                    <a:pt x="557669" y="217093"/>
                  </a:lnTo>
                  <a:lnTo>
                    <a:pt x="561657" y="213131"/>
                  </a:lnTo>
                  <a:lnTo>
                    <a:pt x="562000" y="139166"/>
                  </a:lnTo>
                  <a:lnTo>
                    <a:pt x="562013" y="136804"/>
                  </a:lnTo>
                  <a:close/>
                </a:path>
                <a:path extrusionOk="0" h="725804" w="731519">
                  <a:moveTo>
                    <a:pt x="565454" y="71996"/>
                  </a:moveTo>
                  <a:lnTo>
                    <a:pt x="561467" y="68008"/>
                  </a:lnTo>
                  <a:lnTo>
                    <a:pt x="527837" y="68008"/>
                  </a:lnTo>
                  <a:lnTo>
                    <a:pt x="523849" y="71996"/>
                  </a:lnTo>
                  <a:lnTo>
                    <a:pt x="523849" y="81851"/>
                  </a:lnTo>
                  <a:lnTo>
                    <a:pt x="527837" y="85839"/>
                  </a:lnTo>
                  <a:lnTo>
                    <a:pt x="561467" y="85839"/>
                  </a:lnTo>
                  <a:lnTo>
                    <a:pt x="565454" y="81851"/>
                  </a:lnTo>
                  <a:lnTo>
                    <a:pt x="565454" y="76923"/>
                  </a:lnTo>
                  <a:lnTo>
                    <a:pt x="565454" y="71996"/>
                  </a:lnTo>
                  <a:close/>
                </a:path>
                <a:path extrusionOk="0" h="725804" w="731519">
                  <a:moveTo>
                    <a:pt x="613003" y="71996"/>
                  </a:moveTo>
                  <a:lnTo>
                    <a:pt x="609015" y="68008"/>
                  </a:lnTo>
                  <a:lnTo>
                    <a:pt x="580313" y="68008"/>
                  </a:lnTo>
                  <a:lnTo>
                    <a:pt x="575386" y="68008"/>
                  </a:lnTo>
                  <a:lnTo>
                    <a:pt x="571398" y="71996"/>
                  </a:lnTo>
                  <a:lnTo>
                    <a:pt x="571398" y="81851"/>
                  </a:lnTo>
                  <a:lnTo>
                    <a:pt x="575386" y="85839"/>
                  </a:lnTo>
                  <a:lnTo>
                    <a:pt x="609015" y="85839"/>
                  </a:lnTo>
                  <a:lnTo>
                    <a:pt x="613003" y="81851"/>
                  </a:lnTo>
                  <a:lnTo>
                    <a:pt x="613003" y="71996"/>
                  </a:lnTo>
                  <a:close/>
                </a:path>
                <a:path extrusionOk="0" h="725804" w="731519">
                  <a:moveTo>
                    <a:pt x="660158" y="79578"/>
                  </a:moveTo>
                  <a:lnTo>
                    <a:pt x="660006" y="71894"/>
                  </a:lnTo>
                  <a:lnTo>
                    <a:pt x="656043" y="68008"/>
                  </a:lnTo>
                  <a:lnTo>
                    <a:pt x="622935" y="68008"/>
                  </a:lnTo>
                  <a:lnTo>
                    <a:pt x="618947" y="71996"/>
                  </a:lnTo>
                  <a:lnTo>
                    <a:pt x="618947" y="81851"/>
                  </a:lnTo>
                  <a:lnTo>
                    <a:pt x="622935" y="85839"/>
                  </a:lnTo>
                  <a:lnTo>
                    <a:pt x="627862" y="85839"/>
                  </a:lnTo>
                  <a:lnTo>
                    <a:pt x="648373" y="85839"/>
                  </a:lnTo>
                  <a:lnTo>
                    <a:pt x="649274" y="86144"/>
                  </a:lnTo>
                  <a:lnTo>
                    <a:pt x="650227" y="86296"/>
                  </a:lnTo>
                  <a:lnTo>
                    <a:pt x="653732" y="86245"/>
                  </a:lnTo>
                  <a:lnTo>
                    <a:pt x="655980" y="85267"/>
                  </a:lnTo>
                  <a:lnTo>
                    <a:pt x="659257" y="81864"/>
                  </a:lnTo>
                  <a:lnTo>
                    <a:pt x="660158" y="79578"/>
                  </a:lnTo>
                  <a:close/>
                </a:path>
                <a:path extrusionOk="0" h="725804" w="731519">
                  <a:moveTo>
                    <a:pt x="661098" y="127114"/>
                  </a:moveTo>
                  <a:lnTo>
                    <a:pt x="660476" y="96062"/>
                  </a:lnTo>
                  <a:lnTo>
                    <a:pt x="656412" y="92138"/>
                  </a:lnTo>
                  <a:lnTo>
                    <a:pt x="646569" y="92341"/>
                  </a:lnTo>
                  <a:lnTo>
                    <a:pt x="642645" y="96405"/>
                  </a:lnTo>
                  <a:lnTo>
                    <a:pt x="643318" y="129959"/>
                  </a:lnTo>
                  <a:lnTo>
                    <a:pt x="647280" y="133845"/>
                  </a:lnTo>
                  <a:lnTo>
                    <a:pt x="652132" y="133845"/>
                  </a:lnTo>
                  <a:lnTo>
                    <a:pt x="654672" y="133794"/>
                  </a:lnTo>
                  <a:lnTo>
                    <a:pt x="656920" y="132816"/>
                  </a:lnTo>
                  <a:lnTo>
                    <a:pt x="660196" y="129400"/>
                  </a:lnTo>
                  <a:lnTo>
                    <a:pt x="661098" y="127114"/>
                  </a:lnTo>
                  <a:close/>
                </a:path>
                <a:path extrusionOk="0" h="725804" w="731519">
                  <a:moveTo>
                    <a:pt x="662089" y="177215"/>
                  </a:moveTo>
                  <a:lnTo>
                    <a:pt x="661428" y="143662"/>
                  </a:lnTo>
                  <a:lnTo>
                    <a:pt x="657453" y="139776"/>
                  </a:lnTo>
                  <a:lnTo>
                    <a:pt x="650062" y="139827"/>
                  </a:lnTo>
                  <a:lnTo>
                    <a:pt x="647814" y="140804"/>
                  </a:lnTo>
                  <a:lnTo>
                    <a:pt x="644537" y="144221"/>
                  </a:lnTo>
                  <a:lnTo>
                    <a:pt x="643636" y="146507"/>
                  </a:lnTo>
                  <a:lnTo>
                    <a:pt x="644258" y="177495"/>
                  </a:lnTo>
                  <a:lnTo>
                    <a:pt x="648220" y="181381"/>
                  </a:lnTo>
                  <a:lnTo>
                    <a:pt x="653072" y="181381"/>
                  </a:lnTo>
                  <a:lnTo>
                    <a:pt x="658177" y="181279"/>
                  </a:lnTo>
                  <a:lnTo>
                    <a:pt x="662089" y="177215"/>
                  </a:lnTo>
                  <a:close/>
                </a:path>
                <a:path extrusionOk="0" h="725804" w="731519">
                  <a:moveTo>
                    <a:pt x="662978" y="222186"/>
                  </a:moveTo>
                  <a:lnTo>
                    <a:pt x="662368" y="191198"/>
                  </a:lnTo>
                  <a:lnTo>
                    <a:pt x="658393" y="187312"/>
                  </a:lnTo>
                  <a:lnTo>
                    <a:pt x="651014" y="187363"/>
                  </a:lnTo>
                  <a:lnTo>
                    <a:pt x="648766" y="188341"/>
                  </a:lnTo>
                  <a:lnTo>
                    <a:pt x="645477" y="191757"/>
                  </a:lnTo>
                  <a:lnTo>
                    <a:pt x="644588" y="194043"/>
                  </a:lnTo>
                  <a:lnTo>
                    <a:pt x="645198" y="225031"/>
                  </a:lnTo>
                  <a:lnTo>
                    <a:pt x="649160" y="228917"/>
                  </a:lnTo>
                  <a:lnTo>
                    <a:pt x="654011" y="228917"/>
                  </a:lnTo>
                  <a:lnTo>
                    <a:pt x="656551" y="228866"/>
                  </a:lnTo>
                  <a:lnTo>
                    <a:pt x="658799" y="227888"/>
                  </a:lnTo>
                  <a:lnTo>
                    <a:pt x="662076" y="224472"/>
                  </a:lnTo>
                  <a:lnTo>
                    <a:pt x="662978" y="222186"/>
                  </a:lnTo>
                  <a:close/>
                </a:path>
                <a:path extrusionOk="0" h="725804" w="731519">
                  <a:moveTo>
                    <a:pt x="677151" y="353872"/>
                  </a:moveTo>
                  <a:lnTo>
                    <a:pt x="652208" y="324739"/>
                  </a:lnTo>
                  <a:lnTo>
                    <a:pt x="649579" y="324891"/>
                  </a:lnTo>
                  <a:lnTo>
                    <a:pt x="647090" y="323583"/>
                  </a:lnTo>
                  <a:lnTo>
                    <a:pt x="644372" y="319074"/>
                  </a:lnTo>
                  <a:lnTo>
                    <a:pt x="644372" y="316255"/>
                  </a:lnTo>
                  <a:lnTo>
                    <a:pt x="647090" y="311746"/>
                  </a:lnTo>
                  <a:lnTo>
                    <a:pt x="649579" y="310438"/>
                  </a:lnTo>
                  <a:lnTo>
                    <a:pt x="654558" y="310565"/>
                  </a:lnTo>
                  <a:lnTo>
                    <a:pt x="656780" y="311632"/>
                  </a:lnTo>
                  <a:lnTo>
                    <a:pt x="661276" y="317347"/>
                  </a:lnTo>
                  <a:lnTo>
                    <a:pt x="666877" y="318020"/>
                  </a:lnTo>
                  <a:lnTo>
                    <a:pt x="674636" y="311950"/>
                  </a:lnTo>
                  <a:lnTo>
                    <a:pt x="675309" y="306349"/>
                  </a:lnTo>
                  <a:lnTo>
                    <a:pt x="669391" y="298780"/>
                  </a:lnTo>
                  <a:lnTo>
                    <a:pt x="665530" y="295973"/>
                  </a:lnTo>
                  <a:lnTo>
                    <a:pt x="661136" y="294347"/>
                  </a:lnTo>
                  <a:lnTo>
                    <a:pt x="661136" y="289140"/>
                  </a:lnTo>
                  <a:lnTo>
                    <a:pt x="657136" y="285153"/>
                  </a:lnTo>
                  <a:lnTo>
                    <a:pt x="647293" y="285153"/>
                  </a:lnTo>
                  <a:lnTo>
                    <a:pt x="643293" y="289140"/>
                  </a:lnTo>
                  <a:lnTo>
                    <a:pt x="643293" y="294373"/>
                  </a:lnTo>
                  <a:lnTo>
                    <a:pt x="635660" y="298792"/>
                  </a:lnTo>
                  <a:lnTo>
                    <a:pt x="630186" y="305371"/>
                  </a:lnTo>
                  <a:lnTo>
                    <a:pt x="627265" y="313436"/>
                  </a:lnTo>
                  <a:lnTo>
                    <a:pt x="627316" y="322249"/>
                  </a:lnTo>
                  <a:lnTo>
                    <a:pt x="630428" y="330504"/>
                  </a:lnTo>
                  <a:lnTo>
                    <a:pt x="636041" y="336981"/>
                  </a:lnTo>
                  <a:lnTo>
                    <a:pt x="643509" y="341172"/>
                  </a:lnTo>
                  <a:lnTo>
                    <a:pt x="652208" y="342569"/>
                  </a:lnTo>
                  <a:lnTo>
                    <a:pt x="654837" y="342417"/>
                  </a:lnTo>
                  <a:lnTo>
                    <a:pt x="657326" y="343738"/>
                  </a:lnTo>
                  <a:lnTo>
                    <a:pt x="660031" y="348234"/>
                  </a:lnTo>
                  <a:lnTo>
                    <a:pt x="660031" y="351053"/>
                  </a:lnTo>
                  <a:lnTo>
                    <a:pt x="657326" y="355549"/>
                  </a:lnTo>
                  <a:lnTo>
                    <a:pt x="654837" y="356870"/>
                  </a:lnTo>
                  <a:lnTo>
                    <a:pt x="649871" y="356743"/>
                  </a:lnTo>
                  <a:lnTo>
                    <a:pt x="647649" y="355676"/>
                  </a:lnTo>
                  <a:lnTo>
                    <a:pt x="643153" y="349961"/>
                  </a:lnTo>
                  <a:lnTo>
                    <a:pt x="637552" y="349275"/>
                  </a:lnTo>
                  <a:lnTo>
                    <a:pt x="629793" y="355358"/>
                  </a:lnTo>
                  <a:lnTo>
                    <a:pt x="629107" y="360959"/>
                  </a:lnTo>
                  <a:lnTo>
                    <a:pt x="635038" y="368528"/>
                  </a:lnTo>
                  <a:lnTo>
                    <a:pt x="638898" y="371348"/>
                  </a:lnTo>
                  <a:lnTo>
                    <a:pt x="643305" y="372960"/>
                  </a:lnTo>
                  <a:lnTo>
                    <a:pt x="643521" y="377736"/>
                  </a:lnTo>
                  <a:lnTo>
                    <a:pt x="647458" y="381482"/>
                  </a:lnTo>
                  <a:lnTo>
                    <a:pt x="657009" y="381469"/>
                  </a:lnTo>
                  <a:lnTo>
                    <a:pt x="660920" y="377698"/>
                  </a:lnTo>
                  <a:lnTo>
                    <a:pt x="661123" y="372935"/>
                  </a:lnTo>
                  <a:lnTo>
                    <a:pt x="668756" y="368515"/>
                  </a:lnTo>
                  <a:lnTo>
                    <a:pt x="674230" y="361924"/>
                  </a:lnTo>
                  <a:lnTo>
                    <a:pt x="677151" y="353872"/>
                  </a:lnTo>
                  <a:close/>
                </a:path>
                <a:path extrusionOk="0" h="725804" w="731519">
                  <a:moveTo>
                    <a:pt x="697318" y="659980"/>
                  </a:moveTo>
                  <a:lnTo>
                    <a:pt x="693331" y="655993"/>
                  </a:lnTo>
                  <a:lnTo>
                    <a:pt x="688403" y="655993"/>
                  </a:lnTo>
                  <a:lnTo>
                    <a:pt x="668566" y="655993"/>
                  </a:lnTo>
                  <a:lnTo>
                    <a:pt x="664578" y="659980"/>
                  </a:lnTo>
                  <a:lnTo>
                    <a:pt x="664578" y="669836"/>
                  </a:lnTo>
                  <a:lnTo>
                    <a:pt x="668566" y="673823"/>
                  </a:lnTo>
                  <a:lnTo>
                    <a:pt x="693331" y="673823"/>
                  </a:lnTo>
                  <a:lnTo>
                    <a:pt x="697318" y="669836"/>
                  </a:lnTo>
                  <a:lnTo>
                    <a:pt x="697318" y="659980"/>
                  </a:lnTo>
                  <a:close/>
                </a:path>
                <a:path extrusionOk="0" h="725804" w="731519">
                  <a:moveTo>
                    <a:pt x="729957" y="669150"/>
                  </a:moveTo>
                  <a:lnTo>
                    <a:pt x="725398" y="646696"/>
                  </a:lnTo>
                  <a:lnTo>
                    <a:pt x="713638" y="629246"/>
                  </a:lnTo>
                  <a:lnTo>
                    <a:pt x="713028" y="628357"/>
                  </a:lnTo>
                  <a:lnTo>
                    <a:pt x="712127" y="627761"/>
                  </a:lnTo>
                  <a:lnTo>
                    <a:pt x="712127" y="669150"/>
                  </a:lnTo>
                  <a:lnTo>
                    <a:pt x="712127" y="707859"/>
                  </a:lnTo>
                  <a:lnTo>
                    <a:pt x="580529" y="707859"/>
                  </a:lnTo>
                  <a:lnTo>
                    <a:pt x="580529" y="673595"/>
                  </a:lnTo>
                  <a:lnTo>
                    <a:pt x="580529" y="669150"/>
                  </a:lnTo>
                  <a:lnTo>
                    <a:pt x="583247" y="655764"/>
                  </a:lnTo>
                  <a:lnTo>
                    <a:pt x="583679" y="653630"/>
                  </a:lnTo>
                  <a:lnTo>
                    <a:pt x="592239" y="640956"/>
                  </a:lnTo>
                  <a:lnTo>
                    <a:pt x="604913" y="632396"/>
                  </a:lnTo>
                  <a:lnTo>
                    <a:pt x="620433" y="629246"/>
                  </a:lnTo>
                  <a:lnTo>
                    <a:pt x="672223" y="629246"/>
                  </a:lnTo>
                  <a:lnTo>
                    <a:pt x="687755" y="632396"/>
                  </a:lnTo>
                  <a:lnTo>
                    <a:pt x="700430" y="640956"/>
                  </a:lnTo>
                  <a:lnTo>
                    <a:pt x="708977" y="653630"/>
                  </a:lnTo>
                  <a:lnTo>
                    <a:pt x="712127" y="669150"/>
                  </a:lnTo>
                  <a:lnTo>
                    <a:pt x="712127" y="627761"/>
                  </a:lnTo>
                  <a:lnTo>
                    <a:pt x="694690" y="615975"/>
                  </a:lnTo>
                  <a:lnTo>
                    <a:pt x="672223" y="611416"/>
                  </a:lnTo>
                  <a:lnTo>
                    <a:pt x="620433" y="611416"/>
                  </a:lnTo>
                  <a:lnTo>
                    <a:pt x="601268" y="614718"/>
                  </a:lnTo>
                  <a:lnTo>
                    <a:pt x="584682" y="623862"/>
                  </a:lnTo>
                  <a:lnTo>
                    <a:pt x="571931" y="637882"/>
                  </a:lnTo>
                  <a:lnTo>
                    <a:pt x="564286" y="655764"/>
                  </a:lnTo>
                  <a:lnTo>
                    <a:pt x="380542" y="655764"/>
                  </a:lnTo>
                  <a:lnTo>
                    <a:pt x="380542" y="529653"/>
                  </a:lnTo>
                  <a:lnTo>
                    <a:pt x="456082" y="529653"/>
                  </a:lnTo>
                  <a:lnTo>
                    <a:pt x="461695" y="527329"/>
                  </a:lnTo>
                  <a:lnTo>
                    <a:pt x="469785" y="519188"/>
                  </a:lnTo>
                  <a:lnTo>
                    <a:pt x="472097" y="513829"/>
                  </a:lnTo>
                  <a:lnTo>
                    <a:pt x="472160" y="511797"/>
                  </a:lnTo>
                  <a:lnTo>
                    <a:pt x="472274" y="508203"/>
                  </a:lnTo>
                  <a:lnTo>
                    <a:pt x="473506" y="488035"/>
                  </a:lnTo>
                  <a:lnTo>
                    <a:pt x="473456" y="454787"/>
                  </a:lnTo>
                  <a:lnTo>
                    <a:pt x="471817" y="424891"/>
                  </a:lnTo>
                  <a:lnTo>
                    <a:pt x="467207" y="396379"/>
                  </a:lnTo>
                  <a:lnTo>
                    <a:pt x="461848" y="379171"/>
                  </a:lnTo>
                  <a:lnTo>
                    <a:pt x="455752" y="364477"/>
                  </a:lnTo>
                  <a:lnTo>
                    <a:pt x="455752" y="459155"/>
                  </a:lnTo>
                  <a:lnTo>
                    <a:pt x="455625" y="486625"/>
                  </a:lnTo>
                  <a:lnTo>
                    <a:pt x="455625" y="488035"/>
                  </a:lnTo>
                  <a:lnTo>
                    <a:pt x="454533" y="505993"/>
                  </a:lnTo>
                  <a:lnTo>
                    <a:pt x="454507" y="506526"/>
                  </a:lnTo>
                  <a:lnTo>
                    <a:pt x="451345" y="511797"/>
                  </a:lnTo>
                  <a:lnTo>
                    <a:pt x="285521" y="511797"/>
                  </a:lnTo>
                  <a:lnTo>
                    <a:pt x="283629" y="509917"/>
                  </a:lnTo>
                  <a:lnTo>
                    <a:pt x="283578" y="506526"/>
                  </a:lnTo>
                  <a:lnTo>
                    <a:pt x="283476" y="505993"/>
                  </a:lnTo>
                  <a:lnTo>
                    <a:pt x="281774" y="488035"/>
                  </a:lnTo>
                  <a:lnTo>
                    <a:pt x="281673" y="486981"/>
                  </a:lnTo>
                  <a:lnTo>
                    <a:pt x="281635" y="486625"/>
                  </a:lnTo>
                  <a:lnTo>
                    <a:pt x="281051" y="459155"/>
                  </a:lnTo>
                  <a:lnTo>
                    <a:pt x="281051" y="454787"/>
                  </a:lnTo>
                  <a:lnTo>
                    <a:pt x="282587" y="424891"/>
                  </a:lnTo>
                  <a:lnTo>
                    <a:pt x="282702" y="422465"/>
                  </a:lnTo>
                  <a:lnTo>
                    <a:pt x="293039" y="379590"/>
                  </a:lnTo>
                  <a:lnTo>
                    <a:pt x="315417" y="341833"/>
                  </a:lnTo>
                  <a:lnTo>
                    <a:pt x="316611" y="340868"/>
                  </a:lnTo>
                  <a:lnTo>
                    <a:pt x="421093" y="340868"/>
                  </a:lnTo>
                  <a:lnTo>
                    <a:pt x="445071" y="385254"/>
                  </a:lnTo>
                  <a:lnTo>
                    <a:pt x="454126" y="427596"/>
                  </a:lnTo>
                  <a:lnTo>
                    <a:pt x="455599" y="456158"/>
                  </a:lnTo>
                  <a:lnTo>
                    <a:pt x="455688" y="457860"/>
                  </a:lnTo>
                  <a:lnTo>
                    <a:pt x="455752" y="459155"/>
                  </a:lnTo>
                  <a:lnTo>
                    <a:pt x="455752" y="364477"/>
                  </a:lnTo>
                  <a:lnTo>
                    <a:pt x="454952" y="362546"/>
                  </a:lnTo>
                  <a:lnTo>
                    <a:pt x="446582" y="346608"/>
                  </a:lnTo>
                  <a:lnTo>
                    <a:pt x="442861" y="340868"/>
                  </a:lnTo>
                  <a:lnTo>
                    <a:pt x="436778" y="331470"/>
                  </a:lnTo>
                  <a:lnTo>
                    <a:pt x="432981" y="326174"/>
                  </a:lnTo>
                  <a:lnTo>
                    <a:pt x="426859" y="323037"/>
                  </a:lnTo>
                  <a:lnTo>
                    <a:pt x="419747" y="323037"/>
                  </a:lnTo>
                  <a:lnTo>
                    <a:pt x="419747" y="311048"/>
                  </a:lnTo>
                  <a:lnTo>
                    <a:pt x="429145" y="311048"/>
                  </a:lnTo>
                  <a:lnTo>
                    <a:pt x="435267" y="304927"/>
                  </a:lnTo>
                  <a:lnTo>
                    <a:pt x="435267" y="293217"/>
                  </a:lnTo>
                  <a:lnTo>
                    <a:pt x="435267" y="277317"/>
                  </a:lnTo>
                  <a:lnTo>
                    <a:pt x="435267" y="266369"/>
                  </a:lnTo>
                  <a:lnTo>
                    <a:pt x="428396" y="259499"/>
                  </a:lnTo>
                  <a:lnTo>
                    <a:pt x="417449" y="259499"/>
                  </a:lnTo>
                  <a:lnTo>
                    <a:pt x="417449" y="277317"/>
                  </a:lnTo>
                  <a:lnTo>
                    <a:pt x="417449" y="293217"/>
                  </a:lnTo>
                  <a:lnTo>
                    <a:pt x="401904" y="293217"/>
                  </a:lnTo>
                  <a:lnTo>
                    <a:pt x="401904" y="311048"/>
                  </a:lnTo>
                  <a:lnTo>
                    <a:pt x="401904" y="323037"/>
                  </a:lnTo>
                  <a:lnTo>
                    <a:pt x="338645" y="323037"/>
                  </a:lnTo>
                  <a:lnTo>
                    <a:pt x="338645" y="311048"/>
                  </a:lnTo>
                  <a:lnTo>
                    <a:pt x="401904" y="311048"/>
                  </a:lnTo>
                  <a:lnTo>
                    <a:pt x="401904" y="293217"/>
                  </a:lnTo>
                  <a:lnTo>
                    <a:pt x="323100" y="293217"/>
                  </a:lnTo>
                  <a:lnTo>
                    <a:pt x="323100" y="277317"/>
                  </a:lnTo>
                  <a:lnTo>
                    <a:pt x="417449" y="277317"/>
                  </a:lnTo>
                  <a:lnTo>
                    <a:pt x="417449" y="259499"/>
                  </a:lnTo>
                  <a:lnTo>
                    <a:pt x="376135" y="259499"/>
                  </a:lnTo>
                  <a:lnTo>
                    <a:pt x="376262" y="240093"/>
                  </a:lnTo>
                  <a:lnTo>
                    <a:pt x="376288" y="237731"/>
                  </a:lnTo>
                  <a:lnTo>
                    <a:pt x="375361" y="235458"/>
                  </a:lnTo>
                  <a:lnTo>
                    <a:pt x="372046" y="232092"/>
                  </a:lnTo>
                  <a:lnTo>
                    <a:pt x="369773" y="231127"/>
                  </a:lnTo>
                  <a:lnTo>
                    <a:pt x="362432" y="231127"/>
                  </a:lnTo>
                  <a:lnTo>
                    <a:pt x="358470" y="235077"/>
                  </a:lnTo>
                  <a:lnTo>
                    <a:pt x="358305" y="259499"/>
                  </a:lnTo>
                  <a:lnTo>
                    <a:pt x="312153" y="259499"/>
                  </a:lnTo>
                  <a:lnTo>
                    <a:pt x="305282" y="266369"/>
                  </a:lnTo>
                  <a:lnTo>
                    <a:pt x="305295" y="304927"/>
                  </a:lnTo>
                  <a:lnTo>
                    <a:pt x="311416" y="311048"/>
                  </a:lnTo>
                  <a:lnTo>
                    <a:pt x="320814" y="311048"/>
                  </a:lnTo>
                  <a:lnTo>
                    <a:pt x="320814" y="323037"/>
                  </a:lnTo>
                  <a:lnTo>
                    <a:pt x="311162" y="323037"/>
                  </a:lnTo>
                  <a:lnTo>
                    <a:pt x="305371" y="325818"/>
                  </a:lnTo>
                  <a:lnTo>
                    <a:pt x="283565" y="357949"/>
                  </a:lnTo>
                  <a:lnTo>
                    <a:pt x="265087" y="419341"/>
                  </a:lnTo>
                  <a:lnTo>
                    <a:pt x="263118" y="454787"/>
                  </a:lnTo>
                  <a:lnTo>
                    <a:pt x="263779" y="486625"/>
                  </a:lnTo>
                  <a:lnTo>
                    <a:pt x="279476" y="527977"/>
                  </a:lnTo>
                  <a:lnTo>
                    <a:pt x="287972" y="529653"/>
                  </a:lnTo>
                  <a:lnTo>
                    <a:pt x="362712" y="529653"/>
                  </a:lnTo>
                  <a:lnTo>
                    <a:pt x="362712" y="655764"/>
                  </a:lnTo>
                  <a:lnTo>
                    <a:pt x="166789" y="655764"/>
                  </a:lnTo>
                  <a:lnTo>
                    <a:pt x="159143" y="637882"/>
                  </a:lnTo>
                  <a:lnTo>
                    <a:pt x="151295" y="629246"/>
                  </a:lnTo>
                  <a:lnTo>
                    <a:pt x="150545" y="628434"/>
                  </a:lnTo>
                  <a:lnTo>
                    <a:pt x="150545" y="669150"/>
                  </a:lnTo>
                  <a:lnTo>
                    <a:pt x="150545" y="707859"/>
                  </a:lnTo>
                  <a:lnTo>
                    <a:pt x="18948" y="707859"/>
                  </a:lnTo>
                  <a:lnTo>
                    <a:pt x="18948" y="669150"/>
                  </a:lnTo>
                  <a:lnTo>
                    <a:pt x="22098" y="653630"/>
                  </a:lnTo>
                  <a:lnTo>
                    <a:pt x="30657" y="640956"/>
                  </a:lnTo>
                  <a:lnTo>
                    <a:pt x="43332" y="632396"/>
                  </a:lnTo>
                  <a:lnTo>
                    <a:pt x="58851" y="629246"/>
                  </a:lnTo>
                  <a:lnTo>
                    <a:pt x="110642" y="629246"/>
                  </a:lnTo>
                  <a:lnTo>
                    <a:pt x="126174" y="632396"/>
                  </a:lnTo>
                  <a:lnTo>
                    <a:pt x="138849" y="640956"/>
                  </a:lnTo>
                  <a:lnTo>
                    <a:pt x="147396" y="653630"/>
                  </a:lnTo>
                  <a:lnTo>
                    <a:pt x="150545" y="669150"/>
                  </a:lnTo>
                  <a:lnTo>
                    <a:pt x="150545" y="628434"/>
                  </a:lnTo>
                  <a:lnTo>
                    <a:pt x="146392" y="623862"/>
                  </a:lnTo>
                  <a:lnTo>
                    <a:pt x="129806" y="614718"/>
                  </a:lnTo>
                  <a:lnTo>
                    <a:pt x="110642" y="611416"/>
                  </a:lnTo>
                  <a:lnTo>
                    <a:pt x="58851" y="611416"/>
                  </a:lnTo>
                  <a:lnTo>
                    <a:pt x="36385" y="615975"/>
                  </a:lnTo>
                  <a:lnTo>
                    <a:pt x="18046" y="628357"/>
                  </a:lnTo>
                  <a:lnTo>
                    <a:pt x="5676" y="646696"/>
                  </a:lnTo>
                  <a:lnTo>
                    <a:pt x="1117" y="669150"/>
                  </a:lnTo>
                  <a:lnTo>
                    <a:pt x="1117" y="721702"/>
                  </a:lnTo>
                  <a:lnTo>
                    <a:pt x="5105" y="725690"/>
                  </a:lnTo>
                  <a:lnTo>
                    <a:pt x="164388" y="725690"/>
                  </a:lnTo>
                  <a:lnTo>
                    <a:pt x="168376" y="721702"/>
                  </a:lnTo>
                  <a:lnTo>
                    <a:pt x="168376" y="707859"/>
                  </a:lnTo>
                  <a:lnTo>
                    <a:pt x="168376" y="673595"/>
                  </a:lnTo>
                  <a:lnTo>
                    <a:pt x="562698" y="673595"/>
                  </a:lnTo>
                  <a:lnTo>
                    <a:pt x="562698" y="721702"/>
                  </a:lnTo>
                  <a:lnTo>
                    <a:pt x="566686" y="725690"/>
                  </a:lnTo>
                  <a:lnTo>
                    <a:pt x="725970" y="725690"/>
                  </a:lnTo>
                  <a:lnTo>
                    <a:pt x="729957" y="721702"/>
                  </a:lnTo>
                  <a:lnTo>
                    <a:pt x="729957" y="707859"/>
                  </a:lnTo>
                  <a:lnTo>
                    <a:pt x="729957" y="669150"/>
                  </a:lnTo>
                  <a:close/>
                </a:path>
                <a:path extrusionOk="0" h="725804" w="731519">
                  <a:moveTo>
                    <a:pt x="731088" y="335559"/>
                  </a:moveTo>
                  <a:lnTo>
                    <a:pt x="725906" y="308114"/>
                  </a:lnTo>
                  <a:lnTo>
                    <a:pt x="713257" y="287591"/>
                  </a:lnTo>
                  <a:lnTo>
                    <a:pt x="713257" y="335559"/>
                  </a:lnTo>
                  <a:lnTo>
                    <a:pt x="708456" y="358546"/>
                  </a:lnTo>
                  <a:lnTo>
                    <a:pt x="695413" y="377329"/>
                  </a:lnTo>
                  <a:lnTo>
                    <a:pt x="676071" y="390004"/>
                  </a:lnTo>
                  <a:lnTo>
                    <a:pt x="652424" y="394652"/>
                  </a:lnTo>
                  <a:lnTo>
                    <a:pt x="628751" y="390004"/>
                  </a:lnTo>
                  <a:lnTo>
                    <a:pt x="609409" y="377329"/>
                  </a:lnTo>
                  <a:lnTo>
                    <a:pt x="596366" y="358546"/>
                  </a:lnTo>
                  <a:lnTo>
                    <a:pt x="591578" y="335559"/>
                  </a:lnTo>
                  <a:lnTo>
                    <a:pt x="596366" y="312585"/>
                  </a:lnTo>
                  <a:lnTo>
                    <a:pt x="609409" y="293789"/>
                  </a:lnTo>
                  <a:lnTo>
                    <a:pt x="628751" y="281114"/>
                  </a:lnTo>
                  <a:lnTo>
                    <a:pt x="652424" y="276466"/>
                  </a:lnTo>
                  <a:lnTo>
                    <a:pt x="676071" y="281114"/>
                  </a:lnTo>
                  <a:lnTo>
                    <a:pt x="695413" y="293789"/>
                  </a:lnTo>
                  <a:lnTo>
                    <a:pt x="708456" y="312585"/>
                  </a:lnTo>
                  <a:lnTo>
                    <a:pt x="713257" y="335559"/>
                  </a:lnTo>
                  <a:lnTo>
                    <a:pt x="713257" y="287591"/>
                  </a:lnTo>
                  <a:lnTo>
                    <a:pt x="711669" y="285013"/>
                  </a:lnTo>
                  <a:lnTo>
                    <a:pt x="700824" y="276466"/>
                  </a:lnTo>
                  <a:lnTo>
                    <a:pt x="690283" y="268160"/>
                  </a:lnTo>
                  <a:lnTo>
                    <a:pt x="663714" y="259435"/>
                  </a:lnTo>
                  <a:lnTo>
                    <a:pt x="663397" y="243598"/>
                  </a:lnTo>
                  <a:lnTo>
                    <a:pt x="663308" y="238671"/>
                  </a:lnTo>
                  <a:lnTo>
                    <a:pt x="659434" y="234962"/>
                  </a:lnTo>
                  <a:lnTo>
                    <a:pt x="649389" y="234962"/>
                  </a:lnTo>
                  <a:lnTo>
                    <a:pt x="645477" y="239026"/>
                  </a:lnTo>
                  <a:lnTo>
                    <a:pt x="645871" y="258914"/>
                  </a:lnTo>
                  <a:lnTo>
                    <a:pt x="617588" y="266611"/>
                  </a:lnTo>
                  <a:lnTo>
                    <a:pt x="594677" y="283375"/>
                  </a:lnTo>
                  <a:lnTo>
                    <a:pt x="579335" y="307060"/>
                  </a:lnTo>
                  <a:lnTo>
                    <a:pt x="573747" y="335559"/>
                  </a:lnTo>
                  <a:lnTo>
                    <a:pt x="579932" y="365480"/>
                  </a:lnTo>
                  <a:lnTo>
                    <a:pt x="588111" y="377329"/>
                  </a:lnTo>
                  <a:lnTo>
                    <a:pt x="596925" y="390004"/>
                  </a:lnTo>
                  <a:lnTo>
                    <a:pt x="621817" y="406425"/>
                  </a:lnTo>
                  <a:lnTo>
                    <a:pt x="652424" y="412483"/>
                  </a:lnTo>
                  <a:lnTo>
                    <a:pt x="683006" y="406425"/>
                  </a:lnTo>
                  <a:lnTo>
                    <a:pt x="700849" y="394652"/>
                  </a:lnTo>
                  <a:lnTo>
                    <a:pt x="707898" y="390004"/>
                  </a:lnTo>
                  <a:lnTo>
                    <a:pt x="716711" y="377329"/>
                  </a:lnTo>
                  <a:lnTo>
                    <a:pt x="724890" y="365480"/>
                  </a:lnTo>
                  <a:lnTo>
                    <a:pt x="731088" y="335559"/>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37" name="Google Shape;437;p16"/>
            <p:cNvPicPr preferRelativeResize="0"/>
            <p:nvPr/>
          </p:nvPicPr>
          <p:blipFill rotWithShape="1">
            <a:blip r:embed="rId3">
              <a:alphaModFix/>
            </a:blip>
            <a:srcRect b="0" l="0" r="0" t="0"/>
            <a:stretch/>
          </p:blipFill>
          <p:spPr>
            <a:xfrm>
              <a:off x="13243868" y="4554233"/>
              <a:ext cx="136296" cy="166979"/>
            </a:xfrm>
            <a:prstGeom prst="rect">
              <a:avLst/>
            </a:prstGeom>
            <a:noFill/>
            <a:ln>
              <a:noFill/>
            </a:ln>
          </p:spPr>
        </p:pic>
      </p:grpSp>
      <p:grpSp>
        <p:nvGrpSpPr>
          <p:cNvPr id="438" name="Google Shape;438;p16"/>
          <p:cNvGrpSpPr/>
          <p:nvPr/>
        </p:nvGrpSpPr>
        <p:grpSpPr>
          <a:xfrm>
            <a:off x="6698555" y="3957045"/>
            <a:ext cx="1113790" cy="1040765"/>
            <a:chOff x="6698555" y="3957045"/>
            <a:chExt cx="1113790" cy="1040765"/>
          </a:xfrm>
        </p:grpSpPr>
        <p:sp>
          <p:nvSpPr>
            <p:cNvPr id="439" name="Google Shape;439;p16"/>
            <p:cNvSpPr/>
            <p:nvPr/>
          </p:nvSpPr>
          <p:spPr>
            <a:xfrm>
              <a:off x="6698555" y="3957045"/>
              <a:ext cx="1113790" cy="1040765"/>
            </a:xfrm>
            <a:custGeom>
              <a:rect b="b" l="l" r="r" t="t"/>
              <a:pathLst>
                <a:path extrusionOk="0" h="1040764" w="1113790">
                  <a:moveTo>
                    <a:pt x="95872" y="0"/>
                  </a:moveTo>
                  <a:lnTo>
                    <a:pt x="52057" y="10579"/>
                  </a:lnTo>
                  <a:lnTo>
                    <a:pt x="17030" y="41300"/>
                  </a:lnTo>
                  <a:lnTo>
                    <a:pt x="304" y="88036"/>
                  </a:lnTo>
                  <a:lnTo>
                    <a:pt x="0" y="944714"/>
                  </a:lnTo>
                  <a:lnTo>
                    <a:pt x="1269" y="960323"/>
                  </a:lnTo>
                  <a:lnTo>
                    <a:pt x="19799" y="1003084"/>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0" name="Google Shape;440;p16"/>
            <p:cNvSpPr/>
            <p:nvPr/>
          </p:nvSpPr>
          <p:spPr>
            <a:xfrm>
              <a:off x="6896045" y="4328908"/>
              <a:ext cx="288290" cy="511809"/>
            </a:xfrm>
            <a:custGeom>
              <a:rect b="b" l="l" r="r" t="t"/>
              <a:pathLst>
                <a:path extrusionOk="0" h="511810" w="288290">
                  <a:moveTo>
                    <a:pt x="287959" y="313867"/>
                  </a:moveTo>
                  <a:lnTo>
                    <a:pt x="270256" y="313867"/>
                  </a:lnTo>
                  <a:lnTo>
                    <a:pt x="270256" y="394881"/>
                  </a:lnTo>
                  <a:lnTo>
                    <a:pt x="3987" y="394881"/>
                  </a:lnTo>
                  <a:lnTo>
                    <a:pt x="0" y="398856"/>
                  </a:lnTo>
                  <a:lnTo>
                    <a:pt x="0" y="507314"/>
                  </a:lnTo>
                  <a:lnTo>
                    <a:pt x="3987" y="511301"/>
                  </a:lnTo>
                  <a:lnTo>
                    <a:pt x="283984" y="511301"/>
                  </a:lnTo>
                  <a:lnTo>
                    <a:pt x="287959" y="507314"/>
                  </a:lnTo>
                  <a:lnTo>
                    <a:pt x="287959" y="493598"/>
                  </a:lnTo>
                  <a:lnTo>
                    <a:pt x="17703" y="493598"/>
                  </a:lnTo>
                  <a:lnTo>
                    <a:pt x="17703" y="412584"/>
                  </a:lnTo>
                  <a:lnTo>
                    <a:pt x="287959" y="412584"/>
                  </a:lnTo>
                  <a:lnTo>
                    <a:pt x="287959" y="313867"/>
                  </a:lnTo>
                  <a:close/>
                </a:path>
                <a:path extrusionOk="0" h="511810" w="288290">
                  <a:moveTo>
                    <a:pt x="287959" y="412584"/>
                  </a:moveTo>
                  <a:lnTo>
                    <a:pt x="270256" y="412584"/>
                  </a:lnTo>
                  <a:lnTo>
                    <a:pt x="270256" y="493598"/>
                  </a:lnTo>
                  <a:lnTo>
                    <a:pt x="287959" y="493598"/>
                  </a:lnTo>
                  <a:lnTo>
                    <a:pt x="287959" y="412584"/>
                  </a:lnTo>
                  <a:close/>
                </a:path>
                <a:path extrusionOk="0" h="511810" w="288290">
                  <a:moveTo>
                    <a:pt x="255651" y="0"/>
                  </a:moveTo>
                  <a:lnTo>
                    <a:pt x="32308" y="0"/>
                  </a:lnTo>
                  <a:lnTo>
                    <a:pt x="19746" y="2558"/>
                  </a:lnTo>
                  <a:lnTo>
                    <a:pt x="9460" y="9517"/>
                  </a:lnTo>
                  <a:lnTo>
                    <a:pt x="4061" y="17487"/>
                  </a:lnTo>
                  <a:lnTo>
                    <a:pt x="2540" y="19797"/>
                  </a:lnTo>
                  <a:lnTo>
                    <a:pt x="0" y="32321"/>
                  </a:lnTo>
                  <a:lnTo>
                    <a:pt x="0" y="373849"/>
                  </a:lnTo>
                  <a:lnTo>
                    <a:pt x="3987" y="377837"/>
                  </a:lnTo>
                  <a:lnTo>
                    <a:pt x="13716" y="377837"/>
                  </a:lnTo>
                  <a:lnTo>
                    <a:pt x="17703" y="373849"/>
                  </a:lnTo>
                  <a:lnTo>
                    <a:pt x="17703" y="313867"/>
                  </a:lnTo>
                  <a:lnTo>
                    <a:pt x="287959" y="313867"/>
                  </a:lnTo>
                  <a:lnTo>
                    <a:pt x="287959" y="296163"/>
                  </a:lnTo>
                  <a:lnTo>
                    <a:pt x="17703" y="296163"/>
                  </a:lnTo>
                  <a:lnTo>
                    <a:pt x="17703" y="215150"/>
                  </a:lnTo>
                  <a:lnTo>
                    <a:pt x="287959" y="215150"/>
                  </a:lnTo>
                  <a:lnTo>
                    <a:pt x="287959" y="201421"/>
                  </a:lnTo>
                  <a:lnTo>
                    <a:pt x="283984" y="197434"/>
                  </a:lnTo>
                  <a:lnTo>
                    <a:pt x="17703" y="197434"/>
                  </a:lnTo>
                  <a:lnTo>
                    <a:pt x="17703" y="116420"/>
                  </a:lnTo>
                  <a:lnTo>
                    <a:pt x="287959" y="116420"/>
                  </a:lnTo>
                  <a:lnTo>
                    <a:pt x="287959" y="98501"/>
                  </a:lnTo>
                  <a:lnTo>
                    <a:pt x="17703" y="98501"/>
                  </a:lnTo>
                  <a:lnTo>
                    <a:pt x="17703" y="24129"/>
                  </a:lnTo>
                  <a:lnTo>
                    <a:pt x="24130" y="17487"/>
                  </a:lnTo>
                  <a:lnTo>
                    <a:pt x="283882" y="17487"/>
                  </a:lnTo>
                  <a:lnTo>
                    <a:pt x="278530" y="9517"/>
                  </a:lnTo>
                  <a:lnTo>
                    <a:pt x="268264" y="2558"/>
                  </a:lnTo>
                  <a:lnTo>
                    <a:pt x="255651" y="0"/>
                  </a:lnTo>
                  <a:close/>
                </a:path>
                <a:path extrusionOk="0" h="511810" w="288290">
                  <a:moveTo>
                    <a:pt x="287959" y="215150"/>
                  </a:moveTo>
                  <a:lnTo>
                    <a:pt x="270256" y="215150"/>
                  </a:lnTo>
                  <a:lnTo>
                    <a:pt x="270256" y="296163"/>
                  </a:lnTo>
                  <a:lnTo>
                    <a:pt x="287959" y="296163"/>
                  </a:lnTo>
                  <a:lnTo>
                    <a:pt x="287959" y="215150"/>
                  </a:lnTo>
                  <a:close/>
                </a:path>
                <a:path extrusionOk="0" h="511810" w="288290">
                  <a:moveTo>
                    <a:pt x="287959" y="116420"/>
                  </a:moveTo>
                  <a:lnTo>
                    <a:pt x="270256" y="116420"/>
                  </a:lnTo>
                  <a:lnTo>
                    <a:pt x="270256" y="175971"/>
                  </a:lnTo>
                  <a:lnTo>
                    <a:pt x="274243" y="179946"/>
                  </a:lnTo>
                  <a:lnTo>
                    <a:pt x="283984" y="179946"/>
                  </a:lnTo>
                  <a:lnTo>
                    <a:pt x="287959" y="175971"/>
                  </a:lnTo>
                  <a:lnTo>
                    <a:pt x="287959" y="116420"/>
                  </a:lnTo>
                  <a:close/>
                </a:path>
                <a:path extrusionOk="0" h="511810" w="288290">
                  <a:moveTo>
                    <a:pt x="283882" y="17487"/>
                  </a:moveTo>
                  <a:lnTo>
                    <a:pt x="263613" y="17487"/>
                  </a:lnTo>
                  <a:lnTo>
                    <a:pt x="270256" y="24129"/>
                  </a:lnTo>
                  <a:lnTo>
                    <a:pt x="270256" y="98501"/>
                  </a:lnTo>
                  <a:lnTo>
                    <a:pt x="287959" y="98501"/>
                  </a:lnTo>
                  <a:lnTo>
                    <a:pt x="287959" y="32321"/>
                  </a:lnTo>
                  <a:lnTo>
                    <a:pt x="285433" y="19797"/>
                  </a:lnTo>
                  <a:lnTo>
                    <a:pt x="283882" y="17487"/>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41" name="Google Shape;441;p16"/>
            <p:cNvPicPr preferRelativeResize="0"/>
            <p:nvPr/>
          </p:nvPicPr>
          <p:blipFill rotWithShape="1">
            <a:blip r:embed="rId4">
              <a:alphaModFix/>
            </a:blip>
            <a:srcRect b="0" l="0" r="0" t="0"/>
            <a:stretch/>
          </p:blipFill>
          <p:spPr>
            <a:xfrm>
              <a:off x="7193082" y="4114653"/>
              <a:ext cx="131927" cy="153606"/>
            </a:xfrm>
            <a:prstGeom prst="rect">
              <a:avLst/>
            </a:prstGeom>
            <a:noFill/>
            <a:ln>
              <a:noFill/>
            </a:ln>
          </p:spPr>
        </p:pic>
        <p:sp>
          <p:nvSpPr>
            <p:cNvPr id="442" name="Google Shape;442;p16"/>
            <p:cNvSpPr/>
            <p:nvPr/>
          </p:nvSpPr>
          <p:spPr>
            <a:xfrm>
              <a:off x="6954253" y="4173308"/>
              <a:ext cx="661035" cy="667385"/>
            </a:xfrm>
            <a:custGeom>
              <a:rect b="b" l="l" r="r" t="t"/>
              <a:pathLst>
                <a:path extrusionOk="0" h="667385" w="661034">
                  <a:moveTo>
                    <a:pt x="17919" y="607580"/>
                  </a:moveTo>
                  <a:lnTo>
                    <a:pt x="17703" y="606920"/>
                  </a:lnTo>
                  <a:lnTo>
                    <a:pt x="17703" y="606475"/>
                  </a:lnTo>
                  <a:lnTo>
                    <a:pt x="17475" y="605815"/>
                  </a:lnTo>
                  <a:lnTo>
                    <a:pt x="17259" y="605370"/>
                  </a:lnTo>
                  <a:lnTo>
                    <a:pt x="17043" y="604710"/>
                  </a:lnTo>
                  <a:lnTo>
                    <a:pt x="16814" y="604266"/>
                  </a:lnTo>
                  <a:lnTo>
                    <a:pt x="16370" y="603821"/>
                  </a:lnTo>
                  <a:lnTo>
                    <a:pt x="16154" y="603377"/>
                  </a:lnTo>
                  <a:lnTo>
                    <a:pt x="14376" y="601611"/>
                  </a:lnTo>
                  <a:lnTo>
                    <a:pt x="13500" y="601167"/>
                  </a:lnTo>
                  <a:lnTo>
                    <a:pt x="12827" y="600722"/>
                  </a:lnTo>
                  <a:lnTo>
                    <a:pt x="11950" y="600278"/>
                  </a:lnTo>
                  <a:lnTo>
                    <a:pt x="11277" y="600062"/>
                  </a:lnTo>
                  <a:lnTo>
                    <a:pt x="10617" y="600062"/>
                  </a:lnTo>
                  <a:lnTo>
                    <a:pt x="7747" y="599389"/>
                  </a:lnTo>
                  <a:lnTo>
                    <a:pt x="4648" y="600506"/>
                  </a:lnTo>
                  <a:lnTo>
                    <a:pt x="2209" y="602932"/>
                  </a:lnTo>
                  <a:lnTo>
                    <a:pt x="1981" y="603377"/>
                  </a:lnTo>
                  <a:lnTo>
                    <a:pt x="1549" y="603821"/>
                  </a:lnTo>
                  <a:lnTo>
                    <a:pt x="1320" y="604266"/>
                  </a:lnTo>
                  <a:lnTo>
                    <a:pt x="876" y="604926"/>
                  </a:lnTo>
                  <a:lnTo>
                    <a:pt x="431" y="605815"/>
                  </a:lnTo>
                  <a:lnTo>
                    <a:pt x="215" y="606475"/>
                  </a:lnTo>
                  <a:lnTo>
                    <a:pt x="215" y="607580"/>
                  </a:lnTo>
                  <a:lnTo>
                    <a:pt x="0" y="608025"/>
                  </a:lnTo>
                  <a:lnTo>
                    <a:pt x="0" y="611124"/>
                  </a:lnTo>
                  <a:lnTo>
                    <a:pt x="876" y="613333"/>
                  </a:lnTo>
                  <a:lnTo>
                    <a:pt x="2654" y="614883"/>
                  </a:lnTo>
                  <a:lnTo>
                    <a:pt x="4419" y="616661"/>
                  </a:lnTo>
                  <a:lnTo>
                    <a:pt x="6629" y="617550"/>
                  </a:lnTo>
                  <a:lnTo>
                    <a:pt x="9956" y="617550"/>
                  </a:lnTo>
                  <a:lnTo>
                    <a:pt x="11277" y="617105"/>
                  </a:lnTo>
                  <a:lnTo>
                    <a:pt x="11722" y="617105"/>
                  </a:lnTo>
                  <a:lnTo>
                    <a:pt x="12395" y="616877"/>
                  </a:lnTo>
                  <a:lnTo>
                    <a:pt x="12827" y="616661"/>
                  </a:lnTo>
                  <a:lnTo>
                    <a:pt x="13500" y="616432"/>
                  </a:lnTo>
                  <a:lnTo>
                    <a:pt x="14376" y="615556"/>
                  </a:lnTo>
                  <a:lnTo>
                    <a:pt x="14820" y="615327"/>
                  </a:lnTo>
                  <a:lnTo>
                    <a:pt x="16814" y="613333"/>
                  </a:lnTo>
                  <a:lnTo>
                    <a:pt x="17919" y="610908"/>
                  </a:lnTo>
                  <a:lnTo>
                    <a:pt x="17919" y="607580"/>
                  </a:lnTo>
                  <a:close/>
                </a:path>
                <a:path extrusionOk="0" h="667385" w="661034">
                  <a:moveTo>
                    <a:pt x="17919" y="410159"/>
                  </a:moveTo>
                  <a:lnTo>
                    <a:pt x="17703" y="409486"/>
                  </a:lnTo>
                  <a:lnTo>
                    <a:pt x="17703" y="408825"/>
                  </a:lnTo>
                  <a:lnTo>
                    <a:pt x="17475" y="408381"/>
                  </a:lnTo>
                  <a:lnTo>
                    <a:pt x="17259" y="407720"/>
                  </a:lnTo>
                  <a:lnTo>
                    <a:pt x="17043" y="407276"/>
                  </a:lnTo>
                  <a:lnTo>
                    <a:pt x="16814" y="406615"/>
                  </a:lnTo>
                  <a:lnTo>
                    <a:pt x="16370" y="406171"/>
                  </a:lnTo>
                  <a:lnTo>
                    <a:pt x="16154" y="405726"/>
                  </a:lnTo>
                  <a:lnTo>
                    <a:pt x="15265" y="404837"/>
                  </a:lnTo>
                  <a:lnTo>
                    <a:pt x="13500" y="403288"/>
                  </a:lnTo>
                  <a:lnTo>
                    <a:pt x="11277" y="402183"/>
                  </a:lnTo>
                  <a:lnTo>
                    <a:pt x="6858" y="402183"/>
                  </a:lnTo>
                  <a:lnTo>
                    <a:pt x="4419" y="403072"/>
                  </a:lnTo>
                  <a:lnTo>
                    <a:pt x="2870" y="404837"/>
                  </a:lnTo>
                  <a:lnTo>
                    <a:pt x="2425" y="405282"/>
                  </a:lnTo>
                  <a:lnTo>
                    <a:pt x="2209" y="405726"/>
                  </a:lnTo>
                  <a:lnTo>
                    <a:pt x="1765" y="406171"/>
                  </a:lnTo>
                  <a:lnTo>
                    <a:pt x="1549" y="406615"/>
                  </a:lnTo>
                  <a:lnTo>
                    <a:pt x="1104" y="407060"/>
                  </a:lnTo>
                  <a:lnTo>
                    <a:pt x="876" y="407720"/>
                  </a:lnTo>
                  <a:lnTo>
                    <a:pt x="660" y="408165"/>
                  </a:lnTo>
                  <a:lnTo>
                    <a:pt x="431" y="408825"/>
                  </a:lnTo>
                  <a:lnTo>
                    <a:pt x="431" y="410159"/>
                  </a:lnTo>
                  <a:lnTo>
                    <a:pt x="215" y="410603"/>
                  </a:lnTo>
                  <a:lnTo>
                    <a:pt x="215" y="412369"/>
                  </a:lnTo>
                  <a:lnTo>
                    <a:pt x="431" y="413029"/>
                  </a:lnTo>
                  <a:lnTo>
                    <a:pt x="431" y="413702"/>
                  </a:lnTo>
                  <a:lnTo>
                    <a:pt x="660" y="414134"/>
                  </a:lnTo>
                  <a:lnTo>
                    <a:pt x="876" y="414807"/>
                  </a:lnTo>
                  <a:lnTo>
                    <a:pt x="1104" y="415251"/>
                  </a:lnTo>
                  <a:lnTo>
                    <a:pt x="1320" y="415912"/>
                  </a:lnTo>
                  <a:lnTo>
                    <a:pt x="2209" y="416801"/>
                  </a:lnTo>
                  <a:lnTo>
                    <a:pt x="2425" y="417233"/>
                  </a:lnTo>
                  <a:lnTo>
                    <a:pt x="2870" y="417677"/>
                  </a:lnTo>
                  <a:lnTo>
                    <a:pt x="4648" y="419227"/>
                  </a:lnTo>
                  <a:lnTo>
                    <a:pt x="6858" y="420331"/>
                  </a:lnTo>
                  <a:lnTo>
                    <a:pt x="11506" y="420331"/>
                  </a:lnTo>
                  <a:lnTo>
                    <a:pt x="13716" y="419455"/>
                  </a:lnTo>
                  <a:lnTo>
                    <a:pt x="15265" y="417677"/>
                  </a:lnTo>
                  <a:lnTo>
                    <a:pt x="16154" y="416801"/>
                  </a:lnTo>
                  <a:lnTo>
                    <a:pt x="16598" y="415912"/>
                  </a:lnTo>
                  <a:lnTo>
                    <a:pt x="17043" y="415251"/>
                  </a:lnTo>
                  <a:lnTo>
                    <a:pt x="17475" y="414362"/>
                  </a:lnTo>
                  <a:lnTo>
                    <a:pt x="17703" y="413702"/>
                  </a:lnTo>
                  <a:lnTo>
                    <a:pt x="17703" y="413029"/>
                  </a:lnTo>
                  <a:lnTo>
                    <a:pt x="17919" y="412369"/>
                  </a:lnTo>
                  <a:lnTo>
                    <a:pt x="17919" y="410159"/>
                  </a:lnTo>
                  <a:close/>
                </a:path>
                <a:path extrusionOk="0" h="667385" w="661034">
                  <a:moveTo>
                    <a:pt x="18148" y="508863"/>
                  </a:moveTo>
                  <a:lnTo>
                    <a:pt x="17932" y="508203"/>
                  </a:lnTo>
                  <a:lnTo>
                    <a:pt x="17932" y="507542"/>
                  </a:lnTo>
                  <a:lnTo>
                    <a:pt x="17703" y="507098"/>
                  </a:lnTo>
                  <a:lnTo>
                    <a:pt x="17487" y="506425"/>
                  </a:lnTo>
                  <a:lnTo>
                    <a:pt x="17259" y="505993"/>
                  </a:lnTo>
                  <a:lnTo>
                    <a:pt x="17043" y="505320"/>
                  </a:lnTo>
                  <a:lnTo>
                    <a:pt x="16598" y="504875"/>
                  </a:lnTo>
                  <a:lnTo>
                    <a:pt x="16383" y="504444"/>
                  </a:lnTo>
                  <a:lnTo>
                    <a:pt x="14605" y="502666"/>
                  </a:lnTo>
                  <a:lnTo>
                    <a:pt x="13728" y="502221"/>
                  </a:lnTo>
                  <a:lnTo>
                    <a:pt x="13055" y="501777"/>
                  </a:lnTo>
                  <a:lnTo>
                    <a:pt x="12179" y="501345"/>
                  </a:lnTo>
                  <a:lnTo>
                    <a:pt x="11506" y="501116"/>
                  </a:lnTo>
                  <a:lnTo>
                    <a:pt x="10845" y="501116"/>
                  </a:lnTo>
                  <a:lnTo>
                    <a:pt x="7962" y="500456"/>
                  </a:lnTo>
                  <a:lnTo>
                    <a:pt x="4864" y="501561"/>
                  </a:lnTo>
                  <a:lnTo>
                    <a:pt x="2438" y="503999"/>
                  </a:lnTo>
                  <a:lnTo>
                    <a:pt x="2209" y="504444"/>
                  </a:lnTo>
                  <a:lnTo>
                    <a:pt x="1765" y="504875"/>
                  </a:lnTo>
                  <a:lnTo>
                    <a:pt x="1549" y="505320"/>
                  </a:lnTo>
                  <a:lnTo>
                    <a:pt x="1104" y="505993"/>
                  </a:lnTo>
                  <a:lnTo>
                    <a:pt x="660" y="506869"/>
                  </a:lnTo>
                  <a:lnTo>
                    <a:pt x="444" y="507542"/>
                  </a:lnTo>
                  <a:lnTo>
                    <a:pt x="444" y="508863"/>
                  </a:lnTo>
                  <a:lnTo>
                    <a:pt x="215" y="509308"/>
                  </a:lnTo>
                  <a:lnTo>
                    <a:pt x="215" y="512191"/>
                  </a:lnTo>
                  <a:lnTo>
                    <a:pt x="1104" y="514616"/>
                  </a:lnTo>
                  <a:lnTo>
                    <a:pt x="4648" y="517715"/>
                  </a:lnTo>
                  <a:lnTo>
                    <a:pt x="6858" y="518820"/>
                  </a:lnTo>
                  <a:lnTo>
                    <a:pt x="10401" y="518820"/>
                  </a:lnTo>
                  <a:lnTo>
                    <a:pt x="10845" y="518604"/>
                  </a:lnTo>
                  <a:lnTo>
                    <a:pt x="11506" y="518388"/>
                  </a:lnTo>
                  <a:lnTo>
                    <a:pt x="11950" y="518388"/>
                  </a:lnTo>
                  <a:lnTo>
                    <a:pt x="12611" y="518160"/>
                  </a:lnTo>
                  <a:lnTo>
                    <a:pt x="13055" y="517944"/>
                  </a:lnTo>
                  <a:lnTo>
                    <a:pt x="13728" y="517715"/>
                  </a:lnTo>
                  <a:lnTo>
                    <a:pt x="14160" y="517271"/>
                  </a:lnTo>
                  <a:lnTo>
                    <a:pt x="14605" y="517055"/>
                  </a:lnTo>
                  <a:lnTo>
                    <a:pt x="17043" y="514616"/>
                  </a:lnTo>
                  <a:lnTo>
                    <a:pt x="18148" y="512191"/>
                  </a:lnTo>
                  <a:lnTo>
                    <a:pt x="18148" y="508863"/>
                  </a:lnTo>
                  <a:close/>
                </a:path>
                <a:path extrusionOk="0" h="667385" w="661034">
                  <a:moveTo>
                    <a:pt x="18364" y="311200"/>
                  </a:moveTo>
                  <a:lnTo>
                    <a:pt x="18148" y="310540"/>
                  </a:lnTo>
                  <a:lnTo>
                    <a:pt x="18148" y="309880"/>
                  </a:lnTo>
                  <a:lnTo>
                    <a:pt x="17703" y="308991"/>
                  </a:lnTo>
                  <a:lnTo>
                    <a:pt x="17043" y="308546"/>
                  </a:lnTo>
                  <a:lnTo>
                    <a:pt x="16814" y="308102"/>
                  </a:lnTo>
                  <a:lnTo>
                    <a:pt x="16598" y="307441"/>
                  </a:lnTo>
                  <a:lnTo>
                    <a:pt x="16383" y="306997"/>
                  </a:lnTo>
                  <a:lnTo>
                    <a:pt x="13716" y="304342"/>
                  </a:lnTo>
                  <a:lnTo>
                    <a:pt x="11506" y="303453"/>
                  </a:lnTo>
                  <a:lnTo>
                    <a:pt x="7086" y="303453"/>
                  </a:lnTo>
                  <a:lnTo>
                    <a:pt x="4648" y="304342"/>
                  </a:lnTo>
                  <a:lnTo>
                    <a:pt x="3098" y="306108"/>
                  </a:lnTo>
                  <a:lnTo>
                    <a:pt x="2654" y="306552"/>
                  </a:lnTo>
                  <a:lnTo>
                    <a:pt x="2438" y="306997"/>
                  </a:lnTo>
                  <a:lnTo>
                    <a:pt x="1993" y="307441"/>
                  </a:lnTo>
                  <a:lnTo>
                    <a:pt x="1765" y="307886"/>
                  </a:lnTo>
                  <a:lnTo>
                    <a:pt x="1320" y="308546"/>
                  </a:lnTo>
                  <a:lnTo>
                    <a:pt x="889" y="309435"/>
                  </a:lnTo>
                  <a:lnTo>
                    <a:pt x="660" y="310095"/>
                  </a:lnTo>
                  <a:lnTo>
                    <a:pt x="660" y="311200"/>
                  </a:lnTo>
                  <a:lnTo>
                    <a:pt x="444" y="311645"/>
                  </a:lnTo>
                  <a:lnTo>
                    <a:pt x="444" y="313423"/>
                  </a:lnTo>
                  <a:lnTo>
                    <a:pt x="660" y="314083"/>
                  </a:lnTo>
                  <a:lnTo>
                    <a:pt x="660" y="314744"/>
                  </a:lnTo>
                  <a:lnTo>
                    <a:pt x="889" y="315188"/>
                  </a:lnTo>
                  <a:lnTo>
                    <a:pt x="1104" y="315849"/>
                  </a:lnTo>
                  <a:lnTo>
                    <a:pt x="1320" y="316293"/>
                  </a:lnTo>
                  <a:lnTo>
                    <a:pt x="1549" y="316953"/>
                  </a:lnTo>
                  <a:lnTo>
                    <a:pt x="2438" y="317842"/>
                  </a:lnTo>
                  <a:lnTo>
                    <a:pt x="2654" y="318287"/>
                  </a:lnTo>
                  <a:lnTo>
                    <a:pt x="4864" y="320497"/>
                  </a:lnTo>
                  <a:lnTo>
                    <a:pt x="7086" y="321386"/>
                  </a:lnTo>
                  <a:lnTo>
                    <a:pt x="10401" y="321386"/>
                  </a:lnTo>
                  <a:lnTo>
                    <a:pt x="11061" y="321170"/>
                  </a:lnTo>
                  <a:lnTo>
                    <a:pt x="11734" y="321170"/>
                  </a:lnTo>
                  <a:lnTo>
                    <a:pt x="12166" y="320941"/>
                  </a:lnTo>
                  <a:lnTo>
                    <a:pt x="13500" y="320497"/>
                  </a:lnTo>
                  <a:lnTo>
                    <a:pt x="13944" y="320281"/>
                  </a:lnTo>
                  <a:lnTo>
                    <a:pt x="14389" y="319836"/>
                  </a:lnTo>
                  <a:lnTo>
                    <a:pt x="14833" y="319620"/>
                  </a:lnTo>
                  <a:lnTo>
                    <a:pt x="16598" y="317842"/>
                  </a:lnTo>
                  <a:lnTo>
                    <a:pt x="17043" y="316953"/>
                  </a:lnTo>
                  <a:lnTo>
                    <a:pt x="17487" y="316293"/>
                  </a:lnTo>
                  <a:lnTo>
                    <a:pt x="17703" y="315849"/>
                  </a:lnTo>
                  <a:lnTo>
                    <a:pt x="17932" y="315188"/>
                  </a:lnTo>
                  <a:lnTo>
                    <a:pt x="18148" y="314744"/>
                  </a:lnTo>
                  <a:lnTo>
                    <a:pt x="18148" y="314083"/>
                  </a:lnTo>
                  <a:lnTo>
                    <a:pt x="18364" y="313423"/>
                  </a:lnTo>
                  <a:lnTo>
                    <a:pt x="18364" y="311200"/>
                  </a:lnTo>
                  <a:close/>
                </a:path>
                <a:path extrusionOk="0" h="667385" w="661034">
                  <a:moveTo>
                    <a:pt x="18364" y="212483"/>
                  </a:moveTo>
                  <a:lnTo>
                    <a:pt x="18148" y="211823"/>
                  </a:lnTo>
                  <a:lnTo>
                    <a:pt x="18148" y="211150"/>
                  </a:lnTo>
                  <a:lnTo>
                    <a:pt x="17932" y="210718"/>
                  </a:lnTo>
                  <a:lnTo>
                    <a:pt x="17703" y="210045"/>
                  </a:lnTo>
                  <a:lnTo>
                    <a:pt x="17487" y="209600"/>
                  </a:lnTo>
                  <a:lnTo>
                    <a:pt x="17259" y="208940"/>
                  </a:lnTo>
                  <a:lnTo>
                    <a:pt x="16814" y="208495"/>
                  </a:lnTo>
                  <a:lnTo>
                    <a:pt x="16598" y="208051"/>
                  </a:lnTo>
                  <a:lnTo>
                    <a:pt x="14833" y="206286"/>
                  </a:lnTo>
                  <a:lnTo>
                    <a:pt x="13944" y="205841"/>
                  </a:lnTo>
                  <a:lnTo>
                    <a:pt x="13284" y="205397"/>
                  </a:lnTo>
                  <a:lnTo>
                    <a:pt x="12395" y="204952"/>
                  </a:lnTo>
                  <a:lnTo>
                    <a:pt x="11734" y="204736"/>
                  </a:lnTo>
                  <a:lnTo>
                    <a:pt x="11061" y="204736"/>
                  </a:lnTo>
                  <a:lnTo>
                    <a:pt x="8191" y="204076"/>
                  </a:lnTo>
                  <a:lnTo>
                    <a:pt x="5092" y="205181"/>
                  </a:lnTo>
                  <a:lnTo>
                    <a:pt x="2654" y="207619"/>
                  </a:lnTo>
                  <a:lnTo>
                    <a:pt x="2438" y="208051"/>
                  </a:lnTo>
                  <a:lnTo>
                    <a:pt x="1993" y="208495"/>
                  </a:lnTo>
                  <a:lnTo>
                    <a:pt x="1765" y="208940"/>
                  </a:lnTo>
                  <a:lnTo>
                    <a:pt x="1320" y="209384"/>
                  </a:lnTo>
                  <a:lnTo>
                    <a:pt x="889" y="210718"/>
                  </a:lnTo>
                  <a:lnTo>
                    <a:pt x="660" y="211150"/>
                  </a:lnTo>
                  <a:lnTo>
                    <a:pt x="660" y="212483"/>
                  </a:lnTo>
                  <a:lnTo>
                    <a:pt x="444" y="212928"/>
                  </a:lnTo>
                  <a:lnTo>
                    <a:pt x="444" y="214693"/>
                  </a:lnTo>
                  <a:lnTo>
                    <a:pt x="660" y="215366"/>
                  </a:lnTo>
                  <a:lnTo>
                    <a:pt x="660" y="216027"/>
                  </a:lnTo>
                  <a:lnTo>
                    <a:pt x="889" y="216471"/>
                  </a:lnTo>
                  <a:lnTo>
                    <a:pt x="1104" y="217131"/>
                  </a:lnTo>
                  <a:lnTo>
                    <a:pt x="1320" y="217576"/>
                  </a:lnTo>
                  <a:lnTo>
                    <a:pt x="1549" y="218236"/>
                  </a:lnTo>
                  <a:lnTo>
                    <a:pt x="2438" y="219125"/>
                  </a:lnTo>
                  <a:lnTo>
                    <a:pt x="2654" y="219570"/>
                  </a:lnTo>
                  <a:lnTo>
                    <a:pt x="4864" y="221780"/>
                  </a:lnTo>
                  <a:lnTo>
                    <a:pt x="7086" y="222669"/>
                  </a:lnTo>
                  <a:lnTo>
                    <a:pt x="10401" y="222669"/>
                  </a:lnTo>
                  <a:lnTo>
                    <a:pt x="11734" y="222224"/>
                  </a:lnTo>
                  <a:lnTo>
                    <a:pt x="12166" y="222224"/>
                  </a:lnTo>
                  <a:lnTo>
                    <a:pt x="13500" y="221780"/>
                  </a:lnTo>
                  <a:lnTo>
                    <a:pt x="13944" y="221564"/>
                  </a:lnTo>
                  <a:lnTo>
                    <a:pt x="14389" y="221119"/>
                  </a:lnTo>
                  <a:lnTo>
                    <a:pt x="14833" y="220891"/>
                  </a:lnTo>
                  <a:lnTo>
                    <a:pt x="16598" y="219125"/>
                  </a:lnTo>
                  <a:lnTo>
                    <a:pt x="17043" y="218236"/>
                  </a:lnTo>
                  <a:lnTo>
                    <a:pt x="17487" y="217576"/>
                  </a:lnTo>
                  <a:lnTo>
                    <a:pt x="17932" y="216687"/>
                  </a:lnTo>
                  <a:lnTo>
                    <a:pt x="18148" y="216027"/>
                  </a:lnTo>
                  <a:lnTo>
                    <a:pt x="18148" y="215366"/>
                  </a:lnTo>
                  <a:lnTo>
                    <a:pt x="18364" y="214693"/>
                  </a:lnTo>
                  <a:lnTo>
                    <a:pt x="18364" y="212483"/>
                  </a:lnTo>
                  <a:close/>
                </a:path>
                <a:path extrusionOk="0" h="667385" w="661034">
                  <a:moveTo>
                    <a:pt x="52895" y="508863"/>
                  </a:moveTo>
                  <a:lnTo>
                    <a:pt x="52679" y="508203"/>
                  </a:lnTo>
                  <a:lnTo>
                    <a:pt x="52679" y="507542"/>
                  </a:lnTo>
                  <a:lnTo>
                    <a:pt x="52451" y="507098"/>
                  </a:lnTo>
                  <a:lnTo>
                    <a:pt x="52235" y="506425"/>
                  </a:lnTo>
                  <a:lnTo>
                    <a:pt x="52006" y="505993"/>
                  </a:lnTo>
                  <a:lnTo>
                    <a:pt x="51790" y="505320"/>
                  </a:lnTo>
                  <a:lnTo>
                    <a:pt x="51346" y="504875"/>
                  </a:lnTo>
                  <a:lnTo>
                    <a:pt x="51130" y="504444"/>
                  </a:lnTo>
                  <a:lnTo>
                    <a:pt x="49352" y="502666"/>
                  </a:lnTo>
                  <a:lnTo>
                    <a:pt x="48475" y="502221"/>
                  </a:lnTo>
                  <a:lnTo>
                    <a:pt x="48031" y="501777"/>
                  </a:lnTo>
                  <a:lnTo>
                    <a:pt x="47358" y="501561"/>
                  </a:lnTo>
                  <a:lnTo>
                    <a:pt x="46926" y="501345"/>
                  </a:lnTo>
                  <a:lnTo>
                    <a:pt x="46253" y="501116"/>
                  </a:lnTo>
                  <a:lnTo>
                    <a:pt x="45593" y="501116"/>
                  </a:lnTo>
                  <a:lnTo>
                    <a:pt x="42710" y="500456"/>
                  </a:lnTo>
                  <a:lnTo>
                    <a:pt x="39611" y="501561"/>
                  </a:lnTo>
                  <a:lnTo>
                    <a:pt x="37185" y="503999"/>
                  </a:lnTo>
                  <a:lnTo>
                    <a:pt x="36957" y="504444"/>
                  </a:lnTo>
                  <a:lnTo>
                    <a:pt x="36512" y="504875"/>
                  </a:lnTo>
                  <a:lnTo>
                    <a:pt x="36296" y="505320"/>
                  </a:lnTo>
                  <a:lnTo>
                    <a:pt x="35852" y="505993"/>
                  </a:lnTo>
                  <a:lnTo>
                    <a:pt x="35407" y="506869"/>
                  </a:lnTo>
                  <a:lnTo>
                    <a:pt x="35191" y="507542"/>
                  </a:lnTo>
                  <a:lnTo>
                    <a:pt x="35191" y="508203"/>
                  </a:lnTo>
                  <a:lnTo>
                    <a:pt x="34963" y="508863"/>
                  </a:lnTo>
                  <a:lnTo>
                    <a:pt x="34963" y="512191"/>
                  </a:lnTo>
                  <a:lnTo>
                    <a:pt x="35852" y="514616"/>
                  </a:lnTo>
                  <a:lnTo>
                    <a:pt x="37630" y="516166"/>
                  </a:lnTo>
                  <a:lnTo>
                    <a:pt x="39179" y="517715"/>
                  </a:lnTo>
                  <a:lnTo>
                    <a:pt x="41605" y="518820"/>
                  </a:lnTo>
                  <a:lnTo>
                    <a:pt x="45148" y="518820"/>
                  </a:lnTo>
                  <a:lnTo>
                    <a:pt x="45593" y="518604"/>
                  </a:lnTo>
                  <a:lnTo>
                    <a:pt x="46253" y="518388"/>
                  </a:lnTo>
                  <a:lnTo>
                    <a:pt x="46697" y="518388"/>
                  </a:lnTo>
                  <a:lnTo>
                    <a:pt x="47358" y="518160"/>
                  </a:lnTo>
                  <a:lnTo>
                    <a:pt x="47802" y="517944"/>
                  </a:lnTo>
                  <a:lnTo>
                    <a:pt x="48475" y="517715"/>
                  </a:lnTo>
                  <a:lnTo>
                    <a:pt x="48907" y="517271"/>
                  </a:lnTo>
                  <a:lnTo>
                    <a:pt x="49352" y="517055"/>
                  </a:lnTo>
                  <a:lnTo>
                    <a:pt x="50241" y="516166"/>
                  </a:lnTo>
                  <a:lnTo>
                    <a:pt x="51790" y="514400"/>
                  </a:lnTo>
                  <a:lnTo>
                    <a:pt x="52895" y="512191"/>
                  </a:lnTo>
                  <a:lnTo>
                    <a:pt x="52895" y="508863"/>
                  </a:lnTo>
                  <a:close/>
                </a:path>
                <a:path extrusionOk="0" h="667385" w="661034">
                  <a:moveTo>
                    <a:pt x="52908" y="606259"/>
                  </a:moveTo>
                  <a:lnTo>
                    <a:pt x="52019" y="604050"/>
                  </a:lnTo>
                  <a:lnTo>
                    <a:pt x="50241" y="602500"/>
                  </a:lnTo>
                  <a:lnTo>
                    <a:pt x="48260" y="600278"/>
                  </a:lnTo>
                  <a:lnTo>
                    <a:pt x="45161" y="599401"/>
                  </a:lnTo>
                  <a:lnTo>
                    <a:pt x="42278" y="600062"/>
                  </a:lnTo>
                  <a:lnTo>
                    <a:pt x="41617" y="600062"/>
                  </a:lnTo>
                  <a:lnTo>
                    <a:pt x="41173" y="600278"/>
                  </a:lnTo>
                  <a:lnTo>
                    <a:pt x="40513" y="600506"/>
                  </a:lnTo>
                  <a:lnTo>
                    <a:pt x="40068" y="600722"/>
                  </a:lnTo>
                  <a:lnTo>
                    <a:pt x="39395" y="600951"/>
                  </a:lnTo>
                  <a:lnTo>
                    <a:pt x="38963" y="601395"/>
                  </a:lnTo>
                  <a:lnTo>
                    <a:pt x="38519" y="601611"/>
                  </a:lnTo>
                  <a:lnTo>
                    <a:pt x="36080" y="604050"/>
                  </a:lnTo>
                  <a:lnTo>
                    <a:pt x="34975" y="606475"/>
                  </a:lnTo>
                  <a:lnTo>
                    <a:pt x="34975" y="611124"/>
                  </a:lnTo>
                  <a:lnTo>
                    <a:pt x="35864" y="613346"/>
                  </a:lnTo>
                  <a:lnTo>
                    <a:pt x="37630" y="614895"/>
                  </a:lnTo>
                  <a:lnTo>
                    <a:pt x="39179" y="616661"/>
                  </a:lnTo>
                  <a:lnTo>
                    <a:pt x="41617" y="617550"/>
                  </a:lnTo>
                  <a:lnTo>
                    <a:pt x="44932" y="617550"/>
                  </a:lnTo>
                  <a:lnTo>
                    <a:pt x="45593" y="617321"/>
                  </a:lnTo>
                  <a:lnTo>
                    <a:pt x="46266" y="617321"/>
                  </a:lnTo>
                  <a:lnTo>
                    <a:pt x="46710" y="617105"/>
                  </a:lnTo>
                  <a:lnTo>
                    <a:pt x="47371" y="616889"/>
                  </a:lnTo>
                  <a:lnTo>
                    <a:pt x="47815" y="616661"/>
                  </a:lnTo>
                  <a:lnTo>
                    <a:pt x="48475" y="616445"/>
                  </a:lnTo>
                  <a:lnTo>
                    <a:pt x="49364" y="615556"/>
                  </a:lnTo>
                  <a:lnTo>
                    <a:pt x="49809" y="615340"/>
                  </a:lnTo>
                  <a:lnTo>
                    <a:pt x="51790" y="613346"/>
                  </a:lnTo>
                  <a:lnTo>
                    <a:pt x="52908" y="610908"/>
                  </a:lnTo>
                  <a:lnTo>
                    <a:pt x="52908" y="606259"/>
                  </a:lnTo>
                  <a:close/>
                </a:path>
                <a:path extrusionOk="0" h="667385" w="661034">
                  <a:moveTo>
                    <a:pt x="52908" y="409041"/>
                  </a:moveTo>
                  <a:lnTo>
                    <a:pt x="52019" y="406615"/>
                  </a:lnTo>
                  <a:lnTo>
                    <a:pt x="50241" y="405066"/>
                  </a:lnTo>
                  <a:lnTo>
                    <a:pt x="48260" y="402844"/>
                  </a:lnTo>
                  <a:lnTo>
                    <a:pt x="45161" y="401967"/>
                  </a:lnTo>
                  <a:lnTo>
                    <a:pt x="42278" y="402628"/>
                  </a:lnTo>
                  <a:lnTo>
                    <a:pt x="41617" y="402628"/>
                  </a:lnTo>
                  <a:lnTo>
                    <a:pt x="41173" y="402844"/>
                  </a:lnTo>
                  <a:lnTo>
                    <a:pt x="40513" y="403072"/>
                  </a:lnTo>
                  <a:lnTo>
                    <a:pt x="40068" y="403288"/>
                  </a:lnTo>
                  <a:lnTo>
                    <a:pt x="39395" y="403517"/>
                  </a:lnTo>
                  <a:lnTo>
                    <a:pt x="38519" y="404393"/>
                  </a:lnTo>
                  <a:lnTo>
                    <a:pt x="38074" y="404622"/>
                  </a:lnTo>
                  <a:lnTo>
                    <a:pt x="37630" y="405066"/>
                  </a:lnTo>
                  <a:lnTo>
                    <a:pt x="36080" y="406831"/>
                  </a:lnTo>
                  <a:lnTo>
                    <a:pt x="34975" y="409041"/>
                  </a:lnTo>
                  <a:lnTo>
                    <a:pt x="34975" y="413689"/>
                  </a:lnTo>
                  <a:lnTo>
                    <a:pt x="35864" y="415912"/>
                  </a:lnTo>
                  <a:lnTo>
                    <a:pt x="37630" y="417461"/>
                  </a:lnTo>
                  <a:lnTo>
                    <a:pt x="39179" y="419011"/>
                  </a:lnTo>
                  <a:lnTo>
                    <a:pt x="41617" y="420116"/>
                  </a:lnTo>
                  <a:lnTo>
                    <a:pt x="44932" y="420116"/>
                  </a:lnTo>
                  <a:lnTo>
                    <a:pt x="45593" y="419887"/>
                  </a:lnTo>
                  <a:lnTo>
                    <a:pt x="46266" y="419887"/>
                  </a:lnTo>
                  <a:lnTo>
                    <a:pt x="46710" y="419671"/>
                  </a:lnTo>
                  <a:lnTo>
                    <a:pt x="47371" y="419455"/>
                  </a:lnTo>
                  <a:lnTo>
                    <a:pt x="47815" y="419227"/>
                  </a:lnTo>
                  <a:lnTo>
                    <a:pt x="48475" y="419011"/>
                  </a:lnTo>
                  <a:lnTo>
                    <a:pt x="48920" y="418566"/>
                  </a:lnTo>
                  <a:lnTo>
                    <a:pt x="49364" y="418338"/>
                  </a:lnTo>
                  <a:lnTo>
                    <a:pt x="50241" y="417461"/>
                  </a:lnTo>
                  <a:lnTo>
                    <a:pt x="51790" y="415683"/>
                  </a:lnTo>
                  <a:lnTo>
                    <a:pt x="52908" y="413473"/>
                  </a:lnTo>
                  <a:lnTo>
                    <a:pt x="52908" y="409041"/>
                  </a:lnTo>
                  <a:close/>
                </a:path>
                <a:path extrusionOk="0" h="667385" w="661034">
                  <a:moveTo>
                    <a:pt x="52908" y="310095"/>
                  </a:moveTo>
                  <a:lnTo>
                    <a:pt x="52019" y="307886"/>
                  </a:lnTo>
                  <a:lnTo>
                    <a:pt x="50253" y="306336"/>
                  </a:lnTo>
                  <a:lnTo>
                    <a:pt x="49364" y="305447"/>
                  </a:lnTo>
                  <a:lnTo>
                    <a:pt x="48920" y="305231"/>
                  </a:lnTo>
                  <a:lnTo>
                    <a:pt x="48475" y="304787"/>
                  </a:lnTo>
                  <a:lnTo>
                    <a:pt x="47815" y="304558"/>
                  </a:lnTo>
                  <a:lnTo>
                    <a:pt x="47371" y="304342"/>
                  </a:lnTo>
                  <a:lnTo>
                    <a:pt x="46926" y="304126"/>
                  </a:lnTo>
                  <a:lnTo>
                    <a:pt x="46266" y="303898"/>
                  </a:lnTo>
                  <a:lnTo>
                    <a:pt x="45605" y="303898"/>
                  </a:lnTo>
                  <a:lnTo>
                    <a:pt x="42722" y="303237"/>
                  </a:lnTo>
                  <a:lnTo>
                    <a:pt x="39624" y="304342"/>
                  </a:lnTo>
                  <a:lnTo>
                    <a:pt x="36080" y="307886"/>
                  </a:lnTo>
                  <a:lnTo>
                    <a:pt x="34975" y="310324"/>
                  </a:lnTo>
                  <a:lnTo>
                    <a:pt x="34975" y="314744"/>
                  </a:lnTo>
                  <a:lnTo>
                    <a:pt x="35864" y="317182"/>
                  </a:lnTo>
                  <a:lnTo>
                    <a:pt x="37630" y="318731"/>
                  </a:lnTo>
                  <a:lnTo>
                    <a:pt x="39179" y="320497"/>
                  </a:lnTo>
                  <a:lnTo>
                    <a:pt x="41617" y="321386"/>
                  </a:lnTo>
                  <a:lnTo>
                    <a:pt x="44932" y="321386"/>
                  </a:lnTo>
                  <a:lnTo>
                    <a:pt x="45605" y="321170"/>
                  </a:lnTo>
                  <a:lnTo>
                    <a:pt x="46266" y="321170"/>
                  </a:lnTo>
                  <a:lnTo>
                    <a:pt x="46710" y="320941"/>
                  </a:lnTo>
                  <a:lnTo>
                    <a:pt x="48031" y="320497"/>
                  </a:lnTo>
                  <a:lnTo>
                    <a:pt x="48475" y="320281"/>
                  </a:lnTo>
                  <a:lnTo>
                    <a:pt x="48920" y="319836"/>
                  </a:lnTo>
                  <a:lnTo>
                    <a:pt x="49364" y="319620"/>
                  </a:lnTo>
                  <a:lnTo>
                    <a:pt x="51803" y="317182"/>
                  </a:lnTo>
                  <a:lnTo>
                    <a:pt x="52908" y="314744"/>
                  </a:lnTo>
                  <a:lnTo>
                    <a:pt x="52908" y="310095"/>
                  </a:lnTo>
                  <a:close/>
                </a:path>
                <a:path extrusionOk="0" h="667385" w="661034">
                  <a:moveTo>
                    <a:pt x="53124" y="212496"/>
                  </a:moveTo>
                  <a:lnTo>
                    <a:pt x="52895" y="211823"/>
                  </a:lnTo>
                  <a:lnTo>
                    <a:pt x="52895" y="211162"/>
                  </a:lnTo>
                  <a:lnTo>
                    <a:pt x="52679" y="210718"/>
                  </a:lnTo>
                  <a:lnTo>
                    <a:pt x="52451" y="210058"/>
                  </a:lnTo>
                  <a:lnTo>
                    <a:pt x="52235" y="209613"/>
                  </a:lnTo>
                  <a:lnTo>
                    <a:pt x="52006" y="208953"/>
                  </a:lnTo>
                  <a:lnTo>
                    <a:pt x="51574" y="208508"/>
                  </a:lnTo>
                  <a:lnTo>
                    <a:pt x="51346" y="208064"/>
                  </a:lnTo>
                  <a:lnTo>
                    <a:pt x="49580" y="206298"/>
                  </a:lnTo>
                  <a:lnTo>
                    <a:pt x="48691" y="205854"/>
                  </a:lnTo>
                  <a:lnTo>
                    <a:pt x="48247" y="205409"/>
                  </a:lnTo>
                  <a:lnTo>
                    <a:pt x="46926" y="204965"/>
                  </a:lnTo>
                  <a:lnTo>
                    <a:pt x="46482" y="204749"/>
                  </a:lnTo>
                  <a:lnTo>
                    <a:pt x="45808" y="204749"/>
                  </a:lnTo>
                  <a:lnTo>
                    <a:pt x="42938" y="204076"/>
                  </a:lnTo>
                  <a:lnTo>
                    <a:pt x="39839" y="205193"/>
                  </a:lnTo>
                  <a:lnTo>
                    <a:pt x="37401" y="207619"/>
                  </a:lnTo>
                  <a:lnTo>
                    <a:pt x="37185" y="208064"/>
                  </a:lnTo>
                  <a:lnTo>
                    <a:pt x="36741" y="208508"/>
                  </a:lnTo>
                  <a:lnTo>
                    <a:pt x="36512" y="208953"/>
                  </a:lnTo>
                  <a:lnTo>
                    <a:pt x="36080" y="209397"/>
                  </a:lnTo>
                  <a:lnTo>
                    <a:pt x="35636" y="210718"/>
                  </a:lnTo>
                  <a:lnTo>
                    <a:pt x="35407" y="211162"/>
                  </a:lnTo>
                  <a:lnTo>
                    <a:pt x="35407" y="211823"/>
                  </a:lnTo>
                  <a:lnTo>
                    <a:pt x="35191" y="212496"/>
                  </a:lnTo>
                  <a:lnTo>
                    <a:pt x="35191" y="216039"/>
                  </a:lnTo>
                  <a:lnTo>
                    <a:pt x="36080" y="218249"/>
                  </a:lnTo>
                  <a:lnTo>
                    <a:pt x="37846" y="219798"/>
                  </a:lnTo>
                  <a:lnTo>
                    <a:pt x="39395" y="221564"/>
                  </a:lnTo>
                  <a:lnTo>
                    <a:pt x="41605" y="222453"/>
                  </a:lnTo>
                  <a:lnTo>
                    <a:pt x="44043" y="222453"/>
                  </a:lnTo>
                  <a:lnTo>
                    <a:pt x="45148" y="222453"/>
                  </a:lnTo>
                  <a:lnTo>
                    <a:pt x="46482" y="222008"/>
                  </a:lnTo>
                  <a:lnTo>
                    <a:pt x="46926" y="222008"/>
                  </a:lnTo>
                  <a:lnTo>
                    <a:pt x="48247" y="221564"/>
                  </a:lnTo>
                  <a:lnTo>
                    <a:pt x="48691" y="221348"/>
                  </a:lnTo>
                  <a:lnTo>
                    <a:pt x="49136" y="220903"/>
                  </a:lnTo>
                  <a:lnTo>
                    <a:pt x="49580" y="220687"/>
                  </a:lnTo>
                  <a:lnTo>
                    <a:pt x="52006" y="218249"/>
                  </a:lnTo>
                  <a:lnTo>
                    <a:pt x="53124" y="215811"/>
                  </a:lnTo>
                  <a:lnTo>
                    <a:pt x="53124" y="212496"/>
                  </a:lnTo>
                  <a:close/>
                </a:path>
                <a:path extrusionOk="0" h="667385" w="661034">
                  <a:moveTo>
                    <a:pt x="87426" y="607580"/>
                  </a:moveTo>
                  <a:lnTo>
                    <a:pt x="87210" y="606920"/>
                  </a:lnTo>
                  <a:lnTo>
                    <a:pt x="87210" y="606475"/>
                  </a:lnTo>
                  <a:lnTo>
                    <a:pt x="86982" y="605815"/>
                  </a:lnTo>
                  <a:lnTo>
                    <a:pt x="86766" y="605370"/>
                  </a:lnTo>
                  <a:lnTo>
                    <a:pt x="86550" y="604926"/>
                  </a:lnTo>
                  <a:lnTo>
                    <a:pt x="86321" y="604266"/>
                  </a:lnTo>
                  <a:lnTo>
                    <a:pt x="85432" y="603377"/>
                  </a:lnTo>
                  <a:lnTo>
                    <a:pt x="85217" y="602932"/>
                  </a:lnTo>
                  <a:lnTo>
                    <a:pt x="83883" y="601611"/>
                  </a:lnTo>
                  <a:lnTo>
                    <a:pt x="83007" y="601167"/>
                  </a:lnTo>
                  <a:lnTo>
                    <a:pt x="82562" y="600722"/>
                  </a:lnTo>
                  <a:lnTo>
                    <a:pt x="81902" y="600506"/>
                  </a:lnTo>
                  <a:lnTo>
                    <a:pt x="81457" y="600278"/>
                  </a:lnTo>
                  <a:lnTo>
                    <a:pt x="80784" y="600062"/>
                  </a:lnTo>
                  <a:lnTo>
                    <a:pt x="80352" y="600062"/>
                  </a:lnTo>
                  <a:lnTo>
                    <a:pt x="77470" y="599389"/>
                  </a:lnTo>
                  <a:lnTo>
                    <a:pt x="74371" y="600506"/>
                  </a:lnTo>
                  <a:lnTo>
                    <a:pt x="72377" y="602488"/>
                  </a:lnTo>
                  <a:lnTo>
                    <a:pt x="70612" y="604037"/>
                  </a:lnTo>
                  <a:lnTo>
                    <a:pt x="69723" y="606475"/>
                  </a:lnTo>
                  <a:lnTo>
                    <a:pt x="69723" y="609803"/>
                  </a:lnTo>
                  <a:lnTo>
                    <a:pt x="69938" y="610463"/>
                  </a:lnTo>
                  <a:lnTo>
                    <a:pt x="69938" y="611124"/>
                  </a:lnTo>
                  <a:lnTo>
                    <a:pt x="70167" y="611568"/>
                  </a:lnTo>
                  <a:lnTo>
                    <a:pt x="70383" y="612228"/>
                  </a:lnTo>
                  <a:lnTo>
                    <a:pt x="70612" y="612673"/>
                  </a:lnTo>
                  <a:lnTo>
                    <a:pt x="70827" y="613333"/>
                  </a:lnTo>
                  <a:lnTo>
                    <a:pt x="71272" y="613778"/>
                  </a:lnTo>
                  <a:lnTo>
                    <a:pt x="71488" y="614222"/>
                  </a:lnTo>
                  <a:lnTo>
                    <a:pt x="72377" y="615111"/>
                  </a:lnTo>
                  <a:lnTo>
                    <a:pt x="73926" y="616877"/>
                  </a:lnTo>
                  <a:lnTo>
                    <a:pt x="76365" y="617766"/>
                  </a:lnTo>
                  <a:lnTo>
                    <a:pt x="79679" y="617766"/>
                  </a:lnTo>
                  <a:lnTo>
                    <a:pt x="80352" y="617550"/>
                  </a:lnTo>
                  <a:lnTo>
                    <a:pt x="81013" y="617550"/>
                  </a:lnTo>
                  <a:lnTo>
                    <a:pt x="81902" y="617105"/>
                  </a:lnTo>
                  <a:lnTo>
                    <a:pt x="82562" y="616877"/>
                  </a:lnTo>
                  <a:lnTo>
                    <a:pt x="83007" y="616661"/>
                  </a:lnTo>
                  <a:lnTo>
                    <a:pt x="83883" y="615772"/>
                  </a:lnTo>
                  <a:lnTo>
                    <a:pt x="84328" y="615556"/>
                  </a:lnTo>
                  <a:lnTo>
                    <a:pt x="85217" y="614667"/>
                  </a:lnTo>
                  <a:lnTo>
                    <a:pt x="85432" y="614222"/>
                  </a:lnTo>
                  <a:lnTo>
                    <a:pt x="85877" y="613778"/>
                  </a:lnTo>
                  <a:lnTo>
                    <a:pt x="86106" y="613333"/>
                  </a:lnTo>
                  <a:lnTo>
                    <a:pt x="86550" y="612902"/>
                  </a:lnTo>
                  <a:lnTo>
                    <a:pt x="86766" y="612228"/>
                  </a:lnTo>
                  <a:lnTo>
                    <a:pt x="86982" y="611784"/>
                  </a:lnTo>
                  <a:lnTo>
                    <a:pt x="87210" y="611124"/>
                  </a:lnTo>
                  <a:lnTo>
                    <a:pt x="87210" y="609803"/>
                  </a:lnTo>
                  <a:lnTo>
                    <a:pt x="87426" y="609358"/>
                  </a:lnTo>
                  <a:lnTo>
                    <a:pt x="87426" y="607580"/>
                  </a:lnTo>
                  <a:close/>
                </a:path>
                <a:path extrusionOk="0" h="667385" w="661034">
                  <a:moveTo>
                    <a:pt x="87426" y="508647"/>
                  </a:moveTo>
                  <a:lnTo>
                    <a:pt x="86982" y="507314"/>
                  </a:lnTo>
                  <a:lnTo>
                    <a:pt x="86982" y="506869"/>
                  </a:lnTo>
                  <a:lnTo>
                    <a:pt x="86753" y="506209"/>
                  </a:lnTo>
                  <a:lnTo>
                    <a:pt x="86537" y="505764"/>
                  </a:lnTo>
                  <a:lnTo>
                    <a:pt x="86321" y="505104"/>
                  </a:lnTo>
                  <a:lnTo>
                    <a:pt x="85432" y="504215"/>
                  </a:lnTo>
                  <a:lnTo>
                    <a:pt x="85204" y="503770"/>
                  </a:lnTo>
                  <a:lnTo>
                    <a:pt x="83883" y="502450"/>
                  </a:lnTo>
                  <a:lnTo>
                    <a:pt x="82994" y="502005"/>
                  </a:lnTo>
                  <a:lnTo>
                    <a:pt x="82550" y="501561"/>
                  </a:lnTo>
                  <a:lnTo>
                    <a:pt x="81889" y="501345"/>
                  </a:lnTo>
                  <a:lnTo>
                    <a:pt x="81445" y="501116"/>
                  </a:lnTo>
                  <a:lnTo>
                    <a:pt x="80784" y="500900"/>
                  </a:lnTo>
                  <a:lnTo>
                    <a:pt x="80340" y="500900"/>
                  </a:lnTo>
                  <a:lnTo>
                    <a:pt x="77457" y="500227"/>
                  </a:lnTo>
                  <a:lnTo>
                    <a:pt x="74358" y="501345"/>
                  </a:lnTo>
                  <a:lnTo>
                    <a:pt x="71488" y="504215"/>
                  </a:lnTo>
                  <a:lnTo>
                    <a:pt x="71259" y="504659"/>
                  </a:lnTo>
                  <a:lnTo>
                    <a:pt x="70827" y="505104"/>
                  </a:lnTo>
                  <a:lnTo>
                    <a:pt x="70599" y="505764"/>
                  </a:lnTo>
                  <a:lnTo>
                    <a:pt x="70154" y="506653"/>
                  </a:lnTo>
                  <a:lnTo>
                    <a:pt x="69938" y="507314"/>
                  </a:lnTo>
                  <a:lnTo>
                    <a:pt x="69938" y="507974"/>
                  </a:lnTo>
                  <a:lnTo>
                    <a:pt x="69710" y="508647"/>
                  </a:lnTo>
                  <a:lnTo>
                    <a:pt x="69710" y="512191"/>
                  </a:lnTo>
                  <a:lnTo>
                    <a:pt x="70599" y="514400"/>
                  </a:lnTo>
                  <a:lnTo>
                    <a:pt x="72377" y="515950"/>
                  </a:lnTo>
                  <a:lnTo>
                    <a:pt x="73926" y="517499"/>
                  </a:lnTo>
                  <a:lnTo>
                    <a:pt x="76352" y="518604"/>
                  </a:lnTo>
                  <a:lnTo>
                    <a:pt x="78574" y="518604"/>
                  </a:lnTo>
                  <a:lnTo>
                    <a:pt x="79235" y="518820"/>
                  </a:lnTo>
                  <a:lnTo>
                    <a:pt x="79895" y="518820"/>
                  </a:lnTo>
                  <a:lnTo>
                    <a:pt x="80340" y="518604"/>
                  </a:lnTo>
                  <a:lnTo>
                    <a:pt x="81000" y="518388"/>
                  </a:lnTo>
                  <a:lnTo>
                    <a:pt x="81445" y="518388"/>
                  </a:lnTo>
                  <a:lnTo>
                    <a:pt x="81889" y="518160"/>
                  </a:lnTo>
                  <a:lnTo>
                    <a:pt x="82550" y="517944"/>
                  </a:lnTo>
                  <a:lnTo>
                    <a:pt x="82994" y="517715"/>
                  </a:lnTo>
                  <a:lnTo>
                    <a:pt x="83439" y="517271"/>
                  </a:lnTo>
                  <a:lnTo>
                    <a:pt x="83883" y="517055"/>
                  </a:lnTo>
                  <a:lnTo>
                    <a:pt x="85204" y="515721"/>
                  </a:lnTo>
                  <a:lnTo>
                    <a:pt x="85432" y="515289"/>
                  </a:lnTo>
                  <a:lnTo>
                    <a:pt x="85877" y="514845"/>
                  </a:lnTo>
                  <a:lnTo>
                    <a:pt x="86093" y="514400"/>
                  </a:lnTo>
                  <a:lnTo>
                    <a:pt x="86537" y="513740"/>
                  </a:lnTo>
                  <a:lnTo>
                    <a:pt x="86982" y="512851"/>
                  </a:lnTo>
                  <a:lnTo>
                    <a:pt x="87198" y="512191"/>
                  </a:lnTo>
                  <a:lnTo>
                    <a:pt x="87198" y="510857"/>
                  </a:lnTo>
                  <a:lnTo>
                    <a:pt x="87426" y="510413"/>
                  </a:lnTo>
                  <a:lnTo>
                    <a:pt x="87426" y="508647"/>
                  </a:lnTo>
                  <a:close/>
                </a:path>
                <a:path extrusionOk="0" h="667385" w="661034">
                  <a:moveTo>
                    <a:pt x="87426" y="410159"/>
                  </a:moveTo>
                  <a:lnTo>
                    <a:pt x="87210" y="409486"/>
                  </a:lnTo>
                  <a:lnTo>
                    <a:pt x="87210" y="408825"/>
                  </a:lnTo>
                  <a:lnTo>
                    <a:pt x="86982" y="408381"/>
                  </a:lnTo>
                  <a:lnTo>
                    <a:pt x="86766" y="407720"/>
                  </a:lnTo>
                  <a:lnTo>
                    <a:pt x="86550" y="407276"/>
                  </a:lnTo>
                  <a:lnTo>
                    <a:pt x="86321" y="406615"/>
                  </a:lnTo>
                  <a:lnTo>
                    <a:pt x="85432" y="405726"/>
                  </a:lnTo>
                  <a:lnTo>
                    <a:pt x="85217" y="405282"/>
                  </a:lnTo>
                  <a:lnTo>
                    <a:pt x="84328" y="404406"/>
                  </a:lnTo>
                  <a:lnTo>
                    <a:pt x="83883" y="404177"/>
                  </a:lnTo>
                  <a:lnTo>
                    <a:pt x="83451" y="403733"/>
                  </a:lnTo>
                  <a:lnTo>
                    <a:pt x="83007" y="403517"/>
                  </a:lnTo>
                  <a:lnTo>
                    <a:pt x="82562" y="403072"/>
                  </a:lnTo>
                  <a:lnTo>
                    <a:pt x="81902" y="402856"/>
                  </a:lnTo>
                  <a:lnTo>
                    <a:pt x="81457" y="402628"/>
                  </a:lnTo>
                  <a:lnTo>
                    <a:pt x="80784" y="402412"/>
                  </a:lnTo>
                  <a:lnTo>
                    <a:pt x="80352" y="402412"/>
                  </a:lnTo>
                  <a:lnTo>
                    <a:pt x="77470" y="401739"/>
                  </a:lnTo>
                  <a:lnTo>
                    <a:pt x="74371" y="402856"/>
                  </a:lnTo>
                  <a:lnTo>
                    <a:pt x="71488" y="405726"/>
                  </a:lnTo>
                  <a:lnTo>
                    <a:pt x="71272" y="406171"/>
                  </a:lnTo>
                  <a:lnTo>
                    <a:pt x="70827" y="406615"/>
                  </a:lnTo>
                  <a:lnTo>
                    <a:pt x="70612" y="407060"/>
                  </a:lnTo>
                  <a:lnTo>
                    <a:pt x="70383" y="407720"/>
                  </a:lnTo>
                  <a:lnTo>
                    <a:pt x="70167" y="408165"/>
                  </a:lnTo>
                  <a:lnTo>
                    <a:pt x="69938" y="408825"/>
                  </a:lnTo>
                  <a:lnTo>
                    <a:pt x="69938" y="409486"/>
                  </a:lnTo>
                  <a:lnTo>
                    <a:pt x="69723" y="410159"/>
                  </a:lnTo>
                  <a:lnTo>
                    <a:pt x="69723" y="412369"/>
                  </a:lnTo>
                  <a:lnTo>
                    <a:pt x="69938" y="413029"/>
                  </a:lnTo>
                  <a:lnTo>
                    <a:pt x="69938" y="413702"/>
                  </a:lnTo>
                  <a:lnTo>
                    <a:pt x="70167" y="414134"/>
                  </a:lnTo>
                  <a:lnTo>
                    <a:pt x="70383" y="414807"/>
                  </a:lnTo>
                  <a:lnTo>
                    <a:pt x="70612" y="415251"/>
                  </a:lnTo>
                  <a:lnTo>
                    <a:pt x="70827" y="415912"/>
                  </a:lnTo>
                  <a:lnTo>
                    <a:pt x="71272" y="416356"/>
                  </a:lnTo>
                  <a:lnTo>
                    <a:pt x="71488" y="416801"/>
                  </a:lnTo>
                  <a:lnTo>
                    <a:pt x="73926" y="419227"/>
                  </a:lnTo>
                  <a:lnTo>
                    <a:pt x="76365" y="420331"/>
                  </a:lnTo>
                  <a:lnTo>
                    <a:pt x="79679" y="420331"/>
                  </a:lnTo>
                  <a:lnTo>
                    <a:pt x="80352" y="420116"/>
                  </a:lnTo>
                  <a:lnTo>
                    <a:pt x="81013" y="420116"/>
                  </a:lnTo>
                  <a:lnTo>
                    <a:pt x="81902" y="419671"/>
                  </a:lnTo>
                  <a:lnTo>
                    <a:pt x="82562" y="419455"/>
                  </a:lnTo>
                  <a:lnTo>
                    <a:pt x="83007" y="419227"/>
                  </a:lnTo>
                  <a:lnTo>
                    <a:pt x="83451" y="418782"/>
                  </a:lnTo>
                  <a:lnTo>
                    <a:pt x="83883" y="418566"/>
                  </a:lnTo>
                  <a:lnTo>
                    <a:pt x="85217" y="417233"/>
                  </a:lnTo>
                  <a:lnTo>
                    <a:pt x="85432" y="416801"/>
                  </a:lnTo>
                  <a:lnTo>
                    <a:pt x="85877" y="416356"/>
                  </a:lnTo>
                  <a:lnTo>
                    <a:pt x="86106" y="415912"/>
                  </a:lnTo>
                  <a:lnTo>
                    <a:pt x="86550" y="415251"/>
                  </a:lnTo>
                  <a:lnTo>
                    <a:pt x="86982" y="414362"/>
                  </a:lnTo>
                  <a:lnTo>
                    <a:pt x="87210" y="413702"/>
                  </a:lnTo>
                  <a:lnTo>
                    <a:pt x="87210" y="412369"/>
                  </a:lnTo>
                  <a:lnTo>
                    <a:pt x="87426" y="411924"/>
                  </a:lnTo>
                  <a:lnTo>
                    <a:pt x="87426" y="410159"/>
                  </a:lnTo>
                  <a:close/>
                </a:path>
                <a:path extrusionOk="0" h="667385" w="661034">
                  <a:moveTo>
                    <a:pt x="87642" y="311200"/>
                  </a:moveTo>
                  <a:lnTo>
                    <a:pt x="87198" y="309880"/>
                  </a:lnTo>
                  <a:lnTo>
                    <a:pt x="87198" y="309435"/>
                  </a:lnTo>
                  <a:lnTo>
                    <a:pt x="86982" y="308991"/>
                  </a:lnTo>
                  <a:lnTo>
                    <a:pt x="86537" y="308546"/>
                  </a:lnTo>
                  <a:lnTo>
                    <a:pt x="86309" y="308102"/>
                  </a:lnTo>
                  <a:lnTo>
                    <a:pt x="86093" y="307441"/>
                  </a:lnTo>
                  <a:lnTo>
                    <a:pt x="85648" y="306997"/>
                  </a:lnTo>
                  <a:lnTo>
                    <a:pt x="85432" y="306552"/>
                  </a:lnTo>
                  <a:lnTo>
                    <a:pt x="84099" y="305231"/>
                  </a:lnTo>
                  <a:lnTo>
                    <a:pt x="83210" y="304787"/>
                  </a:lnTo>
                  <a:lnTo>
                    <a:pt x="82778" y="304342"/>
                  </a:lnTo>
                  <a:lnTo>
                    <a:pt x="82105" y="304126"/>
                  </a:lnTo>
                  <a:lnTo>
                    <a:pt x="81661" y="303898"/>
                  </a:lnTo>
                  <a:lnTo>
                    <a:pt x="81000" y="303682"/>
                  </a:lnTo>
                  <a:lnTo>
                    <a:pt x="80556" y="303682"/>
                  </a:lnTo>
                  <a:lnTo>
                    <a:pt x="77685" y="303009"/>
                  </a:lnTo>
                  <a:lnTo>
                    <a:pt x="74587" y="304126"/>
                  </a:lnTo>
                  <a:lnTo>
                    <a:pt x="72593" y="306108"/>
                  </a:lnTo>
                  <a:lnTo>
                    <a:pt x="70815" y="307657"/>
                  </a:lnTo>
                  <a:lnTo>
                    <a:pt x="69938" y="310095"/>
                  </a:lnTo>
                  <a:lnTo>
                    <a:pt x="69938" y="313423"/>
                  </a:lnTo>
                  <a:lnTo>
                    <a:pt x="70154" y="314083"/>
                  </a:lnTo>
                  <a:lnTo>
                    <a:pt x="70154" y="314744"/>
                  </a:lnTo>
                  <a:lnTo>
                    <a:pt x="70383" y="315188"/>
                  </a:lnTo>
                  <a:lnTo>
                    <a:pt x="70599" y="315849"/>
                  </a:lnTo>
                  <a:lnTo>
                    <a:pt x="70815" y="316293"/>
                  </a:lnTo>
                  <a:lnTo>
                    <a:pt x="71043" y="316953"/>
                  </a:lnTo>
                  <a:lnTo>
                    <a:pt x="71488" y="317398"/>
                  </a:lnTo>
                  <a:lnTo>
                    <a:pt x="71704" y="317842"/>
                  </a:lnTo>
                  <a:lnTo>
                    <a:pt x="72593" y="318731"/>
                  </a:lnTo>
                  <a:lnTo>
                    <a:pt x="74142" y="320497"/>
                  </a:lnTo>
                  <a:lnTo>
                    <a:pt x="76581" y="321386"/>
                  </a:lnTo>
                  <a:lnTo>
                    <a:pt x="81000" y="321386"/>
                  </a:lnTo>
                  <a:lnTo>
                    <a:pt x="83439" y="320497"/>
                  </a:lnTo>
                  <a:lnTo>
                    <a:pt x="84988" y="318731"/>
                  </a:lnTo>
                  <a:lnTo>
                    <a:pt x="85432" y="318287"/>
                  </a:lnTo>
                  <a:lnTo>
                    <a:pt x="85648" y="317842"/>
                  </a:lnTo>
                  <a:lnTo>
                    <a:pt x="86093" y="317398"/>
                  </a:lnTo>
                  <a:lnTo>
                    <a:pt x="86309" y="316953"/>
                  </a:lnTo>
                  <a:lnTo>
                    <a:pt x="86753" y="316293"/>
                  </a:lnTo>
                  <a:lnTo>
                    <a:pt x="86982" y="315849"/>
                  </a:lnTo>
                  <a:lnTo>
                    <a:pt x="87198" y="315188"/>
                  </a:lnTo>
                  <a:lnTo>
                    <a:pt x="87426" y="314744"/>
                  </a:lnTo>
                  <a:lnTo>
                    <a:pt x="87426" y="313423"/>
                  </a:lnTo>
                  <a:lnTo>
                    <a:pt x="87642" y="312978"/>
                  </a:lnTo>
                  <a:lnTo>
                    <a:pt x="87642" y="311200"/>
                  </a:lnTo>
                  <a:close/>
                </a:path>
                <a:path extrusionOk="0" h="667385" w="661034">
                  <a:moveTo>
                    <a:pt x="87655" y="212483"/>
                  </a:moveTo>
                  <a:lnTo>
                    <a:pt x="87210" y="211150"/>
                  </a:lnTo>
                  <a:lnTo>
                    <a:pt x="87210" y="210718"/>
                  </a:lnTo>
                  <a:lnTo>
                    <a:pt x="86995" y="210045"/>
                  </a:lnTo>
                  <a:lnTo>
                    <a:pt x="86766" y="209600"/>
                  </a:lnTo>
                  <a:lnTo>
                    <a:pt x="86550" y="208940"/>
                  </a:lnTo>
                  <a:lnTo>
                    <a:pt x="85661" y="208051"/>
                  </a:lnTo>
                  <a:lnTo>
                    <a:pt x="85445" y="207619"/>
                  </a:lnTo>
                  <a:lnTo>
                    <a:pt x="84112" y="206286"/>
                  </a:lnTo>
                  <a:lnTo>
                    <a:pt x="83223" y="205841"/>
                  </a:lnTo>
                  <a:lnTo>
                    <a:pt x="82791" y="205397"/>
                  </a:lnTo>
                  <a:lnTo>
                    <a:pt x="82118" y="205181"/>
                  </a:lnTo>
                  <a:lnTo>
                    <a:pt x="81673" y="204952"/>
                  </a:lnTo>
                  <a:lnTo>
                    <a:pt x="81013" y="204736"/>
                  </a:lnTo>
                  <a:lnTo>
                    <a:pt x="80568" y="204736"/>
                  </a:lnTo>
                  <a:lnTo>
                    <a:pt x="77698" y="204076"/>
                  </a:lnTo>
                  <a:lnTo>
                    <a:pt x="74599" y="205181"/>
                  </a:lnTo>
                  <a:lnTo>
                    <a:pt x="71716" y="208051"/>
                  </a:lnTo>
                  <a:lnTo>
                    <a:pt x="71501" y="208495"/>
                  </a:lnTo>
                  <a:lnTo>
                    <a:pt x="71056" y="208940"/>
                  </a:lnTo>
                  <a:lnTo>
                    <a:pt x="70827" y="209384"/>
                  </a:lnTo>
                  <a:lnTo>
                    <a:pt x="70612" y="210045"/>
                  </a:lnTo>
                  <a:lnTo>
                    <a:pt x="70396" y="210489"/>
                  </a:lnTo>
                  <a:lnTo>
                    <a:pt x="70167" y="211150"/>
                  </a:lnTo>
                  <a:lnTo>
                    <a:pt x="70167" y="211823"/>
                  </a:lnTo>
                  <a:lnTo>
                    <a:pt x="69951" y="212483"/>
                  </a:lnTo>
                  <a:lnTo>
                    <a:pt x="69951" y="214693"/>
                  </a:lnTo>
                  <a:lnTo>
                    <a:pt x="70167" y="215366"/>
                  </a:lnTo>
                  <a:lnTo>
                    <a:pt x="70167" y="216027"/>
                  </a:lnTo>
                  <a:lnTo>
                    <a:pt x="70396" y="216471"/>
                  </a:lnTo>
                  <a:lnTo>
                    <a:pt x="70612" y="217131"/>
                  </a:lnTo>
                  <a:lnTo>
                    <a:pt x="70827" y="217576"/>
                  </a:lnTo>
                  <a:lnTo>
                    <a:pt x="71056" y="218236"/>
                  </a:lnTo>
                  <a:lnTo>
                    <a:pt x="71501" y="218681"/>
                  </a:lnTo>
                  <a:lnTo>
                    <a:pt x="71716" y="219125"/>
                  </a:lnTo>
                  <a:lnTo>
                    <a:pt x="72605" y="220014"/>
                  </a:lnTo>
                  <a:lnTo>
                    <a:pt x="74155" y="221780"/>
                  </a:lnTo>
                  <a:lnTo>
                    <a:pt x="76593" y="222669"/>
                  </a:lnTo>
                  <a:lnTo>
                    <a:pt x="81013" y="222669"/>
                  </a:lnTo>
                  <a:lnTo>
                    <a:pt x="83451" y="221780"/>
                  </a:lnTo>
                  <a:lnTo>
                    <a:pt x="85001" y="220014"/>
                  </a:lnTo>
                  <a:lnTo>
                    <a:pt x="85445" y="219570"/>
                  </a:lnTo>
                  <a:lnTo>
                    <a:pt x="85661" y="219125"/>
                  </a:lnTo>
                  <a:lnTo>
                    <a:pt x="86106" y="218681"/>
                  </a:lnTo>
                  <a:lnTo>
                    <a:pt x="86321" y="218236"/>
                  </a:lnTo>
                  <a:lnTo>
                    <a:pt x="86766" y="217576"/>
                  </a:lnTo>
                  <a:lnTo>
                    <a:pt x="87210" y="216687"/>
                  </a:lnTo>
                  <a:lnTo>
                    <a:pt x="87439" y="216027"/>
                  </a:lnTo>
                  <a:lnTo>
                    <a:pt x="87439" y="214693"/>
                  </a:lnTo>
                  <a:lnTo>
                    <a:pt x="87655" y="214249"/>
                  </a:lnTo>
                  <a:lnTo>
                    <a:pt x="87655" y="212483"/>
                  </a:lnTo>
                  <a:close/>
                </a:path>
                <a:path extrusionOk="0" h="667385" w="661034">
                  <a:moveTo>
                    <a:pt x="190131" y="603834"/>
                  </a:moveTo>
                  <a:lnTo>
                    <a:pt x="186143" y="599846"/>
                  </a:lnTo>
                  <a:lnTo>
                    <a:pt x="181279" y="599846"/>
                  </a:lnTo>
                  <a:lnTo>
                    <a:pt x="126161" y="599846"/>
                  </a:lnTo>
                  <a:lnTo>
                    <a:pt x="122186" y="603834"/>
                  </a:lnTo>
                  <a:lnTo>
                    <a:pt x="122186" y="613575"/>
                  </a:lnTo>
                  <a:lnTo>
                    <a:pt x="126161" y="617550"/>
                  </a:lnTo>
                  <a:lnTo>
                    <a:pt x="186143" y="617550"/>
                  </a:lnTo>
                  <a:lnTo>
                    <a:pt x="190131" y="613575"/>
                  </a:lnTo>
                  <a:lnTo>
                    <a:pt x="190131" y="603834"/>
                  </a:lnTo>
                  <a:close/>
                </a:path>
                <a:path extrusionOk="0" h="667385" w="661034">
                  <a:moveTo>
                    <a:pt x="190131" y="505104"/>
                  </a:moveTo>
                  <a:lnTo>
                    <a:pt x="186143" y="501129"/>
                  </a:lnTo>
                  <a:lnTo>
                    <a:pt x="126161" y="501129"/>
                  </a:lnTo>
                  <a:lnTo>
                    <a:pt x="122186" y="505104"/>
                  </a:lnTo>
                  <a:lnTo>
                    <a:pt x="122186" y="514845"/>
                  </a:lnTo>
                  <a:lnTo>
                    <a:pt x="126161" y="518833"/>
                  </a:lnTo>
                  <a:lnTo>
                    <a:pt x="181279" y="518833"/>
                  </a:lnTo>
                  <a:lnTo>
                    <a:pt x="186143" y="518833"/>
                  </a:lnTo>
                  <a:lnTo>
                    <a:pt x="190131" y="514845"/>
                  </a:lnTo>
                  <a:lnTo>
                    <a:pt x="190131" y="505104"/>
                  </a:lnTo>
                  <a:close/>
                </a:path>
                <a:path extrusionOk="0" h="667385" w="661034">
                  <a:moveTo>
                    <a:pt x="190131" y="406387"/>
                  </a:moveTo>
                  <a:lnTo>
                    <a:pt x="186143" y="402399"/>
                  </a:lnTo>
                  <a:lnTo>
                    <a:pt x="181279" y="402399"/>
                  </a:lnTo>
                  <a:lnTo>
                    <a:pt x="126161" y="402399"/>
                  </a:lnTo>
                  <a:lnTo>
                    <a:pt x="122186" y="406387"/>
                  </a:lnTo>
                  <a:lnTo>
                    <a:pt x="122186" y="416128"/>
                  </a:lnTo>
                  <a:lnTo>
                    <a:pt x="126161" y="420103"/>
                  </a:lnTo>
                  <a:lnTo>
                    <a:pt x="186143" y="420103"/>
                  </a:lnTo>
                  <a:lnTo>
                    <a:pt x="190131" y="416128"/>
                  </a:lnTo>
                  <a:lnTo>
                    <a:pt x="190131" y="406387"/>
                  </a:lnTo>
                  <a:close/>
                </a:path>
                <a:path extrusionOk="0" h="667385" w="661034">
                  <a:moveTo>
                    <a:pt x="190131" y="307670"/>
                  </a:moveTo>
                  <a:lnTo>
                    <a:pt x="186156" y="303682"/>
                  </a:lnTo>
                  <a:lnTo>
                    <a:pt x="131038" y="303682"/>
                  </a:lnTo>
                  <a:lnTo>
                    <a:pt x="126174" y="303682"/>
                  </a:lnTo>
                  <a:lnTo>
                    <a:pt x="122186" y="307670"/>
                  </a:lnTo>
                  <a:lnTo>
                    <a:pt x="122186" y="317411"/>
                  </a:lnTo>
                  <a:lnTo>
                    <a:pt x="126174" y="321386"/>
                  </a:lnTo>
                  <a:lnTo>
                    <a:pt x="186156" y="321386"/>
                  </a:lnTo>
                  <a:lnTo>
                    <a:pt x="190131" y="317411"/>
                  </a:lnTo>
                  <a:lnTo>
                    <a:pt x="190131" y="307670"/>
                  </a:lnTo>
                  <a:close/>
                </a:path>
                <a:path extrusionOk="0" h="667385" w="661034">
                  <a:moveTo>
                    <a:pt x="190131" y="208724"/>
                  </a:moveTo>
                  <a:lnTo>
                    <a:pt x="186156" y="204749"/>
                  </a:lnTo>
                  <a:lnTo>
                    <a:pt x="126174" y="204749"/>
                  </a:lnTo>
                  <a:lnTo>
                    <a:pt x="122186" y="208724"/>
                  </a:lnTo>
                  <a:lnTo>
                    <a:pt x="122186" y="218465"/>
                  </a:lnTo>
                  <a:lnTo>
                    <a:pt x="126174" y="222453"/>
                  </a:lnTo>
                  <a:lnTo>
                    <a:pt x="131038" y="222453"/>
                  </a:lnTo>
                  <a:lnTo>
                    <a:pt x="186156" y="222453"/>
                  </a:lnTo>
                  <a:lnTo>
                    <a:pt x="190131" y="218465"/>
                  </a:lnTo>
                  <a:lnTo>
                    <a:pt x="190131" y="208724"/>
                  </a:lnTo>
                  <a:close/>
                </a:path>
                <a:path extrusionOk="0" h="667385" w="661034">
                  <a:moveTo>
                    <a:pt x="293725" y="6642"/>
                  </a:moveTo>
                  <a:lnTo>
                    <a:pt x="292836" y="4216"/>
                  </a:lnTo>
                  <a:lnTo>
                    <a:pt x="291071" y="2667"/>
                  </a:lnTo>
                  <a:lnTo>
                    <a:pt x="289521" y="1117"/>
                  </a:lnTo>
                  <a:lnTo>
                    <a:pt x="287083" y="0"/>
                  </a:lnTo>
                  <a:lnTo>
                    <a:pt x="282651" y="0"/>
                  </a:lnTo>
                  <a:lnTo>
                    <a:pt x="280225" y="889"/>
                  </a:lnTo>
                  <a:lnTo>
                    <a:pt x="278676" y="2667"/>
                  </a:lnTo>
                  <a:lnTo>
                    <a:pt x="277787" y="3543"/>
                  </a:lnTo>
                  <a:lnTo>
                    <a:pt x="277571" y="3987"/>
                  </a:lnTo>
                  <a:lnTo>
                    <a:pt x="277126" y="4432"/>
                  </a:lnTo>
                  <a:lnTo>
                    <a:pt x="276898" y="4876"/>
                  </a:lnTo>
                  <a:lnTo>
                    <a:pt x="276682" y="5537"/>
                  </a:lnTo>
                  <a:lnTo>
                    <a:pt x="276453" y="5981"/>
                  </a:lnTo>
                  <a:lnTo>
                    <a:pt x="276237" y="6642"/>
                  </a:lnTo>
                  <a:lnTo>
                    <a:pt x="276237" y="7315"/>
                  </a:lnTo>
                  <a:lnTo>
                    <a:pt x="276021" y="7975"/>
                  </a:lnTo>
                  <a:lnTo>
                    <a:pt x="276021" y="10185"/>
                  </a:lnTo>
                  <a:lnTo>
                    <a:pt x="276237" y="10845"/>
                  </a:lnTo>
                  <a:lnTo>
                    <a:pt x="275793" y="11074"/>
                  </a:lnTo>
                  <a:lnTo>
                    <a:pt x="276021" y="11518"/>
                  </a:lnTo>
                  <a:lnTo>
                    <a:pt x="276237" y="12179"/>
                  </a:lnTo>
                  <a:lnTo>
                    <a:pt x="276453" y="12623"/>
                  </a:lnTo>
                  <a:lnTo>
                    <a:pt x="276682" y="13284"/>
                  </a:lnTo>
                  <a:lnTo>
                    <a:pt x="277126" y="13728"/>
                  </a:lnTo>
                  <a:lnTo>
                    <a:pt x="277342" y="14173"/>
                  </a:lnTo>
                  <a:lnTo>
                    <a:pt x="279120" y="15938"/>
                  </a:lnTo>
                  <a:lnTo>
                    <a:pt x="279996" y="16383"/>
                  </a:lnTo>
                  <a:lnTo>
                    <a:pt x="280670" y="16827"/>
                  </a:lnTo>
                  <a:lnTo>
                    <a:pt x="281546" y="17272"/>
                  </a:lnTo>
                  <a:lnTo>
                    <a:pt x="282219" y="17487"/>
                  </a:lnTo>
                  <a:lnTo>
                    <a:pt x="283540" y="17487"/>
                  </a:lnTo>
                  <a:lnTo>
                    <a:pt x="283984" y="17716"/>
                  </a:lnTo>
                  <a:lnTo>
                    <a:pt x="285750" y="17716"/>
                  </a:lnTo>
                  <a:lnTo>
                    <a:pt x="287083" y="17272"/>
                  </a:lnTo>
                  <a:lnTo>
                    <a:pt x="287528" y="17272"/>
                  </a:lnTo>
                  <a:lnTo>
                    <a:pt x="288188" y="17043"/>
                  </a:lnTo>
                  <a:lnTo>
                    <a:pt x="288632" y="16827"/>
                  </a:lnTo>
                  <a:lnTo>
                    <a:pt x="289293" y="16611"/>
                  </a:lnTo>
                  <a:lnTo>
                    <a:pt x="289737" y="16167"/>
                  </a:lnTo>
                  <a:lnTo>
                    <a:pt x="290182" y="15938"/>
                  </a:lnTo>
                  <a:lnTo>
                    <a:pt x="292836" y="13284"/>
                  </a:lnTo>
                  <a:lnTo>
                    <a:pt x="293725" y="11074"/>
                  </a:lnTo>
                  <a:lnTo>
                    <a:pt x="293725" y="6642"/>
                  </a:lnTo>
                  <a:close/>
                </a:path>
                <a:path extrusionOk="0" h="667385" w="661034">
                  <a:moveTo>
                    <a:pt x="334225" y="6642"/>
                  </a:moveTo>
                  <a:lnTo>
                    <a:pt x="333349" y="4203"/>
                  </a:lnTo>
                  <a:lnTo>
                    <a:pt x="331571" y="2654"/>
                  </a:lnTo>
                  <a:lnTo>
                    <a:pt x="330695" y="1765"/>
                  </a:lnTo>
                  <a:lnTo>
                    <a:pt x="329806" y="1320"/>
                  </a:lnTo>
                  <a:lnTo>
                    <a:pt x="329145" y="876"/>
                  </a:lnTo>
                  <a:lnTo>
                    <a:pt x="328256" y="444"/>
                  </a:lnTo>
                  <a:lnTo>
                    <a:pt x="327596" y="215"/>
                  </a:lnTo>
                  <a:lnTo>
                    <a:pt x="326923" y="215"/>
                  </a:lnTo>
                  <a:lnTo>
                    <a:pt x="325818" y="0"/>
                  </a:lnTo>
                  <a:lnTo>
                    <a:pt x="324497" y="0"/>
                  </a:lnTo>
                  <a:lnTo>
                    <a:pt x="323380" y="215"/>
                  </a:lnTo>
                  <a:lnTo>
                    <a:pt x="322719" y="444"/>
                  </a:lnTo>
                  <a:lnTo>
                    <a:pt x="322275" y="444"/>
                  </a:lnTo>
                  <a:lnTo>
                    <a:pt x="320954" y="876"/>
                  </a:lnTo>
                  <a:lnTo>
                    <a:pt x="320509" y="1104"/>
                  </a:lnTo>
                  <a:lnTo>
                    <a:pt x="320065" y="1549"/>
                  </a:lnTo>
                  <a:lnTo>
                    <a:pt x="319620" y="1765"/>
                  </a:lnTo>
                  <a:lnTo>
                    <a:pt x="316966" y="4419"/>
                  </a:lnTo>
                  <a:lnTo>
                    <a:pt x="316077" y="6642"/>
                  </a:lnTo>
                  <a:lnTo>
                    <a:pt x="316077" y="11290"/>
                  </a:lnTo>
                  <a:lnTo>
                    <a:pt x="316966" y="13500"/>
                  </a:lnTo>
                  <a:lnTo>
                    <a:pt x="318731" y="15049"/>
                  </a:lnTo>
                  <a:lnTo>
                    <a:pt x="319176" y="15494"/>
                  </a:lnTo>
                  <a:lnTo>
                    <a:pt x="319620" y="15709"/>
                  </a:lnTo>
                  <a:lnTo>
                    <a:pt x="320065" y="16154"/>
                  </a:lnTo>
                  <a:lnTo>
                    <a:pt x="320509" y="16370"/>
                  </a:lnTo>
                  <a:lnTo>
                    <a:pt x="320954" y="16814"/>
                  </a:lnTo>
                  <a:lnTo>
                    <a:pt x="321614" y="17043"/>
                  </a:lnTo>
                  <a:lnTo>
                    <a:pt x="322059" y="17259"/>
                  </a:lnTo>
                  <a:lnTo>
                    <a:pt x="322719" y="17487"/>
                  </a:lnTo>
                  <a:lnTo>
                    <a:pt x="324053" y="17487"/>
                  </a:lnTo>
                  <a:lnTo>
                    <a:pt x="324497" y="17703"/>
                  </a:lnTo>
                  <a:lnTo>
                    <a:pt x="326263" y="17703"/>
                  </a:lnTo>
                  <a:lnTo>
                    <a:pt x="327596" y="17259"/>
                  </a:lnTo>
                  <a:lnTo>
                    <a:pt x="328028" y="17259"/>
                  </a:lnTo>
                  <a:lnTo>
                    <a:pt x="328701" y="17043"/>
                  </a:lnTo>
                  <a:lnTo>
                    <a:pt x="329145" y="16814"/>
                  </a:lnTo>
                  <a:lnTo>
                    <a:pt x="329806" y="16598"/>
                  </a:lnTo>
                  <a:lnTo>
                    <a:pt x="330250" y="16154"/>
                  </a:lnTo>
                  <a:lnTo>
                    <a:pt x="330695" y="15938"/>
                  </a:lnTo>
                  <a:lnTo>
                    <a:pt x="331571" y="15049"/>
                  </a:lnTo>
                  <a:lnTo>
                    <a:pt x="333121" y="13271"/>
                  </a:lnTo>
                  <a:lnTo>
                    <a:pt x="334225" y="11061"/>
                  </a:lnTo>
                  <a:lnTo>
                    <a:pt x="334225" y="6642"/>
                  </a:lnTo>
                  <a:close/>
                </a:path>
                <a:path extrusionOk="0" h="667385" w="661034">
                  <a:moveTo>
                    <a:pt x="449097" y="410159"/>
                  </a:moveTo>
                  <a:lnTo>
                    <a:pt x="448881" y="409486"/>
                  </a:lnTo>
                  <a:lnTo>
                    <a:pt x="448881" y="408825"/>
                  </a:lnTo>
                  <a:lnTo>
                    <a:pt x="448652" y="408381"/>
                  </a:lnTo>
                  <a:lnTo>
                    <a:pt x="448437" y="407720"/>
                  </a:lnTo>
                  <a:lnTo>
                    <a:pt x="448221" y="407276"/>
                  </a:lnTo>
                  <a:lnTo>
                    <a:pt x="447992" y="406615"/>
                  </a:lnTo>
                  <a:lnTo>
                    <a:pt x="447548" y="406171"/>
                  </a:lnTo>
                  <a:lnTo>
                    <a:pt x="447332" y="405726"/>
                  </a:lnTo>
                  <a:lnTo>
                    <a:pt x="444449" y="402856"/>
                  </a:lnTo>
                  <a:lnTo>
                    <a:pt x="441350" y="401967"/>
                  </a:lnTo>
                  <a:lnTo>
                    <a:pt x="438480" y="402412"/>
                  </a:lnTo>
                  <a:lnTo>
                    <a:pt x="437807" y="402412"/>
                  </a:lnTo>
                  <a:lnTo>
                    <a:pt x="437375" y="402628"/>
                  </a:lnTo>
                  <a:lnTo>
                    <a:pt x="436041" y="403072"/>
                  </a:lnTo>
                  <a:lnTo>
                    <a:pt x="435597" y="403288"/>
                  </a:lnTo>
                  <a:lnTo>
                    <a:pt x="434708" y="404177"/>
                  </a:lnTo>
                  <a:lnTo>
                    <a:pt x="434276" y="404406"/>
                  </a:lnTo>
                  <a:lnTo>
                    <a:pt x="432943" y="405726"/>
                  </a:lnTo>
                  <a:lnTo>
                    <a:pt x="432498" y="406615"/>
                  </a:lnTo>
                  <a:lnTo>
                    <a:pt x="432054" y="407060"/>
                  </a:lnTo>
                  <a:lnTo>
                    <a:pt x="431838" y="407720"/>
                  </a:lnTo>
                  <a:lnTo>
                    <a:pt x="431609" y="408165"/>
                  </a:lnTo>
                  <a:lnTo>
                    <a:pt x="431393" y="408825"/>
                  </a:lnTo>
                  <a:lnTo>
                    <a:pt x="431393" y="409486"/>
                  </a:lnTo>
                  <a:lnTo>
                    <a:pt x="431177" y="410159"/>
                  </a:lnTo>
                  <a:lnTo>
                    <a:pt x="431177" y="413702"/>
                  </a:lnTo>
                  <a:lnTo>
                    <a:pt x="432054" y="415912"/>
                  </a:lnTo>
                  <a:lnTo>
                    <a:pt x="433832" y="417461"/>
                  </a:lnTo>
                  <a:lnTo>
                    <a:pt x="434708" y="418350"/>
                  </a:lnTo>
                  <a:lnTo>
                    <a:pt x="435597" y="418782"/>
                  </a:lnTo>
                  <a:lnTo>
                    <a:pt x="436257" y="419227"/>
                  </a:lnTo>
                  <a:lnTo>
                    <a:pt x="437146" y="419671"/>
                  </a:lnTo>
                  <a:lnTo>
                    <a:pt x="437807" y="419900"/>
                  </a:lnTo>
                  <a:lnTo>
                    <a:pt x="438480" y="419900"/>
                  </a:lnTo>
                  <a:lnTo>
                    <a:pt x="439140" y="420116"/>
                  </a:lnTo>
                  <a:lnTo>
                    <a:pt x="442455" y="420116"/>
                  </a:lnTo>
                  <a:lnTo>
                    <a:pt x="444893" y="419227"/>
                  </a:lnTo>
                  <a:lnTo>
                    <a:pt x="447992" y="415683"/>
                  </a:lnTo>
                  <a:lnTo>
                    <a:pt x="449097" y="413473"/>
                  </a:lnTo>
                  <a:lnTo>
                    <a:pt x="449097" y="410159"/>
                  </a:lnTo>
                  <a:close/>
                </a:path>
                <a:path extrusionOk="0" h="667385" w="661034">
                  <a:moveTo>
                    <a:pt x="449110" y="606259"/>
                  </a:moveTo>
                  <a:lnTo>
                    <a:pt x="448221" y="604050"/>
                  </a:lnTo>
                  <a:lnTo>
                    <a:pt x="446443" y="602500"/>
                  </a:lnTo>
                  <a:lnTo>
                    <a:pt x="444461" y="600278"/>
                  </a:lnTo>
                  <a:lnTo>
                    <a:pt x="441363" y="599401"/>
                  </a:lnTo>
                  <a:lnTo>
                    <a:pt x="438480" y="600062"/>
                  </a:lnTo>
                  <a:lnTo>
                    <a:pt x="437819" y="600062"/>
                  </a:lnTo>
                  <a:lnTo>
                    <a:pt x="437375" y="600278"/>
                  </a:lnTo>
                  <a:lnTo>
                    <a:pt x="436714" y="600506"/>
                  </a:lnTo>
                  <a:lnTo>
                    <a:pt x="436270" y="600722"/>
                  </a:lnTo>
                  <a:lnTo>
                    <a:pt x="435597" y="600951"/>
                  </a:lnTo>
                  <a:lnTo>
                    <a:pt x="435165" y="601395"/>
                  </a:lnTo>
                  <a:lnTo>
                    <a:pt x="434721" y="601611"/>
                  </a:lnTo>
                  <a:lnTo>
                    <a:pt x="432282" y="604050"/>
                  </a:lnTo>
                  <a:lnTo>
                    <a:pt x="431177" y="606475"/>
                  </a:lnTo>
                  <a:lnTo>
                    <a:pt x="431177" y="611124"/>
                  </a:lnTo>
                  <a:lnTo>
                    <a:pt x="432066" y="613346"/>
                  </a:lnTo>
                  <a:lnTo>
                    <a:pt x="433832" y="614895"/>
                  </a:lnTo>
                  <a:lnTo>
                    <a:pt x="434276" y="615340"/>
                  </a:lnTo>
                  <a:lnTo>
                    <a:pt x="434721" y="615556"/>
                  </a:lnTo>
                  <a:lnTo>
                    <a:pt x="435165" y="616000"/>
                  </a:lnTo>
                  <a:lnTo>
                    <a:pt x="435597" y="616216"/>
                  </a:lnTo>
                  <a:lnTo>
                    <a:pt x="436270" y="616661"/>
                  </a:lnTo>
                  <a:lnTo>
                    <a:pt x="437146" y="617105"/>
                  </a:lnTo>
                  <a:lnTo>
                    <a:pt x="437819" y="617321"/>
                  </a:lnTo>
                  <a:lnTo>
                    <a:pt x="438480" y="617321"/>
                  </a:lnTo>
                  <a:lnTo>
                    <a:pt x="439140" y="617550"/>
                  </a:lnTo>
                  <a:lnTo>
                    <a:pt x="442468" y="617550"/>
                  </a:lnTo>
                  <a:lnTo>
                    <a:pt x="444893" y="616661"/>
                  </a:lnTo>
                  <a:lnTo>
                    <a:pt x="446443" y="614895"/>
                  </a:lnTo>
                  <a:lnTo>
                    <a:pt x="447992" y="613346"/>
                  </a:lnTo>
                  <a:lnTo>
                    <a:pt x="449110" y="610908"/>
                  </a:lnTo>
                  <a:lnTo>
                    <a:pt x="449110" y="606259"/>
                  </a:lnTo>
                  <a:close/>
                </a:path>
                <a:path extrusionOk="0" h="667385" w="661034">
                  <a:moveTo>
                    <a:pt x="449110" y="309880"/>
                  </a:moveTo>
                  <a:lnTo>
                    <a:pt x="448221" y="307670"/>
                  </a:lnTo>
                  <a:lnTo>
                    <a:pt x="446443" y="306120"/>
                  </a:lnTo>
                  <a:lnTo>
                    <a:pt x="444461" y="304126"/>
                  </a:lnTo>
                  <a:lnTo>
                    <a:pt x="441363" y="303237"/>
                  </a:lnTo>
                  <a:lnTo>
                    <a:pt x="438480" y="303682"/>
                  </a:lnTo>
                  <a:lnTo>
                    <a:pt x="437819" y="303898"/>
                  </a:lnTo>
                  <a:lnTo>
                    <a:pt x="437375" y="303898"/>
                  </a:lnTo>
                  <a:lnTo>
                    <a:pt x="436714" y="304126"/>
                  </a:lnTo>
                  <a:lnTo>
                    <a:pt x="436270" y="304342"/>
                  </a:lnTo>
                  <a:lnTo>
                    <a:pt x="435597" y="304571"/>
                  </a:lnTo>
                  <a:lnTo>
                    <a:pt x="435165" y="305015"/>
                  </a:lnTo>
                  <a:lnTo>
                    <a:pt x="434721" y="305231"/>
                  </a:lnTo>
                  <a:lnTo>
                    <a:pt x="432282" y="307670"/>
                  </a:lnTo>
                  <a:lnTo>
                    <a:pt x="431177" y="310095"/>
                  </a:lnTo>
                  <a:lnTo>
                    <a:pt x="431177" y="313423"/>
                  </a:lnTo>
                  <a:lnTo>
                    <a:pt x="431622" y="314744"/>
                  </a:lnTo>
                  <a:lnTo>
                    <a:pt x="431622" y="315188"/>
                  </a:lnTo>
                  <a:lnTo>
                    <a:pt x="431838" y="315861"/>
                  </a:lnTo>
                  <a:lnTo>
                    <a:pt x="432066" y="316293"/>
                  </a:lnTo>
                  <a:lnTo>
                    <a:pt x="432282" y="316966"/>
                  </a:lnTo>
                  <a:lnTo>
                    <a:pt x="432727" y="317411"/>
                  </a:lnTo>
                  <a:lnTo>
                    <a:pt x="432943" y="317842"/>
                  </a:lnTo>
                  <a:lnTo>
                    <a:pt x="434721" y="319620"/>
                  </a:lnTo>
                  <a:lnTo>
                    <a:pt x="435597" y="320065"/>
                  </a:lnTo>
                  <a:lnTo>
                    <a:pt x="436270" y="320509"/>
                  </a:lnTo>
                  <a:lnTo>
                    <a:pt x="437146" y="320941"/>
                  </a:lnTo>
                  <a:lnTo>
                    <a:pt x="437819" y="321170"/>
                  </a:lnTo>
                  <a:lnTo>
                    <a:pt x="438480" y="321170"/>
                  </a:lnTo>
                  <a:lnTo>
                    <a:pt x="439140" y="321386"/>
                  </a:lnTo>
                  <a:lnTo>
                    <a:pt x="442468" y="321386"/>
                  </a:lnTo>
                  <a:lnTo>
                    <a:pt x="444893" y="320509"/>
                  </a:lnTo>
                  <a:lnTo>
                    <a:pt x="446443" y="318731"/>
                  </a:lnTo>
                  <a:lnTo>
                    <a:pt x="447332" y="317842"/>
                  </a:lnTo>
                  <a:lnTo>
                    <a:pt x="447560" y="317411"/>
                  </a:lnTo>
                  <a:lnTo>
                    <a:pt x="447992" y="316966"/>
                  </a:lnTo>
                  <a:lnTo>
                    <a:pt x="448221" y="316293"/>
                  </a:lnTo>
                  <a:lnTo>
                    <a:pt x="448437" y="315861"/>
                  </a:lnTo>
                  <a:lnTo>
                    <a:pt x="448665" y="315188"/>
                  </a:lnTo>
                  <a:lnTo>
                    <a:pt x="448881" y="314744"/>
                  </a:lnTo>
                  <a:lnTo>
                    <a:pt x="448881" y="313423"/>
                  </a:lnTo>
                  <a:lnTo>
                    <a:pt x="449110" y="312978"/>
                  </a:lnTo>
                  <a:lnTo>
                    <a:pt x="449110" y="309880"/>
                  </a:lnTo>
                  <a:close/>
                </a:path>
                <a:path extrusionOk="0" h="667385" w="661034">
                  <a:moveTo>
                    <a:pt x="449326" y="508863"/>
                  </a:moveTo>
                  <a:lnTo>
                    <a:pt x="448881" y="507530"/>
                  </a:lnTo>
                  <a:lnTo>
                    <a:pt x="448881" y="507098"/>
                  </a:lnTo>
                  <a:lnTo>
                    <a:pt x="448665" y="506425"/>
                  </a:lnTo>
                  <a:lnTo>
                    <a:pt x="448437" y="505980"/>
                  </a:lnTo>
                  <a:lnTo>
                    <a:pt x="448221" y="505320"/>
                  </a:lnTo>
                  <a:lnTo>
                    <a:pt x="447776" y="504875"/>
                  </a:lnTo>
                  <a:lnTo>
                    <a:pt x="447560" y="504431"/>
                  </a:lnTo>
                  <a:lnTo>
                    <a:pt x="444677" y="501561"/>
                  </a:lnTo>
                  <a:lnTo>
                    <a:pt x="441579" y="500456"/>
                  </a:lnTo>
                  <a:lnTo>
                    <a:pt x="438696" y="501116"/>
                  </a:lnTo>
                  <a:lnTo>
                    <a:pt x="438035" y="501332"/>
                  </a:lnTo>
                  <a:lnTo>
                    <a:pt x="437591" y="501332"/>
                  </a:lnTo>
                  <a:lnTo>
                    <a:pt x="436930" y="501561"/>
                  </a:lnTo>
                  <a:lnTo>
                    <a:pt x="436486" y="501777"/>
                  </a:lnTo>
                  <a:lnTo>
                    <a:pt x="435825" y="502005"/>
                  </a:lnTo>
                  <a:lnTo>
                    <a:pt x="435381" y="502450"/>
                  </a:lnTo>
                  <a:lnTo>
                    <a:pt x="434936" y="502666"/>
                  </a:lnTo>
                  <a:lnTo>
                    <a:pt x="433171" y="504431"/>
                  </a:lnTo>
                  <a:lnTo>
                    <a:pt x="432727" y="505320"/>
                  </a:lnTo>
                  <a:lnTo>
                    <a:pt x="432282" y="505980"/>
                  </a:lnTo>
                  <a:lnTo>
                    <a:pt x="431838" y="506869"/>
                  </a:lnTo>
                  <a:lnTo>
                    <a:pt x="431622" y="507530"/>
                  </a:lnTo>
                  <a:lnTo>
                    <a:pt x="431622" y="508203"/>
                  </a:lnTo>
                  <a:lnTo>
                    <a:pt x="431393" y="508863"/>
                  </a:lnTo>
                  <a:lnTo>
                    <a:pt x="431393" y="512178"/>
                  </a:lnTo>
                  <a:lnTo>
                    <a:pt x="432282" y="514616"/>
                  </a:lnTo>
                  <a:lnTo>
                    <a:pt x="434047" y="516166"/>
                  </a:lnTo>
                  <a:lnTo>
                    <a:pt x="434936" y="517055"/>
                  </a:lnTo>
                  <a:lnTo>
                    <a:pt x="435381" y="517271"/>
                  </a:lnTo>
                  <a:lnTo>
                    <a:pt x="435825" y="517715"/>
                  </a:lnTo>
                  <a:lnTo>
                    <a:pt x="436270" y="517944"/>
                  </a:lnTo>
                  <a:lnTo>
                    <a:pt x="436930" y="518160"/>
                  </a:lnTo>
                  <a:lnTo>
                    <a:pt x="437375" y="518375"/>
                  </a:lnTo>
                  <a:lnTo>
                    <a:pt x="438035" y="518604"/>
                  </a:lnTo>
                  <a:lnTo>
                    <a:pt x="438696" y="518604"/>
                  </a:lnTo>
                  <a:lnTo>
                    <a:pt x="439369" y="518820"/>
                  </a:lnTo>
                  <a:lnTo>
                    <a:pt x="442683" y="518820"/>
                  </a:lnTo>
                  <a:lnTo>
                    <a:pt x="445122" y="517944"/>
                  </a:lnTo>
                  <a:lnTo>
                    <a:pt x="446671" y="516166"/>
                  </a:lnTo>
                  <a:lnTo>
                    <a:pt x="448221" y="514616"/>
                  </a:lnTo>
                  <a:lnTo>
                    <a:pt x="449326" y="512178"/>
                  </a:lnTo>
                  <a:lnTo>
                    <a:pt x="449326" y="508863"/>
                  </a:lnTo>
                  <a:close/>
                </a:path>
                <a:path extrusionOk="0" h="667385" w="661034">
                  <a:moveTo>
                    <a:pt x="449541" y="211594"/>
                  </a:moveTo>
                  <a:lnTo>
                    <a:pt x="448652" y="209169"/>
                  </a:lnTo>
                  <a:lnTo>
                    <a:pt x="446887" y="207619"/>
                  </a:lnTo>
                  <a:lnTo>
                    <a:pt x="444893" y="205625"/>
                  </a:lnTo>
                  <a:lnTo>
                    <a:pt x="441794" y="204520"/>
                  </a:lnTo>
                  <a:lnTo>
                    <a:pt x="438912" y="205181"/>
                  </a:lnTo>
                  <a:lnTo>
                    <a:pt x="438251" y="205181"/>
                  </a:lnTo>
                  <a:lnTo>
                    <a:pt x="437807" y="205397"/>
                  </a:lnTo>
                  <a:lnTo>
                    <a:pt x="436486" y="205841"/>
                  </a:lnTo>
                  <a:lnTo>
                    <a:pt x="436041" y="206070"/>
                  </a:lnTo>
                  <a:lnTo>
                    <a:pt x="435597" y="206502"/>
                  </a:lnTo>
                  <a:lnTo>
                    <a:pt x="435152" y="206730"/>
                  </a:lnTo>
                  <a:lnTo>
                    <a:pt x="432714" y="209169"/>
                  </a:lnTo>
                  <a:lnTo>
                    <a:pt x="431609" y="211594"/>
                  </a:lnTo>
                  <a:lnTo>
                    <a:pt x="431609" y="214922"/>
                  </a:lnTo>
                  <a:lnTo>
                    <a:pt x="431838" y="215582"/>
                  </a:lnTo>
                  <a:lnTo>
                    <a:pt x="431609" y="216027"/>
                  </a:lnTo>
                  <a:lnTo>
                    <a:pt x="431838" y="216471"/>
                  </a:lnTo>
                  <a:lnTo>
                    <a:pt x="432054" y="217131"/>
                  </a:lnTo>
                  <a:lnTo>
                    <a:pt x="432269" y="217792"/>
                  </a:lnTo>
                  <a:lnTo>
                    <a:pt x="432498" y="218236"/>
                  </a:lnTo>
                  <a:lnTo>
                    <a:pt x="432943" y="218681"/>
                  </a:lnTo>
                  <a:lnTo>
                    <a:pt x="433158" y="219125"/>
                  </a:lnTo>
                  <a:lnTo>
                    <a:pt x="434936" y="220891"/>
                  </a:lnTo>
                  <a:lnTo>
                    <a:pt x="435813" y="221335"/>
                  </a:lnTo>
                  <a:lnTo>
                    <a:pt x="436486" y="221780"/>
                  </a:lnTo>
                  <a:lnTo>
                    <a:pt x="437362" y="222224"/>
                  </a:lnTo>
                  <a:lnTo>
                    <a:pt x="438035" y="222440"/>
                  </a:lnTo>
                  <a:lnTo>
                    <a:pt x="439356" y="222440"/>
                  </a:lnTo>
                  <a:lnTo>
                    <a:pt x="439801" y="222669"/>
                  </a:lnTo>
                  <a:lnTo>
                    <a:pt x="441566" y="222669"/>
                  </a:lnTo>
                  <a:lnTo>
                    <a:pt x="442899" y="222224"/>
                  </a:lnTo>
                  <a:lnTo>
                    <a:pt x="443344" y="222224"/>
                  </a:lnTo>
                  <a:lnTo>
                    <a:pt x="444004" y="221996"/>
                  </a:lnTo>
                  <a:lnTo>
                    <a:pt x="444449" y="221780"/>
                  </a:lnTo>
                  <a:lnTo>
                    <a:pt x="445109" y="221564"/>
                  </a:lnTo>
                  <a:lnTo>
                    <a:pt x="445554" y="221119"/>
                  </a:lnTo>
                  <a:lnTo>
                    <a:pt x="445998" y="220891"/>
                  </a:lnTo>
                  <a:lnTo>
                    <a:pt x="447763" y="219125"/>
                  </a:lnTo>
                  <a:lnTo>
                    <a:pt x="447992" y="218681"/>
                  </a:lnTo>
                  <a:lnTo>
                    <a:pt x="448437" y="218236"/>
                  </a:lnTo>
                  <a:lnTo>
                    <a:pt x="448652" y="217792"/>
                  </a:lnTo>
                  <a:lnTo>
                    <a:pt x="448881" y="217131"/>
                  </a:lnTo>
                  <a:lnTo>
                    <a:pt x="449097" y="216687"/>
                  </a:lnTo>
                  <a:lnTo>
                    <a:pt x="449313" y="216027"/>
                  </a:lnTo>
                  <a:lnTo>
                    <a:pt x="449313" y="214922"/>
                  </a:lnTo>
                  <a:lnTo>
                    <a:pt x="449541" y="214477"/>
                  </a:lnTo>
                  <a:lnTo>
                    <a:pt x="449541" y="211594"/>
                  </a:lnTo>
                  <a:close/>
                </a:path>
                <a:path extrusionOk="0" h="667385" w="661034">
                  <a:moveTo>
                    <a:pt x="483628" y="606259"/>
                  </a:moveTo>
                  <a:lnTo>
                    <a:pt x="482739" y="604050"/>
                  </a:lnTo>
                  <a:lnTo>
                    <a:pt x="480974" y="602500"/>
                  </a:lnTo>
                  <a:lnTo>
                    <a:pt x="479209" y="600278"/>
                  </a:lnTo>
                  <a:lnTo>
                    <a:pt x="476110" y="599401"/>
                  </a:lnTo>
                  <a:lnTo>
                    <a:pt x="473227" y="600062"/>
                  </a:lnTo>
                  <a:lnTo>
                    <a:pt x="472567" y="600062"/>
                  </a:lnTo>
                  <a:lnTo>
                    <a:pt x="472122" y="600278"/>
                  </a:lnTo>
                  <a:lnTo>
                    <a:pt x="471462" y="600506"/>
                  </a:lnTo>
                  <a:lnTo>
                    <a:pt x="471017" y="600722"/>
                  </a:lnTo>
                  <a:lnTo>
                    <a:pt x="470344" y="600951"/>
                  </a:lnTo>
                  <a:lnTo>
                    <a:pt x="469912" y="601395"/>
                  </a:lnTo>
                  <a:lnTo>
                    <a:pt x="469468" y="601611"/>
                  </a:lnTo>
                  <a:lnTo>
                    <a:pt x="468579" y="602500"/>
                  </a:lnTo>
                  <a:lnTo>
                    <a:pt x="466813" y="604050"/>
                  </a:lnTo>
                  <a:lnTo>
                    <a:pt x="465924" y="606475"/>
                  </a:lnTo>
                  <a:lnTo>
                    <a:pt x="465924" y="611124"/>
                  </a:lnTo>
                  <a:lnTo>
                    <a:pt x="466813" y="613346"/>
                  </a:lnTo>
                  <a:lnTo>
                    <a:pt x="468579" y="614895"/>
                  </a:lnTo>
                  <a:lnTo>
                    <a:pt x="470128" y="616661"/>
                  </a:lnTo>
                  <a:lnTo>
                    <a:pt x="472567" y="617550"/>
                  </a:lnTo>
                  <a:lnTo>
                    <a:pt x="477215" y="617550"/>
                  </a:lnTo>
                  <a:lnTo>
                    <a:pt x="479425" y="616661"/>
                  </a:lnTo>
                  <a:lnTo>
                    <a:pt x="480974" y="614895"/>
                  </a:lnTo>
                  <a:lnTo>
                    <a:pt x="482739" y="613346"/>
                  </a:lnTo>
                  <a:lnTo>
                    <a:pt x="483628" y="610908"/>
                  </a:lnTo>
                  <a:lnTo>
                    <a:pt x="483628" y="606259"/>
                  </a:lnTo>
                  <a:close/>
                </a:path>
                <a:path extrusionOk="0" h="667385" w="661034">
                  <a:moveTo>
                    <a:pt x="483857" y="507542"/>
                  </a:moveTo>
                  <a:lnTo>
                    <a:pt x="482968" y="505333"/>
                  </a:lnTo>
                  <a:lnTo>
                    <a:pt x="481203" y="503783"/>
                  </a:lnTo>
                  <a:lnTo>
                    <a:pt x="479209" y="501789"/>
                  </a:lnTo>
                  <a:lnTo>
                    <a:pt x="476110" y="500684"/>
                  </a:lnTo>
                  <a:lnTo>
                    <a:pt x="473240" y="501345"/>
                  </a:lnTo>
                  <a:lnTo>
                    <a:pt x="472567" y="501573"/>
                  </a:lnTo>
                  <a:lnTo>
                    <a:pt x="472122" y="501573"/>
                  </a:lnTo>
                  <a:lnTo>
                    <a:pt x="471462" y="501789"/>
                  </a:lnTo>
                  <a:lnTo>
                    <a:pt x="471017" y="502018"/>
                  </a:lnTo>
                  <a:lnTo>
                    <a:pt x="470357" y="502234"/>
                  </a:lnTo>
                  <a:lnTo>
                    <a:pt x="469912" y="502678"/>
                  </a:lnTo>
                  <a:lnTo>
                    <a:pt x="469468" y="502894"/>
                  </a:lnTo>
                  <a:lnTo>
                    <a:pt x="466813" y="505548"/>
                  </a:lnTo>
                  <a:lnTo>
                    <a:pt x="465924" y="507771"/>
                  </a:lnTo>
                  <a:lnTo>
                    <a:pt x="465924" y="512191"/>
                  </a:lnTo>
                  <a:lnTo>
                    <a:pt x="466813" y="514629"/>
                  </a:lnTo>
                  <a:lnTo>
                    <a:pt x="468591" y="516178"/>
                  </a:lnTo>
                  <a:lnTo>
                    <a:pt x="470141" y="517728"/>
                  </a:lnTo>
                  <a:lnTo>
                    <a:pt x="472567" y="518833"/>
                  </a:lnTo>
                  <a:lnTo>
                    <a:pt x="477443" y="518833"/>
                  </a:lnTo>
                  <a:lnTo>
                    <a:pt x="479653" y="517944"/>
                  </a:lnTo>
                  <a:lnTo>
                    <a:pt x="481203" y="516178"/>
                  </a:lnTo>
                  <a:lnTo>
                    <a:pt x="482968" y="514413"/>
                  </a:lnTo>
                  <a:lnTo>
                    <a:pt x="483857" y="512191"/>
                  </a:lnTo>
                  <a:lnTo>
                    <a:pt x="483857" y="507542"/>
                  </a:lnTo>
                  <a:close/>
                </a:path>
                <a:path extrusionOk="0" h="667385" w="661034">
                  <a:moveTo>
                    <a:pt x="484073" y="211607"/>
                  </a:moveTo>
                  <a:lnTo>
                    <a:pt x="483184" y="209169"/>
                  </a:lnTo>
                  <a:lnTo>
                    <a:pt x="481418" y="207619"/>
                  </a:lnTo>
                  <a:lnTo>
                    <a:pt x="479869" y="206070"/>
                  </a:lnTo>
                  <a:lnTo>
                    <a:pt x="477431" y="204965"/>
                  </a:lnTo>
                  <a:lnTo>
                    <a:pt x="472782" y="204965"/>
                  </a:lnTo>
                  <a:lnTo>
                    <a:pt x="470573" y="205841"/>
                  </a:lnTo>
                  <a:lnTo>
                    <a:pt x="469023" y="207619"/>
                  </a:lnTo>
                  <a:lnTo>
                    <a:pt x="467245" y="209384"/>
                  </a:lnTo>
                  <a:lnTo>
                    <a:pt x="466369" y="211607"/>
                  </a:lnTo>
                  <a:lnTo>
                    <a:pt x="466369" y="216255"/>
                  </a:lnTo>
                  <a:lnTo>
                    <a:pt x="467245" y="218465"/>
                  </a:lnTo>
                  <a:lnTo>
                    <a:pt x="469023" y="220014"/>
                  </a:lnTo>
                  <a:lnTo>
                    <a:pt x="469239" y="220459"/>
                  </a:lnTo>
                  <a:lnTo>
                    <a:pt x="469684" y="220675"/>
                  </a:lnTo>
                  <a:lnTo>
                    <a:pt x="470128" y="221119"/>
                  </a:lnTo>
                  <a:lnTo>
                    <a:pt x="470573" y="221335"/>
                  </a:lnTo>
                  <a:lnTo>
                    <a:pt x="471233" y="221780"/>
                  </a:lnTo>
                  <a:lnTo>
                    <a:pt x="471678" y="222008"/>
                  </a:lnTo>
                  <a:lnTo>
                    <a:pt x="472338" y="222224"/>
                  </a:lnTo>
                  <a:lnTo>
                    <a:pt x="472782" y="222453"/>
                  </a:lnTo>
                  <a:lnTo>
                    <a:pt x="473443" y="222453"/>
                  </a:lnTo>
                  <a:lnTo>
                    <a:pt x="474116" y="222669"/>
                  </a:lnTo>
                  <a:lnTo>
                    <a:pt x="477659" y="222669"/>
                  </a:lnTo>
                  <a:lnTo>
                    <a:pt x="479869" y="221780"/>
                  </a:lnTo>
                  <a:lnTo>
                    <a:pt x="481418" y="220014"/>
                  </a:lnTo>
                  <a:lnTo>
                    <a:pt x="483184" y="218465"/>
                  </a:lnTo>
                  <a:lnTo>
                    <a:pt x="484073" y="216027"/>
                  </a:lnTo>
                  <a:lnTo>
                    <a:pt x="484073" y="211607"/>
                  </a:lnTo>
                  <a:close/>
                </a:path>
                <a:path extrusionOk="0" h="667385" w="661034">
                  <a:moveTo>
                    <a:pt x="484085" y="409041"/>
                  </a:moveTo>
                  <a:lnTo>
                    <a:pt x="483196" y="406603"/>
                  </a:lnTo>
                  <a:lnTo>
                    <a:pt x="481418" y="405053"/>
                  </a:lnTo>
                  <a:lnTo>
                    <a:pt x="479653" y="403288"/>
                  </a:lnTo>
                  <a:lnTo>
                    <a:pt x="477443" y="402399"/>
                  </a:lnTo>
                  <a:lnTo>
                    <a:pt x="475005" y="402399"/>
                  </a:lnTo>
                  <a:lnTo>
                    <a:pt x="472567" y="402399"/>
                  </a:lnTo>
                  <a:lnTo>
                    <a:pt x="470357" y="403288"/>
                  </a:lnTo>
                  <a:lnTo>
                    <a:pt x="468807" y="405053"/>
                  </a:lnTo>
                  <a:lnTo>
                    <a:pt x="467042" y="406603"/>
                  </a:lnTo>
                  <a:lnTo>
                    <a:pt x="466153" y="409041"/>
                  </a:lnTo>
                  <a:lnTo>
                    <a:pt x="466153" y="413689"/>
                  </a:lnTo>
                  <a:lnTo>
                    <a:pt x="467042" y="415899"/>
                  </a:lnTo>
                  <a:lnTo>
                    <a:pt x="468807" y="417449"/>
                  </a:lnTo>
                  <a:lnTo>
                    <a:pt x="469696" y="418338"/>
                  </a:lnTo>
                  <a:lnTo>
                    <a:pt x="470573" y="418782"/>
                  </a:lnTo>
                  <a:lnTo>
                    <a:pt x="471246" y="419227"/>
                  </a:lnTo>
                  <a:lnTo>
                    <a:pt x="471690" y="419442"/>
                  </a:lnTo>
                  <a:lnTo>
                    <a:pt x="472351" y="419658"/>
                  </a:lnTo>
                  <a:lnTo>
                    <a:pt x="472795" y="419887"/>
                  </a:lnTo>
                  <a:lnTo>
                    <a:pt x="473456" y="419887"/>
                  </a:lnTo>
                  <a:lnTo>
                    <a:pt x="474116" y="420103"/>
                  </a:lnTo>
                  <a:lnTo>
                    <a:pt x="477659" y="420103"/>
                  </a:lnTo>
                  <a:lnTo>
                    <a:pt x="479869" y="419227"/>
                  </a:lnTo>
                  <a:lnTo>
                    <a:pt x="481418" y="417449"/>
                  </a:lnTo>
                  <a:lnTo>
                    <a:pt x="483196" y="415683"/>
                  </a:lnTo>
                  <a:lnTo>
                    <a:pt x="484085" y="413461"/>
                  </a:lnTo>
                  <a:lnTo>
                    <a:pt x="484085" y="409041"/>
                  </a:lnTo>
                  <a:close/>
                </a:path>
                <a:path extrusionOk="0" h="667385" w="661034">
                  <a:moveTo>
                    <a:pt x="484085" y="310108"/>
                  </a:moveTo>
                  <a:lnTo>
                    <a:pt x="483196" y="307670"/>
                  </a:lnTo>
                  <a:lnTo>
                    <a:pt x="481418" y="306120"/>
                  </a:lnTo>
                  <a:lnTo>
                    <a:pt x="479869" y="304355"/>
                  </a:lnTo>
                  <a:lnTo>
                    <a:pt x="477443" y="303466"/>
                  </a:lnTo>
                  <a:lnTo>
                    <a:pt x="475221" y="303466"/>
                  </a:lnTo>
                  <a:lnTo>
                    <a:pt x="472795" y="303682"/>
                  </a:lnTo>
                  <a:lnTo>
                    <a:pt x="470357" y="304571"/>
                  </a:lnTo>
                  <a:lnTo>
                    <a:pt x="468807" y="306120"/>
                  </a:lnTo>
                  <a:lnTo>
                    <a:pt x="467042" y="307670"/>
                  </a:lnTo>
                  <a:lnTo>
                    <a:pt x="466153" y="310108"/>
                  </a:lnTo>
                  <a:lnTo>
                    <a:pt x="466153" y="314756"/>
                  </a:lnTo>
                  <a:lnTo>
                    <a:pt x="467042" y="316966"/>
                  </a:lnTo>
                  <a:lnTo>
                    <a:pt x="468807" y="318516"/>
                  </a:lnTo>
                  <a:lnTo>
                    <a:pt x="469696" y="319405"/>
                  </a:lnTo>
                  <a:lnTo>
                    <a:pt x="470141" y="319620"/>
                  </a:lnTo>
                  <a:lnTo>
                    <a:pt x="470573" y="320065"/>
                  </a:lnTo>
                  <a:lnTo>
                    <a:pt x="471246" y="320281"/>
                  </a:lnTo>
                  <a:lnTo>
                    <a:pt x="471690" y="320509"/>
                  </a:lnTo>
                  <a:lnTo>
                    <a:pt x="472351" y="320725"/>
                  </a:lnTo>
                  <a:lnTo>
                    <a:pt x="472795" y="320954"/>
                  </a:lnTo>
                  <a:lnTo>
                    <a:pt x="473456" y="320954"/>
                  </a:lnTo>
                  <a:lnTo>
                    <a:pt x="474116" y="321170"/>
                  </a:lnTo>
                  <a:lnTo>
                    <a:pt x="477659" y="321170"/>
                  </a:lnTo>
                  <a:lnTo>
                    <a:pt x="479869" y="320281"/>
                  </a:lnTo>
                  <a:lnTo>
                    <a:pt x="481418" y="318516"/>
                  </a:lnTo>
                  <a:lnTo>
                    <a:pt x="483196" y="316966"/>
                  </a:lnTo>
                  <a:lnTo>
                    <a:pt x="484085" y="314528"/>
                  </a:lnTo>
                  <a:lnTo>
                    <a:pt x="484085" y="310108"/>
                  </a:lnTo>
                  <a:close/>
                </a:path>
                <a:path extrusionOk="0" h="667385" w="661034">
                  <a:moveTo>
                    <a:pt x="518388" y="408825"/>
                  </a:moveTo>
                  <a:lnTo>
                    <a:pt x="518160" y="408381"/>
                  </a:lnTo>
                  <a:lnTo>
                    <a:pt x="517944" y="407720"/>
                  </a:lnTo>
                  <a:lnTo>
                    <a:pt x="517728" y="407276"/>
                  </a:lnTo>
                  <a:lnTo>
                    <a:pt x="517499" y="406615"/>
                  </a:lnTo>
                  <a:lnTo>
                    <a:pt x="516610" y="405726"/>
                  </a:lnTo>
                  <a:lnTo>
                    <a:pt x="516394" y="405282"/>
                  </a:lnTo>
                  <a:lnTo>
                    <a:pt x="515505" y="404406"/>
                  </a:lnTo>
                  <a:lnTo>
                    <a:pt x="515061" y="404177"/>
                  </a:lnTo>
                  <a:lnTo>
                    <a:pt x="514629" y="403733"/>
                  </a:lnTo>
                  <a:lnTo>
                    <a:pt x="514184" y="403517"/>
                  </a:lnTo>
                  <a:lnTo>
                    <a:pt x="513511" y="403072"/>
                  </a:lnTo>
                  <a:lnTo>
                    <a:pt x="512635" y="402628"/>
                  </a:lnTo>
                  <a:lnTo>
                    <a:pt x="511962" y="402412"/>
                  </a:lnTo>
                  <a:lnTo>
                    <a:pt x="511302" y="402412"/>
                  </a:lnTo>
                  <a:lnTo>
                    <a:pt x="510197" y="402183"/>
                  </a:lnTo>
                  <a:lnTo>
                    <a:pt x="509092" y="402183"/>
                  </a:lnTo>
                  <a:lnTo>
                    <a:pt x="507758" y="402412"/>
                  </a:lnTo>
                  <a:lnTo>
                    <a:pt x="507098" y="402412"/>
                  </a:lnTo>
                  <a:lnTo>
                    <a:pt x="506653" y="402628"/>
                  </a:lnTo>
                  <a:lnTo>
                    <a:pt x="505333" y="403072"/>
                  </a:lnTo>
                  <a:lnTo>
                    <a:pt x="504888" y="403288"/>
                  </a:lnTo>
                  <a:lnTo>
                    <a:pt x="503999" y="404177"/>
                  </a:lnTo>
                  <a:lnTo>
                    <a:pt x="503555" y="404406"/>
                  </a:lnTo>
                  <a:lnTo>
                    <a:pt x="502666" y="405282"/>
                  </a:lnTo>
                  <a:lnTo>
                    <a:pt x="502450" y="405726"/>
                  </a:lnTo>
                  <a:lnTo>
                    <a:pt x="502005" y="406171"/>
                  </a:lnTo>
                  <a:lnTo>
                    <a:pt x="501789" y="406615"/>
                  </a:lnTo>
                  <a:lnTo>
                    <a:pt x="501345" y="407060"/>
                  </a:lnTo>
                  <a:lnTo>
                    <a:pt x="501116" y="407720"/>
                  </a:lnTo>
                  <a:lnTo>
                    <a:pt x="500900" y="408165"/>
                  </a:lnTo>
                  <a:lnTo>
                    <a:pt x="500684" y="408825"/>
                  </a:lnTo>
                  <a:lnTo>
                    <a:pt x="500684" y="410159"/>
                  </a:lnTo>
                  <a:lnTo>
                    <a:pt x="500456" y="410603"/>
                  </a:lnTo>
                  <a:lnTo>
                    <a:pt x="500456" y="413702"/>
                  </a:lnTo>
                  <a:lnTo>
                    <a:pt x="501345" y="415912"/>
                  </a:lnTo>
                  <a:lnTo>
                    <a:pt x="504888" y="419011"/>
                  </a:lnTo>
                  <a:lnTo>
                    <a:pt x="507098" y="420116"/>
                  </a:lnTo>
                  <a:lnTo>
                    <a:pt x="510413" y="420116"/>
                  </a:lnTo>
                  <a:lnTo>
                    <a:pt x="511086" y="419900"/>
                  </a:lnTo>
                  <a:lnTo>
                    <a:pt x="511746" y="419900"/>
                  </a:lnTo>
                  <a:lnTo>
                    <a:pt x="512191" y="419671"/>
                  </a:lnTo>
                  <a:lnTo>
                    <a:pt x="512851" y="419455"/>
                  </a:lnTo>
                  <a:lnTo>
                    <a:pt x="513295" y="419227"/>
                  </a:lnTo>
                  <a:lnTo>
                    <a:pt x="513956" y="419011"/>
                  </a:lnTo>
                  <a:lnTo>
                    <a:pt x="514400" y="418566"/>
                  </a:lnTo>
                  <a:lnTo>
                    <a:pt x="514845" y="418350"/>
                  </a:lnTo>
                  <a:lnTo>
                    <a:pt x="515734" y="417461"/>
                  </a:lnTo>
                  <a:lnTo>
                    <a:pt x="517283" y="415683"/>
                  </a:lnTo>
                  <a:lnTo>
                    <a:pt x="518388" y="413473"/>
                  </a:lnTo>
                  <a:lnTo>
                    <a:pt x="518388" y="410159"/>
                  </a:lnTo>
                  <a:lnTo>
                    <a:pt x="518160" y="409486"/>
                  </a:lnTo>
                  <a:lnTo>
                    <a:pt x="518388" y="408825"/>
                  </a:lnTo>
                  <a:close/>
                </a:path>
                <a:path extrusionOk="0" h="667385" w="661034">
                  <a:moveTo>
                    <a:pt x="518388" y="311200"/>
                  </a:moveTo>
                  <a:lnTo>
                    <a:pt x="518160" y="310540"/>
                  </a:lnTo>
                  <a:lnTo>
                    <a:pt x="518160" y="309880"/>
                  </a:lnTo>
                  <a:lnTo>
                    <a:pt x="517715" y="308991"/>
                  </a:lnTo>
                  <a:lnTo>
                    <a:pt x="517715" y="308546"/>
                  </a:lnTo>
                  <a:lnTo>
                    <a:pt x="517499" y="308102"/>
                  </a:lnTo>
                  <a:lnTo>
                    <a:pt x="517055" y="307441"/>
                  </a:lnTo>
                  <a:lnTo>
                    <a:pt x="516610" y="306997"/>
                  </a:lnTo>
                  <a:lnTo>
                    <a:pt x="516394" y="306552"/>
                  </a:lnTo>
                  <a:lnTo>
                    <a:pt x="515061" y="305231"/>
                  </a:lnTo>
                  <a:lnTo>
                    <a:pt x="514172" y="304787"/>
                  </a:lnTo>
                  <a:lnTo>
                    <a:pt x="513511" y="304342"/>
                  </a:lnTo>
                  <a:lnTo>
                    <a:pt x="512622" y="303898"/>
                  </a:lnTo>
                  <a:lnTo>
                    <a:pt x="511962" y="303682"/>
                  </a:lnTo>
                  <a:lnTo>
                    <a:pt x="511302" y="303682"/>
                  </a:lnTo>
                  <a:lnTo>
                    <a:pt x="510197" y="303453"/>
                  </a:lnTo>
                  <a:lnTo>
                    <a:pt x="509092" y="303453"/>
                  </a:lnTo>
                  <a:lnTo>
                    <a:pt x="507758" y="303682"/>
                  </a:lnTo>
                  <a:lnTo>
                    <a:pt x="507098" y="303898"/>
                  </a:lnTo>
                  <a:lnTo>
                    <a:pt x="506653" y="303898"/>
                  </a:lnTo>
                  <a:lnTo>
                    <a:pt x="505993" y="304126"/>
                  </a:lnTo>
                  <a:lnTo>
                    <a:pt x="505548" y="304342"/>
                  </a:lnTo>
                  <a:lnTo>
                    <a:pt x="504875" y="304558"/>
                  </a:lnTo>
                  <a:lnTo>
                    <a:pt x="504444" y="305003"/>
                  </a:lnTo>
                  <a:lnTo>
                    <a:pt x="503999" y="305231"/>
                  </a:lnTo>
                  <a:lnTo>
                    <a:pt x="502666" y="306552"/>
                  </a:lnTo>
                  <a:lnTo>
                    <a:pt x="502450" y="306997"/>
                  </a:lnTo>
                  <a:lnTo>
                    <a:pt x="502005" y="307441"/>
                  </a:lnTo>
                  <a:lnTo>
                    <a:pt x="501777" y="307886"/>
                  </a:lnTo>
                  <a:lnTo>
                    <a:pt x="501345" y="308546"/>
                  </a:lnTo>
                  <a:lnTo>
                    <a:pt x="500900" y="309435"/>
                  </a:lnTo>
                  <a:lnTo>
                    <a:pt x="500672" y="310095"/>
                  </a:lnTo>
                  <a:lnTo>
                    <a:pt x="500672" y="311200"/>
                  </a:lnTo>
                  <a:lnTo>
                    <a:pt x="500456" y="311645"/>
                  </a:lnTo>
                  <a:lnTo>
                    <a:pt x="500456" y="313423"/>
                  </a:lnTo>
                  <a:lnTo>
                    <a:pt x="500672" y="314083"/>
                  </a:lnTo>
                  <a:lnTo>
                    <a:pt x="500672" y="314744"/>
                  </a:lnTo>
                  <a:lnTo>
                    <a:pt x="501116" y="315633"/>
                  </a:lnTo>
                  <a:lnTo>
                    <a:pt x="501345" y="316293"/>
                  </a:lnTo>
                  <a:lnTo>
                    <a:pt x="501561" y="316738"/>
                  </a:lnTo>
                  <a:lnTo>
                    <a:pt x="502005" y="317182"/>
                  </a:lnTo>
                  <a:lnTo>
                    <a:pt x="502221" y="317627"/>
                  </a:lnTo>
                  <a:lnTo>
                    <a:pt x="504875" y="320281"/>
                  </a:lnTo>
                  <a:lnTo>
                    <a:pt x="507098" y="321170"/>
                  </a:lnTo>
                  <a:lnTo>
                    <a:pt x="510413" y="321170"/>
                  </a:lnTo>
                  <a:lnTo>
                    <a:pt x="511073" y="320941"/>
                  </a:lnTo>
                  <a:lnTo>
                    <a:pt x="511746" y="320941"/>
                  </a:lnTo>
                  <a:lnTo>
                    <a:pt x="512191" y="320725"/>
                  </a:lnTo>
                  <a:lnTo>
                    <a:pt x="512851" y="320497"/>
                  </a:lnTo>
                  <a:lnTo>
                    <a:pt x="513295" y="320281"/>
                  </a:lnTo>
                  <a:lnTo>
                    <a:pt x="513956" y="320052"/>
                  </a:lnTo>
                  <a:lnTo>
                    <a:pt x="514400" y="319620"/>
                  </a:lnTo>
                  <a:lnTo>
                    <a:pt x="514845" y="319392"/>
                  </a:lnTo>
                  <a:lnTo>
                    <a:pt x="516166" y="318071"/>
                  </a:lnTo>
                  <a:lnTo>
                    <a:pt x="516394" y="317627"/>
                  </a:lnTo>
                  <a:lnTo>
                    <a:pt x="516839" y="317182"/>
                  </a:lnTo>
                  <a:lnTo>
                    <a:pt x="517055" y="316738"/>
                  </a:lnTo>
                  <a:lnTo>
                    <a:pt x="517499" y="316077"/>
                  </a:lnTo>
                  <a:lnTo>
                    <a:pt x="517944" y="315188"/>
                  </a:lnTo>
                  <a:lnTo>
                    <a:pt x="518160" y="314528"/>
                  </a:lnTo>
                  <a:lnTo>
                    <a:pt x="518160" y="314083"/>
                  </a:lnTo>
                  <a:lnTo>
                    <a:pt x="518388" y="313423"/>
                  </a:lnTo>
                  <a:lnTo>
                    <a:pt x="518388" y="311200"/>
                  </a:lnTo>
                  <a:close/>
                </a:path>
                <a:path extrusionOk="0" h="667385" w="661034">
                  <a:moveTo>
                    <a:pt x="518833" y="607809"/>
                  </a:moveTo>
                  <a:lnTo>
                    <a:pt x="518160" y="605815"/>
                  </a:lnTo>
                  <a:lnTo>
                    <a:pt x="517944" y="605370"/>
                  </a:lnTo>
                  <a:lnTo>
                    <a:pt x="517728" y="604926"/>
                  </a:lnTo>
                  <a:lnTo>
                    <a:pt x="517499" y="604266"/>
                  </a:lnTo>
                  <a:lnTo>
                    <a:pt x="516610" y="603377"/>
                  </a:lnTo>
                  <a:lnTo>
                    <a:pt x="516394" y="602932"/>
                  </a:lnTo>
                  <a:lnTo>
                    <a:pt x="515061" y="601611"/>
                  </a:lnTo>
                  <a:lnTo>
                    <a:pt x="514184" y="601167"/>
                  </a:lnTo>
                  <a:lnTo>
                    <a:pt x="513511" y="600722"/>
                  </a:lnTo>
                  <a:lnTo>
                    <a:pt x="512635" y="600278"/>
                  </a:lnTo>
                  <a:lnTo>
                    <a:pt x="511962" y="600062"/>
                  </a:lnTo>
                  <a:lnTo>
                    <a:pt x="511302" y="600062"/>
                  </a:lnTo>
                  <a:lnTo>
                    <a:pt x="508431" y="599389"/>
                  </a:lnTo>
                  <a:lnTo>
                    <a:pt x="505333" y="600506"/>
                  </a:lnTo>
                  <a:lnTo>
                    <a:pt x="502894" y="602932"/>
                  </a:lnTo>
                  <a:lnTo>
                    <a:pt x="502666" y="603377"/>
                  </a:lnTo>
                  <a:lnTo>
                    <a:pt x="502234" y="603821"/>
                  </a:lnTo>
                  <a:lnTo>
                    <a:pt x="502005" y="604266"/>
                  </a:lnTo>
                  <a:lnTo>
                    <a:pt x="501561" y="604926"/>
                  </a:lnTo>
                  <a:lnTo>
                    <a:pt x="501116" y="605815"/>
                  </a:lnTo>
                  <a:lnTo>
                    <a:pt x="500900" y="606475"/>
                  </a:lnTo>
                  <a:lnTo>
                    <a:pt x="500900" y="607809"/>
                  </a:lnTo>
                  <a:lnTo>
                    <a:pt x="500684" y="608253"/>
                  </a:lnTo>
                  <a:lnTo>
                    <a:pt x="500684" y="610019"/>
                  </a:lnTo>
                  <a:lnTo>
                    <a:pt x="500900" y="610679"/>
                  </a:lnTo>
                  <a:lnTo>
                    <a:pt x="500900" y="611352"/>
                  </a:lnTo>
                  <a:lnTo>
                    <a:pt x="501116" y="611784"/>
                  </a:lnTo>
                  <a:lnTo>
                    <a:pt x="501345" y="612457"/>
                  </a:lnTo>
                  <a:lnTo>
                    <a:pt x="501561" y="612902"/>
                  </a:lnTo>
                  <a:lnTo>
                    <a:pt x="501789" y="613562"/>
                  </a:lnTo>
                  <a:lnTo>
                    <a:pt x="502234" y="614006"/>
                  </a:lnTo>
                  <a:lnTo>
                    <a:pt x="502450" y="614451"/>
                  </a:lnTo>
                  <a:lnTo>
                    <a:pt x="503783" y="615772"/>
                  </a:lnTo>
                  <a:lnTo>
                    <a:pt x="504215" y="616000"/>
                  </a:lnTo>
                  <a:lnTo>
                    <a:pt x="504659" y="616432"/>
                  </a:lnTo>
                  <a:lnTo>
                    <a:pt x="505104" y="616661"/>
                  </a:lnTo>
                  <a:lnTo>
                    <a:pt x="505548" y="617105"/>
                  </a:lnTo>
                  <a:lnTo>
                    <a:pt x="506209" y="617321"/>
                  </a:lnTo>
                  <a:lnTo>
                    <a:pt x="506653" y="617550"/>
                  </a:lnTo>
                  <a:lnTo>
                    <a:pt x="507314" y="617766"/>
                  </a:lnTo>
                  <a:lnTo>
                    <a:pt x="507987" y="617766"/>
                  </a:lnTo>
                  <a:lnTo>
                    <a:pt x="508647" y="617982"/>
                  </a:lnTo>
                  <a:lnTo>
                    <a:pt x="510857" y="617982"/>
                  </a:lnTo>
                  <a:lnTo>
                    <a:pt x="512191" y="617550"/>
                  </a:lnTo>
                  <a:lnTo>
                    <a:pt x="512635" y="617550"/>
                  </a:lnTo>
                  <a:lnTo>
                    <a:pt x="513295" y="617321"/>
                  </a:lnTo>
                  <a:lnTo>
                    <a:pt x="513740" y="617105"/>
                  </a:lnTo>
                  <a:lnTo>
                    <a:pt x="514400" y="616877"/>
                  </a:lnTo>
                  <a:lnTo>
                    <a:pt x="515289" y="616000"/>
                  </a:lnTo>
                  <a:lnTo>
                    <a:pt x="515734" y="615772"/>
                  </a:lnTo>
                  <a:lnTo>
                    <a:pt x="516610" y="614883"/>
                  </a:lnTo>
                  <a:lnTo>
                    <a:pt x="516839" y="614451"/>
                  </a:lnTo>
                  <a:lnTo>
                    <a:pt x="517283" y="614006"/>
                  </a:lnTo>
                  <a:lnTo>
                    <a:pt x="517499" y="613562"/>
                  </a:lnTo>
                  <a:lnTo>
                    <a:pt x="517944" y="613117"/>
                  </a:lnTo>
                  <a:lnTo>
                    <a:pt x="518160" y="612457"/>
                  </a:lnTo>
                  <a:lnTo>
                    <a:pt x="518388" y="612013"/>
                  </a:lnTo>
                  <a:lnTo>
                    <a:pt x="518604" y="611352"/>
                  </a:lnTo>
                  <a:lnTo>
                    <a:pt x="518604" y="610679"/>
                  </a:lnTo>
                  <a:lnTo>
                    <a:pt x="518833" y="610019"/>
                  </a:lnTo>
                  <a:lnTo>
                    <a:pt x="518833" y="607809"/>
                  </a:lnTo>
                  <a:close/>
                </a:path>
                <a:path extrusionOk="0" h="667385" w="661034">
                  <a:moveTo>
                    <a:pt x="519049" y="508647"/>
                  </a:moveTo>
                  <a:lnTo>
                    <a:pt x="518833" y="507987"/>
                  </a:lnTo>
                  <a:lnTo>
                    <a:pt x="518833" y="507314"/>
                  </a:lnTo>
                  <a:lnTo>
                    <a:pt x="518604" y="506882"/>
                  </a:lnTo>
                  <a:lnTo>
                    <a:pt x="518388" y="506209"/>
                  </a:lnTo>
                  <a:lnTo>
                    <a:pt x="518160" y="505764"/>
                  </a:lnTo>
                  <a:lnTo>
                    <a:pt x="517944" y="505104"/>
                  </a:lnTo>
                  <a:lnTo>
                    <a:pt x="517055" y="504215"/>
                  </a:lnTo>
                  <a:lnTo>
                    <a:pt x="516839" y="503783"/>
                  </a:lnTo>
                  <a:lnTo>
                    <a:pt x="515505" y="502450"/>
                  </a:lnTo>
                  <a:lnTo>
                    <a:pt x="514629" y="502005"/>
                  </a:lnTo>
                  <a:lnTo>
                    <a:pt x="513956" y="501561"/>
                  </a:lnTo>
                  <a:lnTo>
                    <a:pt x="513080" y="501116"/>
                  </a:lnTo>
                  <a:lnTo>
                    <a:pt x="512406" y="500900"/>
                  </a:lnTo>
                  <a:lnTo>
                    <a:pt x="511746" y="500900"/>
                  </a:lnTo>
                  <a:lnTo>
                    <a:pt x="510641" y="500684"/>
                  </a:lnTo>
                  <a:lnTo>
                    <a:pt x="509536" y="500684"/>
                  </a:lnTo>
                  <a:lnTo>
                    <a:pt x="508203" y="500900"/>
                  </a:lnTo>
                  <a:lnTo>
                    <a:pt x="507542" y="501116"/>
                  </a:lnTo>
                  <a:lnTo>
                    <a:pt x="507098" y="501116"/>
                  </a:lnTo>
                  <a:lnTo>
                    <a:pt x="506437" y="501345"/>
                  </a:lnTo>
                  <a:lnTo>
                    <a:pt x="505993" y="501561"/>
                  </a:lnTo>
                  <a:lnTo>
                    <a:pt x="505333" y="501789"/>
                  </a:lnTo>
                  <a:lnTo>
                    <a:pt x="504888" y="502234"/>
                  </a:lnTo>
                  <a:lnTo>
                    <a:pt x="504444" y="502450"/>
                  </a:lnTo>
                  <a:lnTo>
                    <a:pt x="503110" y="503783"/>
                  </a:lnTo>
                  <a:lnTo>
                    <a:pt x="502894" y="504215"/>
                  </a:lnTo>
                  <a:lnTo>
                    <a:pt x="502450" y="504659"/>
                  </a:lnTo>
                  <a:lnTo>
                    <a:pt x="502234" y="505104"/>
                  </a:lnTo>
                  <a:lnTo>
                    <a:pt x="501789" y="505764"/>
                  </a:lnTo>
                  <a:lnTo>
                    <a:pt x="501345" y="506653"/>
                  </a:lnTo>
                  <a:lnTo>
                    <a:pt x="501116" y="507314"/>
                  </a:lnTo>
                  <a:lnTo>
                    <a:pt x="501116" y="508647"/>
                  </a:lnTo>
                  <a:lnTo>
                    <a:pt x="500900" y="509092"/>
                  </a:lnTo>
                  <a:lnTo>
                    <a:pt x="500900" y="510857"/>
                  </a:lnTo>
                  <a:lnTo>
                    <a:pt x="501116" y="511530"/>
                  </a:lnTo>
                  <a:lnTo>
                    <a:pt x="501116" y="512191"/>
                  </a:lnTo>
                  <a:lnTo>
                    <a:pt x="501345" y="512635"/>
                  </a:lnTo>
                  <a:lnTo>
                    <a:pt x="501789" y="513956"/>
                  </a:lnTo>
                  <a:lnTo>
                    <a:pt x="502005" y="514400"/>
                  </a:lnTo>
                  <a:lnTo>
                    <a:pt x="502450" y="514845"/>
                  </a:lnTo>
                  <a:lnTo>
                    <a:pt x="502666" y="515289"/>
                  </a:lnTo>
                  <a:lnTo>
                    <a:pt x="504444" y="517055"/>
                  </a:lnTo>
                  <a:lnTo>
                    <a:pt x="505333" y="517499"/>
                  </a:lnTo>
                  <a:lnTo>
                    <a:pt x="505764" y="517944"/>
                  </a:lnTo>
                  <a:lnTo>
                    <a:pt x="506437" y="518160"/>
                  </a:lnTo>
                  <a:lnTo>
                    <a:pt x="506882" y="518388"/>
                  </a:lnTo>
                  <a:lnTo>
                    <a:pt x="507542" y="518604"/>
                  </a:lnTo>
                  <a:lnTo>
                    <a:pt x="508863" y="518604"/>
                  </a:lnTo>
                  <a:lnTo>
                    <a:pt x="509308" y="518833"/>
                  </a:lnTo>
                  <a:lnTo>
                    <a:pt x="511086" y="518833"/>
                  </a:lnTo>
                  <a:lnTo>
                    <a:pt x="512406" y="518388"/>
                  </a:lnTo>
                  <a:lnTo>
                    <a:pt x="512851" y="518388"/>
                  </a:lnTo>
                  <a:lnTo>
                    <a:pt x="513511" y="518160"/>
                  </a:lnTo>
                  <a:lnTo>
                    <a:pt x="513956" y="517944"/>
                  </a:lnTo>
                  <a:lnTo>
                    <a:pt x="514629" y="517728"/>
                  </a:lnTo>
                  <a:lnTo>
                    <a:pt x="515061" y="517283"/>
                  </a:lnTo>
                  <a:lnTo>
                    <a:pt x="515505" y="517055"/>
                  </a:lnTo>
                  <a:lnTo>
                    <a:pt x="516839" y="515734"/>
                  </a:lnTo>
                  <a:lnTo>
                    <a:pt x="517055" y="515289"/>
                  </a:lnTo>
                  <a:lnTo>
                    <a:pt x="517499" y="514845"/>
                  </a:lnTo>
                  <a:lnTo>
                    <a:pt x="517728" y="514400"/>
                  </a:lnTo>
                  <a:lnTo>
                    <a:pt x="518160" y="513740"/>
                  </a:lnTo>
                  <a:lnTo>
                    <a:pt x="518604" y="512851"/>
                  </a:lnTo>
                  <a:lnTo>
                    <a:pt x="518833" y="512191"/>
                  </a:lnTo>
                  <a:lnTo>
                    <a:pt x="518833" y="511530"/>
                  </a:lnTo>
                  <a:lnTo>
                    <a:pt x="519049" y="510857"/>
                  </a:lnTo>
                  <a:lnTo>
                    <a:pt x="519049" y="508647"/>
                  </a:lnTo>
                  <a:close/>
                </a:path>
                <a:path extrusionOk="0" h="667385" w="661034">
                  <a:moveTo>
                    <a:pt x="519049" y="212483"/>
                  </a:moveTo>
                  <a:lnTo>
                    <a:pt x="518820" y="211823"/>
                  </a:lnTo>
                  <a:lnTo>
                    <a:pt x="518820" y="211150"/>
                  </a:lnTo>
                  <a:lnTo>
                    <a:pt x="518604" y="210718"/>
                  </a:lnTo>
                  <a:lnTo>
                    <a:pt x="518388" y="210045"/>
                  </a:lnTo>
                  <a:lnTo>
                    <a:pt x="518160" y="209600"/>
                  </a:lnTo>
                  <a:lnTo>
                    <a:pt x="517944" y="208940"/>
                  </a:lnTo>
                  <a:lnTo>
                    <a:pt x="517055" y="208051"/>
                  </a:lnTo>
                  <a:lnTo>
                    <a:pt x="516839" y="207619"/>
                  </a:lnTo>
                  <a:lnTo>
                    <a:pt x="515950" y="206730"/>
                  </a:lnTo>
                  <a:lnTo>
                    <a:pt x="515505" y="206502"/>
                  </a:lnTo>
                  <a:lnTo>
                    <a:pt x="515061" y="206070"/>
                  </a:lnTo>
                  <a:lnTo>
                    <a:pt x="514616" y="205841"/>
                  </a:lnTo>
                  <a:lnTo>
                    <a:pt x="513956" y="205397"/>
                  </a:lnTo>
                  <a:lnTo>
                    <a:pt x="513067" y="204952"/>
                  </a:lnTo>
                  <a:lnTo>
                    <a:pt x="512406" y="204736"/>
                  </a:lnTo>
                  <a:lnTo>
                    <a:pt x="511746" y="204736"/>
                  </a:lnTo>
                  <a:lnTo>
                    <a:pt x="510641" y="204520"/>
                  </a:lnTo>
                  <a:lnTo>
                    <a:pt x="509524" y="204520"/>
                  </a:lnTo>
                  <a:lnTo>
                    <a:pt x="508203" y="204736"/>
                  </a:lnTo>
                  <a:lnTo>
                    <a:pt x="507542" y="204736"/>
                  </a:lnTo>
                  <a:lnTo>
                    <a:pt x="507098" y="204952"/>
                  </a:lnTo>
                  <a:lnTo>
                    <a:pt x="505764" y="205397"/>
                  </a:lnTo>
                  <a:lnTo>
                    <a:pt x="505320" y="205625"/>
                  </a:lnTo>
                  <a:lnTo>
                    <a:pt x="504875" y="206070"/>
                  </a:lnTo>
                  <a:lnTo>
                    <a:pt x="504444" y="206286"/>
                  </a:lnTo>
                  <a:lnTo>
                    <a:pt x="503110" y="207619"/>
                  </a:lnTo>
                  <a:lnTo>
                    <a:pt x="502894" y="208051"/>
                  </a:lnTo>
                  <a:lnTo>
                    <a:pt x="502450" y="208495"/>
                  </a:lnTo>
                  <a:lnTo>
                    <a:pt x="502221" y="208940"/>
                  </a:lnTo>
                  <a:lnTo>
                    <a:pt x="501777" y="209384"/>
                  </a:lnTo>
                  <a:lnTo>
                    <a:pt x="501561" y="210045"/>
                  </a:lnTo>
                  <a:lnTo>
                    <a:pt x="501345" y="210489"/>
                  </a:lnTo>
                  <a:lnTo>
                    <a:pt x="501116" y="211150"/>
                  </a:lnTo>
                  <a:lnTo>
                    <a:pt x="501116" y="212483"/>
                  </a:lnTo>
                  <a:lnTo>
                    <a:pt x="500900" y="212928"/>
                  </a:lnTo>
                  <a:lnTo>
                    <a:pt x="500900" y="214693"/>
                  </a:lnTo>
                  <a:lnTo>
                    <a:pt x="501116" y="215366"/>
                  </a:lnTo>
                  <a:lnTo>
                    <a:pt x="501116" y="216027"/>
                  </a:lnTo>
                  <a:lnTo>
                    <a:pt x="501345" y="216471"/>
                  </a:lnTo>
                  <a:lnTo>
                    <a:pt x="501561" y="217131"/>
                  </a:lnTo>
                  <a:lnTo>
                    <a:pt x="501777" y="217576"/>
                  </a:lnTo>
                  <a:lnTo>
                    <a:pt x="502005" y="218236"/>
                  </a:lnTo>
                  <a:lnTo>
                    <a:pt x="502450" y="218681"/>
                  </a:lnTo>
                  <a:lnTo>
                    <a:pt x="502666" y="219125"/>
                  </a:lnTo>
                  <a:lnTo>
                    <a:pt x="504444" y="220891"/>
                  </a:lnTo>
                  <a:lnTo>
                    <a:pt x="505320" y="221335"/>
                  </a:lnTo>
                  <a:lnTo>
                    <a:pt x="505764" y="221780"/>
                  </a:lnTo>
                  <a:lnTo>
                    <a:pt x="507098" y="222224"/>
                  </a:lnTo>
                  <a:lnTo>
                    <a:pt x="507542" y="222440"/>
                  </a:lnTo>
                  <a:lnTo>
                    <a:pt x="508203" y="222440"/>
                  </a:lnTo>
                  <a:lnTo>
                    <a:pt x="508863" y="222669"/>
                  </a:lnTo>
                  <a:lnTo>
                    <a:pt x="511073" y="222669"/>
                  </a:lnTo>
                  <a:lnTo>
                    <a:pt x="511746" y="222440"/>
                  </a:lnTo>
                  <a:lnTo>
                    <a:pt x="512406" y="222440"/>
                  </a:lnTo>
                  <a:lnTo>
                    <a:pt x="512851" y="222224"/>
                  </a:lnTo>
                  <a:lnTo>
                    <a:pt x="513511" y="221996"/>
                  </a:lnTo>
                  <a:lnTo>
                    <a:pt x="513956" y="221780"/>
                  </a:lnTo>
                  <a:lnTo>
                    <a:pt x="514616" y="221564"/>
                  </a:lnTo>
                  <a:lnTo>
                    <a:pt x="515061" y="221119"/>
                  </a:lnTo>
                  <a:lnTo>
                    <a:pt x="515505" y="220891"/>
                  </a:lnTo>
                  <a:lnTo>
                    <a:pt x="516839" y="219570"/>
                  </a:lnTo>
                  <a:lnTo>
                    <a:pt x="517055" y="219125"/>
                  </a:lnTo>
                  <a:lnTo>
                    <a:pt x="517499" y="218681"/>
                  </a:lnTo>
                  <a:lnTo>
                    <a:pt x="517715" y="218236"/>
                  </a:lnTo>
                  <a:lnTo>
                    <a:pt x="518160" y="217576"/>
                  </a:lnTo>
                  <a:lnTo>
                    <a:pt x="518604" y="216687"/>
                  </a:lnTo>
                  <a:lnTo>
                    <a:pt x="518820" y="216027"/>
                  </a:lnTo>
                  <a:lnTo>
                    <a:pt x="518820" y="215366"/>
                  </a:lnTo>
                  <a:lnTo>
                    <a:pt x="519049" y="214693"/>
                  </a:lnTo>
                  <a:lnTo>
                    <a:pt x="519049" y="212483"/>
                  </a:lnTo>
                  <a:close/>
                </a:path>
                <a:path extrusionOk="0" h="667385" w="661034">
                  <a:moveTo>
                    <a:pt x="621296" y="307670"/>
                  </a:moveTo>
                  <a:lnTo>
                    <a:pt x="617321" y="303682"/>
                  </a:lnTo>
                  <a:lnTo>
                    <a:pt x="562203" y="303682"/>
                  </a:lnTo>
                  <a:lnTo>
                    <a:pt x="557339" y="303682"/>
                  </a:lnTo>
                  <a:lnTo>
                    <a:pt x="553351" y="307670"/>
                  </a:lnTo>
                  <a:lnTo>
                    <a:pt x="553351" y="317411"/>
                  </a:lnTo>
                  <a:lnTo>
                    <a:pt x="557339" y="321386"/>
                  </a:lnTo>
                  <a:lnTo>
                    <a:pt x="617321" y="321386"/>
                  </a:lnTo>
                  <a:lnTo>
                    <a:pt x="621296" y="317411"/>
                  </a:lnTo>
                  <a:lnTo>
                    <a:pt x="621296" y="307670"/>
                  </a:lnTo>
                  <a:close/>
                </a:path>
                <a:path extrusionOk="0" h="667385" w="661034">
                  <a:moveTo>
                    <a:pt x="621296" y="208724"/>
                  </a:moveTo>
                  <a:lnTo>
                    <a:pt x="617321" y="204749"/>
                  </a:lnTo>
                  <a:lnTo>
                    <a:pt x="557339" y="204749"/>
                  </a:lnTo>
                  <a:lnTo>
                    <a:pt x="553351" y="208724"/>
                  </a:lnTo>
                  <a:lnTo>
                    <a:pt x="553351" y="218465"/>
                  </a:lnTo>
                  <a:lnTo>
                    <a:pt x="557339" y="222453"/>
                  </a:lnTo>
                  <a:lnTo>
                    <a:pt x="562203" y="222453"/>
                  </a:lnTo>
                  <a:lnTo>
                    <a:pt x="617321" y="222453"/>
                  </a:lnTo>
                  <a:lnTo>
                    <a:pt x="621296" y="218465"/>
                  </a:lnTo>
                  <a:lnTo>
                    <a:pt x="621296" y="208724"/>
                  </a:lnTo>
                  <a:close/>
                </a:path>
                <a:path extrusionOk="0" h="667385" w="661034">
                  <a:moveTo>
                    <a:pt x="621309" y="603834"/>
                  </a:moveTo>
                  <a:lnTo>
                    <a:pt x="617321" y="599846"/>
                  </a:lnTo>
                  <a:lnTo>
                    <a:pt x="612457" y="599846"/>
                  </a:lnTo>
                  <a:lnTo>
                    <a:pt x="557339" y="599846"/>
                  </a:lnTo>
                  <a:lnTo>
                    <a:pt x="553364" y="603834"/>
                  </a:lnTo>
                  <a:lnTo>
                    <a:pt x="553364" y="613575"/>
                  </a:lnTo>
                  <a:lnTo>
                    <a:pt x="557339" y="617550"/>
                  </a:lnTo>
                  <a:lnTo>
                    <a:pt x="617321" y="617550"/>
                  </a:lnTo>
                  <a:lnTo>
                    <a:pt x="621309" y="613575"/>
                  </a:lnTo>
                  <a:lnTo>
                    <a:pt x="621309" y="603834"/>
                  </a:lnTo>
                  <a:close/>
                </a:path>
                <a:path extrusionOk="0" h="667385" w="661034">
                  <a:moveTo>
                    <a:pt x="621309" y="505104"/>
                  </a:moveTo>
                  <a:lnTo>
                    <a:pt x="617321" y="501129"/>
                  </a:lnTo>
                  <a:lnTo>
                    <a:pt x="557339" y="501129"/>
                  </a:lnTo>
                  <a:lnTo>
                    <a:pt x="553364" y="505104"/>
                  </a:lnTo>
                  <a:lnTo>
                    <a:pt x="553364" y="514845"/>
                  </a:lnTo>
                  <a:lnTo>
                    <a:pt x="557339" y="518833"/>
                  </a:lnTo>
                  <a:lnTo>
                    <a:pt x="612457" y="518833"/>
                  </a:lnTo>
                  <a:lnTo>
                    <a:pt x="617321" y="518833"/>
                  </a:lnTo>
                  <a:lnTo>
                    <a:pt x="621309" y="514845"/>
                  </a:lnTo>
                  <a:lnTo>
                    <a:pt x="621309" y="505104"/>
                  </a:lnTo>
                  <a:close/>
                </a:path>
                <a:path extrusionOk="0" h="667385" w="661034">
                  <a:moveTo>
                    <a:pt x="621309" y="406387"/>
                  </a:moveTo>
                  <a:lnTo>
                    <a:pt x="617321" y="402399"/>
                  </a:lnTo>
                  <a:lnTo>
                    <a:pt x="612457" y="402399"/>
                  </a:lnTo>
                  <a:lnTo>
                    <a:pt x="557339" y="402399"/>
                  </a:lnTo>
                  <a:lnTo>
                    <a:pt x="553364" y="406387"/>
                  </a:lnTo>
                  <a:lnTo>
                    <a:pt x="553364" y="416128"/>
                  </a:lnTo>
                  <a:lnTo>
                    <a:pt x="557339" y="420103"/>
                  </a:lnTo>
                  <a:lnTo>
                    <a:pt x="617321" y="420103"/>
                  </a:lnTo>
                  <a:lnTo>
                    <a:pt x="621309" y="416128"/>
                  </a:lnTo>
                  <a:lnTo>
                    <a:pt x="621309" y="406387"/>
                  </a:lnTo>
                  <a:close/>
                </a:path>
                <a:path extrusionOk="0" h="667385" w="661034">
                  <a:moveTo>
                    <a:pt x="660717" y="187921"/>
                  </a:moveTo>
                  <a:lnTo>
                    <a:pt x="658177" y="175399"/>
                  </a:lnTo>
                  <a:lnTo>
                    <a:pt x="656628" y="173088"/>
                  </a:lnTo>
                  <a:lnTo>
                    <a:pt x="651281" y="165125"/>
                  </a:lnTo>
                  <a:lnTo>
                    <a:pt x="643001" y="159524"/>
                  </a:lnTo>
                  <a:lnTo>
                    <a:pt x="643001" y="179730"/>
                  </a:lnTo>
                  <a:lnTo>
                    <a:pt x="643001" y="254101"/>
                  </a:lnTo>
                  <a:lnTo>
                    <a:pt x="390448" y="254101"/>
                  </a:lnTo>
                  <a:lnTo>
                    <a:pt x="390448" y="179730"/>
                  </a:lnTo>
                  <a:lnTo>
                    <a:pt x="397090" y="173088"/>
                  </a:lnTo>
                  <a:lnTo>
                    <a:pt x="636358" y="173088"/>
                  </a:lnTo>
                  <a:lnTo>
                    <a:pt x="643001" y="179730"/>
                  </a:lnTo>
                  <a:lnTo>
                    <a:pt x="643001" y="159524"/>
                  </a:lnTo>
                  <a:lnTo>
                    <a:pt x="641007" y="158165"/>
                  </a:lnTo>
                  <a:lnTo>
                    <a:pt x="628396" y="155600"/>
                  </a:lnTo>
                  <a:lnTo>
                    <a:pt x="405066" y="155600"/>
                  </a:lnTo>
                  <a:lnTo>
                    <a:pt x="372745" y="187921"/>
                  </a:lnTo>
                  <a:lnTo>
                    <a:pt x="372745" y="529450"/>
                  </a:lnTo>
                  <a:lnTo>
                    <a:pt x="376732" y="533438"/>
                  </a:lnTo>
                  <a:lnTo>
                    <a:pt x="386473" y="533438"/>
                  </a:lnTo>
                  <a:lnTo>
                    <a:pt x="390448" y="529450"/>
                  </a:lnTo>
                  <a:lnTo>
                    <a:pt x="390448" y="469468"/>
                  </a:lnTo>
                  <a:lnTo>
                    <a:pt x="643001" y="469468"/>
                  </a:lnTo>
                  <a:lnTo>
                    <a:pt x="643001" y="550481"/>
                  </a:lnTo>
                  <a:lnTo>
                    <a:pt x="643001" y="568185"/>
                  </a:lnTo>
                  <a:lnTo>
                    <a:pt x="643001" y="649198"/>
                  </a:lnTo>
                  <a:lnTo>
                    <a:pt x="390448" y="649198"/>
                  </a:lnTo>
                  <a:lnTo>
                    <a:pt x="390448" y="568185"/>
                  </a:lnTo>
                  <a:lnTo>
                    <a:pt x="643001" y="568185"/>
                  </a:lnTo>
                  <a:lnTo>
                    <a:pt x="643001" y="550481"/>
                  </a:lnTo>
                  <a:lnTo>
                    <a:pt x="376732" y="550481"/>
                  </a:lnTo>
                  <a:lnTo>
                    <a:pt x="372745" y="554469"/>
                  </a:lnTo>
                  <a:lnTo>
                    <a:pt x="372745" y="662927"/>
                  </a:lnTo>
                  <a:lnTo>
                    <a:pt x="376732" y="666902"/>
                  </a:lnTo>
                  <a:lnTo>
                    <a:pt x="656729" y="666902"/>
                  </a:lnTo>
                  <a:lnTo>
                    <a:pt x="660717" y="662927"/>
                  </a:lnTo>
                  <a:lnTo>
                    <a:pt x="660717" y="649198"/>
                  </a:lnTo>
                  <a:lnTo>
                    <a:pt x="660717" y="568185"/>
                  </a:lnTo>
                  <a:lnTo>
                    <a:pt x="660717" y="469468"/>
                  </a:lnTo>
                  <a:lnTo>
                    <a:pt x="660717" y="451764"/>
                  </a:lnTo>
                  <a:lnTo>
                    <a:pt x="660717" y="370751"/>
                  </a:lnTo>
                  <a:lnTo>
                    <a:pt x="660717" y="357022"/>
                  </a:lnTo>
                  <a:lnTo>
                    <a:pt x="656729" y="353047"/>
                  </a:lnTo>
                  <a:lnTo>
                    <a:pt x="643001" y="353047"/>
                  </a:lnTo>
                  <a:lnTo>
                    <a:pt x="643001" y="370751"/>
                  </a:lnTo>
                  <a:lnTo>
                    <a:pt x="643001" y="451764"/>
                  </a:lnTo>
                  <a:lnTo>
                    <a:pt x="390448" y="451764"/>
                  </a:lnTo>
                  <a:lnTo>
                    <a:pt x="390448" y="370751"/>
                  </a:lnTo>
                  <a:lnTo>
                    <a:pt x="643001" y="370751"/>
                  </a:lnTo>
                  <a:lnTo>
                    <a:pt x="643001" y="353047"/>
                  </a:lnTo>
                  <a:lnTo>
                    <a:pt x="390448" y="353047"/>
                  </a:lnTo>
                  <a:lnTo>
                    <a:pt x="390448" y="272034"/>
                  </a:lnTo>
                  <a:lnTo>
                    <a:pt x="643001" y="272034"/>
                  </a:lnTo>
                  <a:lnTo>
                    <a:pt x="643001" y="331571"/>
                  </a:lnTo>
                  <a:lnTo>
                    <a:pt x="646988" y="335559"/>
                  </a:lnTo>
                  <a:lnTo>
                    <a:pt x="656729" y="335559"/>
                  </a:lnTo>
                  <a:lnTo>
                    <a:pt x="660717" y="331571"/>
                  </a:lnTo>
                  <a:lnTo>
                    <a:pt x="660717" y="272034"/>
                  </a:lnTo>
                  <a:lnTo>
                    <a:pt x="660717" y="254101"/>
                  </a:lnTo>
                  <a:lnTo>
                    <a:pt x="660717" y="187921"/>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43" name="Google Shape;443;p16"/>
            <p:cNvPicPr preferRelativeResize="0"/>
            <p:nvPr/>
          </p:nvPicPr>
          <p:blipFill rotWithShape="1">
            <a:blip r:embed="rId5">
              <a:alphaModFix/>
            </a:blip>
            <a:srcRect b="0" l="0" r="0" t="0"/>
            <a:stretch/>
          </p:blipFill>
          <p:spPr>
            <a:xfrm>
              <a:off x="7038365" y="4177066"/>
              <a:ext cx="132803" cy="132143"/>
            </a:xfrm>
            <a:prstGeom prst="rect">
              <a:avLst/>
            </a:prstGeom>
            <a:noFill/>
            <a:ln>
              <a:noFill/>
            </a:ln>
          </p:spPr>
        </p:pic>
        <p:pic>
          <p:nvPicPr>
            <p:cNvPr id="444" name="Google Shape;444;p16"/>
            <p:cNvPicPr preferRelativeResize="0"/>
            <p:nvPr/>
          </p:nvPicPr>
          <p:blipFill rotWithShape="1">
            <a:blip r:embed="rId6">
              <a:alphaModFix/>
            </a:blip>
            <a:srcRect b="0" l="0" r="0" t="0"/>
            <a:stretch/>
          </p:blipFill>
          <p:spPr>
            <a:xfrm>
              <a:off x="7346697" y="4177060"/>
              <a:ext cx="133027" cy="132146"/>
            </a:xfrm>
            <a:prstGeom prst="rect">
              <a:avLst/>
            </a:prstGeom>
            <a:noFill/>
            <a:ln>
              <a:noFill/>
            </a:ln>
          </p:spPr>
        </p:pic>
      </p:grpSp>
      <p:grpSp>
        <p:nvGrpSpPr>
          <p:cNvPr id="445" name="Google Shape;445;p16"/>
          <p:cNvGrpSpPr/>
          <p:nvPr/>
        </p:nvGrpSpPr>
        <p:grpSpPr>
          <a:xfrm>
            <a:off x="927719" y="3957045"/>
            <a:ext cx="1113790" cy="1040765"/>
            <a:chOff x="927719" y="3957045"/>
            <a:chExt cx="1113790" cy="1040765"/>
          </a:xfrm>
        </p:grpSpPr>
        <p:sp>
          <p:nvSpPr>
            <p:cNvPr id="446" name="Google Shape;446;p16"/>
            <p:cNvSpPr/>
            <p:nvPr/>
          </p:nvSpPr>
          <p:spPr>
            <a:xfrm>
              <a:off x="927719" y="3957045"/>
              <a:ext cx="1113790" cy="1040765"/>
            </a:xfrm>
            <a:custGeom>
              <a:rect b="b" l="l" r="r" t="t"/>
              <a:pathLst>
                <a:path extrusionOk="0" h="1040764" w="1113789">
                  <a:moveTo>
                    <a:pt x="95872" y="0"/>
                  </a:moveTo>
                  <a:lnTo>
                    <a:pt x="94297" y="0"/>
                  </a:lnTo>
                  <a:lnTo>
                    <a:pt x="80251" y="1270"/>
                  </a:lnTo>
                  <a:lnTo>
                    <a:pt x="37503" y="19799"/>
                  </a:lnTo>
                  <a:lnTo>
                    <a:pt x="8534" y="56299"/>
                  </a:lnTo>
                  <a:lnTo>
                    <a:pt x="0" y="944714"/>
                  </a:lnTo>
                  <a:lnTo>
                    <a:pt x="1270" y="960323"/>
                  </a:lnTo>
                  <a:lnTo>
                    <a:pt x="19799" y="1003084"/>
                  </a:lnTo>
                  <a:lnTo>
                    <a:pt x="57734" y="1032687"/>
                  </a:lnTo>
                  <a:lnTo>
                    <a:pt x="1021041" y="1040536"/>
                  </a:lnTo>
                  <a:lnTo>
                    <a:pt x="1038148" y="1038440"/>
                  </a:lnTo>
                  <a:lnTo>
                    <a:pt x="1076286" y="1020775"/>
                  </a:lnTo>
                  <a:lnTo>
                    <a:pt x="1105255" y="984275"/>
                  </a:lnTo>
                  <a:lnTo>
                    <a:pt x="1113790"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7" name="Google Shape;447;p16"/>
            <p:cNvSpPr/>
            <p:nvPr/>
          </p:nvSpPr>
          <p:spPr>
            <a:xfrm>
              <a:off x="1023124" y="4142574"/>
              <a:ext cx="923925" cy="671195"/>
            </a:xfrm>
            <a:custGeom>
              <a:rect b="b" l="l" r="r" t="t"/>
              <a:pathLst>
                <a:path extrusionOk="0" h="671195" w="923925">
                  <a:moveTo>
                    <a:pt x="792581" y="656539"/>
                  </a:moveTo>
                  <a:lnTo>
                    <a:pt x="788416" y="652399"/>
                  </a:lnTo>
                  <a:lnTo>
                    <a:pt x="783323" y="652399"/>
                  </a:lnTo>
                  <a:lnTo>
                    <a:pt x="46799" y="652399"/>
                  </a:lnTo>
                  <a:lnTo>
                    <a:pt x="42659" y="656539"/>
                  </a:lnTo>
                  <a:lnTo>
                    <a:pt x="42659" y="666775"/>
                  </a:lnTo>
                  <a:lnTo>
                    <a:pt x="46799" y="670915"/>
                  </a:lnTo>
                  <a:lnTo>
                    <a:pt x="788441" y="670915"/>
                  </a:lnTo>
                  <a:lnTo>
                    <a:pt x="792581" y="666775"/>
                  </a:lnTo>
                  <a:lnTo>
                    <a:pt x="792581" y="656539"/>
                  </a:lnTo>
                  <a:close/>
                </a:path>
                <a:path extrusionOk="0" h="671195" w="923925">
                  <a:moveTo>
                    <a:pt x="839787" y="616788"/>
                  </a:moveTo>
                  <a:lnTo>
                    <a:pt x="835596" y="612648"/>
                  </a:lnTo>
                  <a:lnTo>
                    <a:pt x="574700" y="612648"/>
                  </a:lnTo>
                  <a:lnTo>
                    <a:pt x="574700" y="339445"/>
                  </a:lnTo>
                  <a:lnTo>
                    <a:pt x="574700" y="325069"/>
                  </a:lnTo>
                  <a:lnTo>
                    <a:pt x="570560" y="320929"/>
                  </a:lnTo>
                  <a:lnTo>
                    <a:pt x="556196" y="320929"/>
                  </a:lnTo>
                  <a:lnTo>
                    <a:pt x="556196" y="339445"/>
                  </a:lnTo>
                  <a:lnTo>
                    <a:pt x="556196" y="612648"/>
                  </a:lnTo>
                  <a:lnTo>
                    <a:pt x="499008" y="612648"/>
                  </a:lnTo>
                  <a:lnTo>
                    <a:pt x="499008" y="339445"/>
                  </a:lnTo>
                  <a:lnTo>
                    <a:pt x="556196" y="339445"/>
                  </a:lnTo>
                  <a:lnTo>
                    <a:pt x="556196" y="320929"/>
                  </a:lnTo>
                  <a:lnTo>
                    <a:pt x="484606" y="320929"/>
                  </a:lnTo>
                  <a:lnTo>
                    <a:pt x="480466" y="325069"/>
                  </a:lnTo>
                  <a:lnTo>
                    <a:pt x="480466" y="612648"/>
                  </a:lnTo>
                  <a:lnTo>
                    <a:pt x="425157" y="612648"/>
                  </a:lnTo>
                  <a:lnTo>
                    <a:pt x="425157" y="462343"/>
                  </a:lnTo>
                  <a:lnTo>
                    <a:pt x="425157" y="447967"/>
                  </a:lnTo>
                  <a:lnTo>
                    <a:pt x="421017" y="443826"/>
                  </a:lnTo>
                  <a:lnTo>
                    <a:pt x="406641" y="443826"/>
                  </a:lnTo>
                  <a:lnTo>
                    <a:pt x="406641" y="462343"/>
                  </a:lnTo>
                  <a:lnTo>
                    <a:pt x="406641" y="612648"/>
                  </a:lnTo>
                  <a:lnTo>
                    <a:pt x="349453" y="612648"/>
                  </a:lnTo>
                  <a:lnTo>
                    <a:pt x="349453" y="462343"/>
                  </a:lnTo>
                  <a:lnTo>
                    <a:pt x="406641" y="462343"/>
                  </a:lnTo>
                  <a:lnTo>
                    <a:pt x="406641" y="443826"/>
                  </a:lnTo>
                  <a:lnTo>
                    <a:pt x="335076" y="443826"/>
                  </a:lnTo>
                  <a:lnTo>
                    <a:pt x="330936" y="447967"/>
                  </a:lnTo>
                  <a:lnTo>
                    <a:pt x="330936" y="612648"/>
                  </a:lnTo>
                  <a:lnTo>
                    <a:pt x="275602" y="612648"/>
                  </a:lnTo>
                  <a:lnTo>
                    <a:pt x="275602" y="415874"/>
                  </a:lnTo>
                  <a:lnTo>
                    <a:pt x="275602" y="401497"/>
                  </a:lnTo>
                  <a:lnTo>
                    <a:pt x="271462" y="397357"/>
                  </a:lnTo>
                  <a:lnTo>
                    <a:pt x="257086" y="397357"/>
                  </a:lnTo>
                  <a:lnTo>
                    <a:pt x="257086" y="415874"/>
                  </a:lnTo>
                  <a:lnTo>
                    <a:pt x="257086" y="612648"/>
                  </a:lnTo>
                  <a:lnTo>
                    <a:pt x="199898" y="612648"/>
                  </a:lnTo>
                  <a:lnTo>
                    <a:pt x="199898" y="415874"/>
                  </a:lnTo>
                  <a:lnTo>
                    <a:pt x="257086" y="415874"/>
                  </a:lnTo>
                  <a:lnTo>
                    <a:pt x="257086" y="397357"/>
                  </a:lnTo>
                  <a:lnTo>
                    <a:pt x="185508" y="397357"/>
                  </a:lnTo>
                  <a:lnTo>
                    <a:pt x="181381" y="401497"/>
                  </a:lnTo>
                  <a:lnTo>
                    <a:pt x="181381" y="612648"/>
                  </a:lnTo>
                  <a:lnTo>
                    <a:pt x="126034" y="612648"/>
                  </a:lnTo>
                  <a:lnTo>
                    <a:pt x="126034" y="529221"/>
                  </a:lnTo>
                  <a:lnTo>
                    <a:pt x="126034" y="514845"/>
                  </a:lnTo>
                  <a:lnTo>
                    <a:pt x="121907" y="510705"/>
                  </a:lnTo>
                  <a:lnTo>
                    <a:pt x="107543" y="510705"/>
                  </a:lnTo>
                  <a:lnTo>
                    <a:pt x="107543" y="529221"/>
                  </a:lnTo>
                  <a:lnTo>
                    <a:pt x="107543" y="612648"/>
                  </a:lnTo>
                  <a:lnTo>
                    <a:pt x="50355" y="612648"/>
                  </a:lnTo>
                  <a:lnTo>
                    <a:pt x="50355" y="529221"/>
                  </a:lnTo>
                  <a:lnTo>
                    <a:pt x="107543" y="529221"/>
                  </a:lnTo>
                  <a:lnTo>
                    <a:pt x="107543" y="510705"/>
                  </a:lnTo>
                  <a:lnTo>
                    <a:pt x="35979" y="510705"/>
                  </a:lnTo>
                  <a:lnTo>
                    <a:pt x="31838" y="514845"/>
                  </a:lnTo>
                  <a:lnTo>
                    <a:pt x="31838" y="612648"/>
                  </a:lnTo>
                  <a:lnTo>
                    <a:pt x="4140" y="612648"/>
                  </a:lnTo>
                  <a:lnTo>
                    <a:pt x="0" y="616788"/>
                  </a:lnTo>
                  <a:lnTo>
                    <a:pt x="0" y="627024"/>
                  </a:lnTo>
                  <a:lnTo>
                    <a:pt x="4140" y="631164"/>
                  </a:lnTo>
                  <a:lnTo>
                    <a:pt x="835647" y="631164"/>
                  </a:lnTo>
                  <a:lnTo>
                    <a:pt x="839787" y="627024"/>
                  </a:lnTo>
                  <a:lnTo>
                    <a:pt x="839787" y="616788"/>
                  </a:lnTo>
                  <a:close/>
                </a:path>
                <a:path extrusionOk="0" h="671195" w="923925">
                  <a:moveTo>
                    <a:pt x="923823" y="177800"/>
                  </a:moveTo>
                  <a:lnTo>
                    <a:pt x="923201" y="165100"/>
                  </a:lnTo>
                  <a:lnTo>
                    <a:pt x="923150" y="163830"/>
                  </a:lnTo>
                  <a:lnTo>
                    <a:pt x="923023" y="161290"/>
                  </a:lnTo>
                  <a:lnTo>
                    <a:pt x="909993" y="107950"/>
                  </a:lnTo>
                  <a:lnTo>
                    <a:pt x="905370" y="98463"/>
                  </a:lnTo>
                  <a:lnTo>
                    <a:pt x="905370" y="177800"/>
                  </a:lnTo>
                  <a:lnTo>
                    <a:pt x="904976" y="185420"/>
                  </a:lnTo>
                  <a:lnTo>
                    <a:pt x="904659" y="191770"/>
                  </a:lnTo>
                  <a:lnTo>
                    <a:pt x="904582" y="193040"/>
                  </a:lnTo>
                  <a:lnTo>
                    <a:pt x="892937" y="238760"/>
                  </a:lnTo>
                  <a:lnTo>
                    <a:pt x="869238" y="278130"/>
                  </a:lnTo>
                  <a:lnTo>
                    <a:pt x="835253" y="308610"/>
                  </a:lnTo>
                  <a:lnTo>
                    <a:pt x="793470" y="328930"/>
                  </a:lnTo>
                  <a:lnTo>
                    <a:pt x="774090" y="333413"/>
                  </a:lnTo>
                  <a:lnTo>
                    <a:pt x="774090" y="410210"/>
                  </a:lnTo>
                  <a:lnTo>
                    <a:pt x="774065" y="558800"/>
                  </a:lnTo>
                  <a:lnTo>
                    <a:pt x="746582" y="586740"/>
                  </a:lnTo>
                  <a:lnTo>
                    <a:pt x="735888" y="584200"/>
                  </a:lnTo>
                  <a:lnTo>
                    <a:pt x="727151" y="579120"/>
                  </a:lnTo>
                  <a:lnTo>
                    <a:pt x="721245" y="570230"/>
                  </a:lnTo>
                  <a:lnTo>
                    <a:pt x="719086" y="558800"/>
                  </a:lnTo>
                  <a:lnTo>
                    <a:pt x="719086" y="410210"/>
                  </a:lnTo>
                  <a:lnTo>
                    <a:pt x="774090" y="410210"/>
                  </a:lnTo>
                  <a:lnTo>
                    <a:pt x="774090" y="333413"/>
                  </a:lnTo>
                  <a:lnTo>
                    <a:pt x="762508" y="335280"/>
                  </a:lnTo>
                  <a:lnTo>
                    <a:pt x="762025" y="335330"/>
                  </a:lnTo>
                  <a:lnTo>
                    <a:pt x="762025" y="354330"/>
                  </a:lnTo>
                  <a:lnTo>
                    <a:pt x="762025" y="392430"/>
                  </a:lnTo>
                  <a:lnTo>
                    <a:pt x="731088" y="392430"/>
                  </a:lnTo>
                  <a:lnTo>
                    <a:pt x="731088" y="354330"/>
                  </a:lnTo>
                  <a:lnTo>
                    <a:pt x="762025" y="354330"/>
                  </a:lnTo>
                  <a:lnTo>
                    <a:pt x="762025" y="335330"/>
                  </a:lnTo>
                  <a:lnTo>
                    <a:pt x="714933" y="332740"/>
                  </a:lnTo>
                  <a:lnTo>
                    <a:pt x="670890" y="317500"/>
                  </a:lnTo>
                  <a:lnTo>
                    <a:pt x="634225" y="289560"/>
                  </a:lnTo>
                  <a:lnTo>
                    <a:pt x="609155" y="256540"/>
                  </a:lnTo>
                  <a:lnTo>
                    <a:pt x="602792" y="245110"/>
                  </a:lnTo>
                  <a:lnTo>
                    <a:pt x="620293" y="237490"/>
                  </a:lnTo>
                  <a:lnTo>
                    <a:pt x="625843" y="248920"/>
                  </a:lnTo>
                  <a:lnTo>
                    <a:pt x="632244" y="257810"/>
                  </a:lnTo>
                  <a:lnTo>
                    <a:pt x="668337" y="293370"/>
                  </a:lnTo>
                  <a:lnTo>
                    <a:pt x="705154" y="311150"/>
                  </a:lnTo>
                  <a:lnTo>
                    <a:pt x="746506" y="317500"/>
                  </a:lnTo>
                  <a:lnTo>
                    <a:pt x="774357" y="314960"/>
                  </a:lnTo>
                  <a:lnTo>
                    <a:pt x="787857" y="311150"/>
                  </a:lnTo>
                  <a:lnTo>
                    <a:pt x="801001" y="306070"/>
                  </a:lnTo>
                  <a:lnTo>
                    <a:pt x="813168" y="300990"/>
                  </a:lnTo>
                  <a:lnTo>
                    <a:pt x="817003" y="298450"/>
                  </a:lnTo>
                  <a:lnTo>
                    <a:pt x="824674" y="293370"/>
                  </a:lnTo>
                  <a:lnTo>
                    <a:pt x="854633" y="266700"/>
                  </a:lnTo>
                  <a:lnTo>
                    <a:pt x="875525" y="232410"/>
                  </a:lnTo>
                  <a:lnTo>
                    <a:pt x="885850" y="191770"/>
                  </a:lnTo>
                  <a:lnTo>
                    <a:pt x="886421" y="180340"/>
                  </a:lnTo>
                  <a:lnTo>
                    <a:pt x="886548" y="177800"/>
                  </a:lnTo>
                  <a:lnTo>
                    <a:pt x="885913" y="165100"/>
                  </a:lnTo>
                  <a:lnTo>
                    <a:pt x="885850" y="163830"/>
                  </a:lnTo>
                  <a:lnTo>
                    <a:pt x="883780" y="149860"/>
                  </a:lnTo>
                  <a:lnTo>
                    <a:pt x="880325" y="135890"/>
                  </a:lnTo>
                  <a:lnTo>
                    <a:pt x="875525" y="123190"/>
                  </a:lnTo>
                  <a:lnTo>
                    <a:pt x="869670" y="110490"/>
                  </a:lnTo>
                  <a:lnTo>
                    <a:pt x="868057" y="107848"/>
                  </a:lnTo>
                  <a:lnTo>
                    <a:pt x="868057" y="177800"/>
                  </a:lnTo>
                  <a:lnTo>
                    <a:pt x="867651" y="185420"/>
                  </a:lnTo>
                  <a:lnTo>
                    <a:pt x="867587" y="186690"/>
                  </a:lnTo>
                  <a:lnTo>
                    <a:pt x="867524" y="187960"/>
                  </a:lnTo>
                  <a:lnTo>
                    <a:pt x="867448" y="189230"/>
                  </a:lnTo>
                  <a:lnTo>
                    <a:pt x="853427" y="234950"/>
                  </a:lnTo>
                  <a:lnTo>
                    <a:pt x="823747" y="270510"/>
                  </a:lnTo>
                  <a:lnTo>
                    <a:pt x="782434" y="293370"/>
                  </a:lnTo>
                  <a:lnTo>
                    <a:pt x="758748" y="298450"/>
                  </a:lnTo>
                  <a:lnTo>
                    <a:pt x="734352" y="298450"/>
                  </a:lnTo>
                  <a:lnTo>
                    <a:pt x="688695" y="284480"/>
                  </a:lnTo>
                  <a:lnTo>
                    <a:pt x="653872" y="255270"/>
                  </a:lnTo>
                  <a:lnTo>
                    <a:pt x="637565" y="231140"/>
                  </a:lnTo>
                  <a:lnTo>
                    <a:pt x="646874" y="227330"/>
                  </a:lnTo>
                  <a:lnTo>
                    <a:pt x="681012" y="213360"/>
                  </a:lnTo>
                  <a:lnTo>
                    <a:pt x="721372" y="196850"/>
                  </a:lnTo>
                  <a:lnTo>
                    <a:pt x="726363" y="201930"/>
                  </a:lnTo>
                  <a:lnTo>
                    <a:pt x="732370" y="205740"/>
                  </a:lnTo>
                  <a:lnTo>
                    <a:pt x="739152" y="208280"/>
                  </a:lnTo>
                  <a:lnTo>
                    <a:pt x="746556" y="209550"/>
                  </a:lnTo>
                  <a:lnTo>
                    <a:pt x="759079" y="207010"/>
                  </a:lnTo>
                  <a:lnTo>
                    <a:pt x="769327" y="200660"/>
                  </a:lnTo>
                  <a:lnTo>
                    <a:pt x="771626" y="196850"/>
                  </a:lnTo>
                  <a:lnTo>
                    <a:pt x="775474" y="190500"/>
                  </a:lnTo>
                  <a:lnTo>
                    <a:pt x="776236" y="189230"/>
                  </a:lnTo>
                  <a:lnTo>
                    <a:pt x="778776" y="177800"/>
                  </a:lnTo>
                  <a:lnTo>
                    <a:pt x="776236" y="165100"/>
                  </a:lnTo>
                  <a:lnTo>
                    <a:pt x="775373" y="163830"/>
                  </a:lnTo>
                  <a:lnTo>
                    <a:pt x="769327" y="154940"/>
                  </a:lnTo>
                  <a:lnTo>
                    <a:pt x="760260" y="148209"/>
                  </a:lnTo>
                  <a:lnTo>
                    <a:pt x="760260" y="170180"/>
                  </a:lnTo>
                  <a:lnTo>
                    <a:pt x="760260" y="185420"/>
                  </a:lnTo>
                  <a:lnTo>
                    <a:pt x="754113" y="190500"/>
                  </a:lnTo>
                  <a:lnTo>
                    <a:pt x="739000" y="190500"/>
                  </a:lnTo>
                  <a:lnTo>
                    <a:pt x="732853" y="185420"/>
                  </a:lnTo>
                  <a:lnTo>
                    <a:pt x="732853" y="170180"/>
                  </a:lnTo>
                  <a:lnTo>
                    <a:pt x="739000" y="163830"/>
                  </a:lnTo>
                  <a:lnTo>
                    <a:pt x="754113" y="163830"/>
                  </a:lnTo>
                  <a:lnTo>
                    <a:pt x="760260" y="170180"/>
                  </a:lnTo>
                  <a:lnTo>
                    <a:pt x="760260" y="148209"/>
                  </a:lnTo>
                  <a:lnTo>
                    <a:pt x="759079" y="147320"/>
                  </a:lnTo>
                  <a:lnTo>
                    <a:pt x="746556" y="144780"/>
                  </a:lnTo>
                  <a:lnTo>
                    <a:pt x="734021" y="147320"/>
                  </a:lnTo>
                  <a:lnTo>
                    <a:pt x="723785" y="154940"/>
                  </a:lnTo>
                  <a:lnTo>
                    <a:pt x="716864" y="165100"/>
                  </a:lnTo>
                  <a:lnTo>
                    <a:pt x="714336" y="177800"/>
                  </a:lnTo>
                  <a:lnTo>
                    <a:pt x="714375" y="179070"/>
                  </a:lnTo>
                  <a:lnTo>
                    <a:pt x="714476" y="180340"/>
                  </a:lnTo>
                  <a:lnTo>
                    <a:pt x="630669" y="213360"/>
                  </a:lnTo>
                  <a:lnTo>
                    <a:pt x="628218" y="204470"/>
                  </a:lnTo>
                  <a:lnTo>
                    <a:pt x="626465" y="195580"/>
                  </a:lnTo>
                  <a:lnTo>
                    <a:pt x="625411" y="186690"/>
                  </a:lnTo>
                  <a:lnTo>
                    <a:pt x="625157" y="180340"/>
                  </a:lnTo>
                  <a:lnTo>
                    <a:pt x="625055" y="177800"/>
                  </a:lnTo>
                  <a:lnTo>
                    <a:pt x="634606" y="129540"/>
                  </a:lnTo>
                  <a:lnTo>
                    <a:pt x="660654" y="91440"/>
                  </a:lnTo>
                  <a:lnTo>
                    <a:pt x="699274" y="64770"/>
                  </a:lnTo>
                  <a:lnTo>
                    <a:pt x="734352" y="55880"/>
                  </a:lnTo>
                  <a:lnTo>
                    <a:pt x="758748" y="55880"/>
                  </a:lnTo>
                  <a:lnTo>
                    <a:pt x="804405" y="69850"/>
                  </a:lnTo>
                  <a:lnTo>
                    <a:pt x="840371" y="100330"/>
                  </a:lnTo>
                  <a:lnTo>
                    <a:pt x="862660" y="140970"/>
                  </a:lnTo>
                  <a:lnTo>
                    <a:pt x="868057" y="177800"/>
                  </a:lnTo>
                  <a:lnTo>
                    <a:pt x="868057" y="107848"/>
                  </a:lnTo>
                  <a:lnTo>
                    <a:pt x="835469" y="68580"/>
                  </a:lnTo>
                  <a:lnTo>
                    <a:pt x="815479" y="55880"/>
                  </a:lnTo>
                  <a:lnTo>
                    <a:pt x="813181" y="54610"/>
                  </a:lnTo>
                  <a:lnTo>
                    <a:pt x="801001" y="48260"/>
                  </a:lnTo>
                  <a:lnTo>
                    <a:pt x="787857" y="43180"/>
                  </a:lnTo>
                  <a:lnTo>
                    <a:pt x="760552" y="38100"/>
                  </a:lnTo>
                  <a:lnTo>
                    <a:pt x="746506" y="36830"/>
                  </a:lnTo>
                  <a:lnTo>
                    <a:pt x="732459" y="38100"/>
                  </a:lnTo>
                  <a:lnTo>
                    <a:pt x="692010" y="48260"/>
                  </a:lnTo>
                  <a:lnTo>
                    <a:pt x="657542" y="68580"/>
                  </a:lnTo>
                  <a:lnTo>
                    <a:pt x="630339" y="99060"/>
                  </a:lnTo>
                  <a:lnTo>
                    <a:pt x="612698" y="135890"/>
                  </a:lnTo>
                  <a:lnTo>
                    <a:pt x="606501" y="177800"/>
                  </a:lnTo>
                  <a:lnTo>
                    <a:pt x="606818" y="185420"/>
                  </a:lnTo>
                  <a:lnTo>
                    <a:pt x="606933" y="187960"/>
                  </a:lnTo>
                  <a:lnTo>
                    <a:pt x="608215" y="199390"/>
                  </a:lnTo>
                  <a:lnTo>
                    <a:pt x="610362" y="210820"/>
                  </a:lnTo>
                  <a:lnTo>
                    <a:pt x="613371" y="220980"/>
                  </a:lnTo>
                  <a:lnTo>
                    <a:pt x="595845" y="227330"/>
                  </a:lnTo>
                  <a:lnTo>
                    <a:pt x="592264" y="215900"/>
                  </a:lnTo>
                  <a:lnTo>
                    <a:pt x="589699" y="203200"/>
                  </a:lnTo>
                  <a:lnTo>
                    <a:pt x="588149" y="190500"/>
                  </a:lnTo>
                  <a:lnTo>
                    <a:pt x="587743" y="180340"/>
                  </a:lnTo>
                  <a:lnTo>
                    <a:pt x="587641" y="177800"/>
                  </a:lnTo>
                  <a:lnTo>
                    <a:pt x="588238" y="165100"/>
                  </a:lnTo>
                  <a:lnTo>
                    <a:pt x="588302" y="163830"/>
                  </a:lnTo>
                  <a:lnTo>
                    <a:pt x="588429" y="161290"/>
                  </a:lnTo>
                  <a:lnTo>
                    <a:pt x="600125" y="115570"/>
                  </a:lnTo>
                  <a:lnTo>
                    <a:pt x="623824" y="76200"/>
                  </a:lnTo>
                  <a:lnTo>
                    <a:pt x="657796" y="45720"/>
                  </a:lnTo>
                  <a:lnTo>
                    <a:pt x="699579" y="25400"/>
                  </a:lnTo>
                  <a:lnTo>
                    <a:pt x="730542" y="19050"/>
                  </a:lnTo>
                  <a:lnTo>
                    <a:pt x="762457" y="19050"/>
                  </a:lnTo>
                  <a:lnTo>
                    <a:pt x="808342" y="30480"/>
                  </a:lnTo>
                  <a:lnTo>
                    <a:pt x="847445" y="54610"/>
                  </a:lnTo>
                  <a:lnTo>
                    <a:pt x="878332" y="88900"/>
                  </a:lnTo>
                  <a:lnTo>
                    <a:pt x="898334" y="130810"/>
                  </a:lnTo>
                  <a:lnTo>
                    <a:pt x="905370" y="177800"/>
                  </a:lnTo>
                  <a:lnTo>
                    <a:pt x="905370" y="98463"/>
                  </a:lnTo>
                  <a:lnTo>
                    <a:pt x="883539" y="64770"/>
                  </a:lnTo>
                  <a:lnTo>
                    <a:pt x="845616" y="30480"/>
                  </a:lnTo>
                  <a:lnTo>
                    <a:pt x="825906" y="19050"/>
                  </a:lnTo>
                  <a:lnTo>
                    <a:pt x="815619" y="13970"/>
                  </a:lnTo>
                  <a:lnTo>
                    <a:pt x="798969" y="7620"/>
                  </a:lnTo>
                  <a:lnTo>
                    <a:pt x="781875" y="3810"/>
                  </a:lnTo>
                  <a:lnTo>
                    <a:pt x="764387" y="1270"/>
                  </a:lnTo>
                  <a:lnTo>
                    <a:pt x="746582" y="0"/>
                  </a:lnTo>
                  <a:lnTo>
                    <a:pt x="728764" y="1270"/>
                  </a:lnTo>
                  <a:lnTo>
                    <a:pt x="677532" y="13970"/>
                  </a:lnTo>
                  <a:lnTo>
                    <a:pt x="633869" y="40640"/>
                  </a:lnTo>
                  <a:lnTo>
                    <a:pt x="599401" y="78740"/>
                  </a:lnTo>
                  <a:lnTo>
                    <a:pt x="577075" y="124460"/>
                  </a:lnTo>
                  <a:lnTo>
                    <a:pt x="569214" y="177800"/>
                  </a:lnTo>
                  <a:lnTo>
                    <a:pt x="569531" y="185420"/>
                  </a:lnTo>
                  <a:lnTo>
                    <a:pt x="569595" y="186690"/>
                  </a:lnTo>
                  <a:lnTo>
                    <a:pt x="569696" y="189230"/>
                  </a:lnTo>
                  <a:lnTo>
                    <a:pt x="569810" y="191770"/>
                  </a:lnTo>
                  <a:lnTo>
                    <a:pt x="571601" y="207010"/>
                  </a:lnTo>
                  <a:lnTo>
                    <a:pt x="574573" y="220980"/>
                  </a:lnTo>
                  <a:lnTo>
                    <a:pt x="578713" y="234950"/>
                  </a:lnTo>
                  <a:lnTo>
                    <a:pt x="552818" y="245110"/>
                  </a:lnTo>
                  <a:lnTo>
                    <a:pt x="547814" y="240030"/>
                  </a:lnTo>
                  <a:lnTo>
                    <a:pt x="541820" y="236220"/>
                  </a:lnTo>
                  <a:lnTo>
                    <a:pt x="541324" y="236042"/>
                  </a:lnTo>
                  <a:lnTo>
                    <a:pt x="541324" y="257810"/>
                  </a:lnTo>
                  <a:lnTo>
                    <a:pt x="541324" y="273050"/>
                  </a:lnTo>
                  <a:lnTo>
                    <a:pt x="535165" y="279400"/>
                  </a:lnTo>
                  <a:lnTo>
                    <a:pt x="520065" y="279400"/>
                  </a:lnTo>
                  <a:lnTo>
                    <a:pt x="513905" y="273050"/>
                  </a:lnTo>
                  <a:lnTo>
                    <a:pt x="513905" y="257810"/>
                  </a:lnTo>
                  <a:lnTo>
                    <a:pt x="520065" y="251460"/>
                  </a:lnTo>
                  <a:lnTo>
                    <a:pt x="535165" y="251460"/>
                  </a:lnTo>
                  <a:lnTo>
                    <a:pt x="541324" y="257810"/>
                  </a:lnTo>
                  <a:lnTo>
                    <a:pt x="541324" y="236042"/>
                  </a:lnTo>
                  <a:lnTo>
                    <a:pt x="535025" y="233680"/>
                  </a:lnTo>
                  <a:lnTo>
                    <a:pt x="527634" y="232410"/>
                  </a:lnTo>
                  <a:lnTo>
                    <a:pt x="515099" y="234950"/>
                  </a:lnTo>
                  <a:lnTo>
                    <a:pt x="504863" y="242570"/>
                  </a:lnTo>
                  <a:lnTo>
                    <a:pt x="497941" y="252730"/>
                  </a:lnTo>
                  <a:lnTo>
                    <a:pt x="495414" y="265430"/>
                  </a:lnTo>
                  <a:lnTo>
                    <a:pt x="495414" y="269240"/>
                  </a:lnTo>
                  <a:lnTo>
                    <a:pt x="496379" y="274320"/>
                  </a:lnTo>
                  <a:lnTo>
                    <a:pt x="498106" y="278130"/>
                  </a:lnTo>
                  <a:lnTo>
                    <a:pt x="395681" y="364490"/>
                  </a:lnTo>
                  <a:lnTo>
                    <a:pt x="391756" y="362521"/>
                  </a:lnTo>
                  <a:lnTo>
                    <a:pt x="391756" y="384810"/>
                  </a:lnTo>
                  <a:lnTo>
                    <a:pt x="391756" y="398780"/>
                  </a:lnTo>
                  <a:lnTo>
                    <a:pt x="385610" y="405130"/>
                  </a:lnTo>
                  <a:lnTo>
                    <a:pt x="370509" y="405130"/>
                  </a:lnTo>
                  <a:lnTo>
                    <a:pt x="364350" y="398780"/>
                  </a:lnTo>
                  <a:lnTo>
                    <a:pt x="364350" y="384810"/>
                  </a:lnTo>
                  <a:lnTo>
                    <a:pt x="370509" y="378460"/>
                  </a:lnTo>
                  <a:lnTo>
                    <a:pt x="385610" y="378460"/>
                  </a:lnTo>
                  <a:lnTo>
                    <a:pt x="391756" y="384810"/>
                  </a:lnTo>
                  <a:lnTo>
                    <a:pt x="391756" y="362521"/>
                  </a:lnTo>
                  <a:lnTo>
                    <a:pt x="390626" y="361950"/>
                  </a:lnTo>
                  <a:lnTo>
                    <a:pt x="384594" y="359410"/>
                  </a:lnTo>
                  <a:lnTo>
                    <a:pt x="378104" y="359410"/>
                  </a:lnTo>
                  <a:lnTo>
                    <a:pt x="370344" y="360680"/>
                  </a:lnTo>
                  <a:lnTo>
                    <a:pt x="363270" y="363220"/>
                  </a:lnTo>
                  <a:lnTo>
                    <a:pt x="357098" y="367030"/>
                  </a:lnTo>
                  <a:lnTo>
                    <a:pt x="352056" y="373380"/>
                  </a:lnTo>
                  <a:lnTo>
                    <a:pt x="309905" y="358140"/>
                  </a:lnTo>
                  <a:lnTo>
                    <a:pt x="295859" y="353060"/>
                  </a:lnTo>
                  <a:lnTo>
                    <a:pt x="260743" y="340360"/>
                  </a:lnTo>
                  <a:lnTo>
                    <a:pt x="260794" y="339090"/>
                  </a:lnTo>
                  <a:lnTo>
                    <a:pt x="258254" y="326390"/>
                  </a:lnTo>
                  <a:lnTo>
                    <a:pt x="257390" y="325120"/>
                  </a:lnTo>
                  <a:lnTo>
                    <a:pt x="251345" y="316230"/>
                  </a:lnTo>
                  <a:lnTo>
                    <a:pt x="242201" y="310565"/>
                  </a:lnTo>
                  <a:lnTo>
                    <a:pt x="242201" y="331470"/>
                  </a:lnTo>
                  <a:lnTo>
                    <a:pt x="242201" y="346710"/>
                  </a:lnTo>
                  <a:lnTo>
                    <a:pt x="236067" y="353060"/>
                  </a:lnTo>
                  <a:lnTo>
                    <a:pt x="220941" y="353060"/>
                  </a:lnTo>
                  <a:lnTo>
                    <a:pt x="214782" y="346710"/>
                  </a:lnTo>
                  <a:lnTo>
                    <a:pt x="214782" y="331470"/>
                  </a:lnTo>
                  <a:lnTo>
                    <a:pt x="220941" y="325120"/>
                  </a:lnTo>
                  <a:lnTo>
                    <a:pt x="236042" y="325120"/>
                  </a:lnTo>
                  <a:lnTo>
                    <a:pt x="242201" y="331470"/>
                  </a:lnTo>
                  <a:lnTo>
                    <a:pt x="242201" y="310565"/>
                  </a:lnTo>
                  <a:lnTo>
                    <a:pt x="241096" y="309880"/>
                  </a:lnTo>
                  <a:lnTo>
                    <a:pt x="228561" y="307340"/>
                  </a:lnTo>
                  <a:lnTo>
                    <a:pt x="216027" y="309880"/>
                  </a:lnTo>
                  <a:lnTo>
                    <a:pt x="205790" y="316230"/>
                  </a:lnTo>
                  <a:lnTo>
                    <a:pt x="198869" y="326390"/>
                  </a:lnTo>
                  <a:lnTo>
                    <a:pt x="196342" y="339090"/>
                  </a:lnTo>
                  <a:lnTo>
                    <a:pt x="196342" y="342900"/>
                  </a:lnTo>
                  <a:lnTo>
                    <a:pt x="197091" y="346710"/>
                  </a:lnTo>
                  <a:lnTo>
                    <a:pt x="198437" y="350520"/>
                  </a:lnTo>
                  <a:lnTo>
                    <a:pt x="97815" y="427990"/>
                  </a:lnTo>
                  <a:lnTo>
                    <a:pt x="92646" y="424294"/>
                  </a:lnTo>
                  <a:lnTo>
                    <a:pt x="92646" y="445770"/>
                  </a:lnTo>
                  <a:lnTo>
                    <a:pt x="92646" y="461010"/>
                  </a:lnTo>
                  <a:lnTo>
                    <a:pt x="86512" y="467360"/>
                  </a:lnTo>
                  <a:lnTo>
                    <a:pt x="71386" y="467360"/>
                  </a:lnTo>
                  <a:lnTo>
                    <a:pt x="65227" y="461010"/>
                  </a:lnTo>
                  <a:lnTo>
                    <a:pt x="65227" y="445770"/>
                  </a:lnTo>
                  <a:lnTo>
                    <a:pt x="71386" y="439420"/>
                  </a:lnTo>
                  <a:lnTo>
                    <a:pt x="86487" y="439420"/>
                  </a:lnTo>
                  <a:lnTo>
                    <a:pt x="92646" y="445770"/>
                  </a:lnTo>
                  <a:lnTo>
                    <a:pt x="92646" y="424294"/>
                  </a:lnTo>
                  <a:lnTo>
                    <a:pt x="92494" y="424180"/>
                  </a:lnTo>
                  <a:lnTo>
                    <a:pt x="85979" y="421640"/>
                  </a:lnTo>
                  <a:lnTo>
                    <a:pt x="78955" y="421640"/>
                  </a:lnTo>
                  <a:lnTo>
                    <a:pt x="66421" y="424180"/>
                  </a:lnTo>
                  <a:lnTo>
                    <a:pt x="56184" y="430530"/>
                  </a:lnTo>
                  <a:lnTo>
                    <a:pt x="49263" y="440690"/>
                  </a:lnTo>
                  <a:lnTo>
                    <a:pt x="46736" y="453390"/>
                  </a:lnTo>
                  <a:lnTo>
                    <a:pt x="49263" y="466090"/>
                  </a:lnTo>
                  <a:lnTo>
                    <a:pt x="56184" y="476250"/>
                  </a:lnTo>
                  <a:lnTo>
                    <a:pt x="66421" y="483870"/>
                  </a:lnTo>
                  <a:lnTo>
                    <a:pt x="78955" y="486410"/>
                  </a:lnTo>
                  <a:lnTo>
                    <a:pt x="91490" y="483870"/>
                  </a:lnTo>
                  <a:lnTo>
                    <a:pt x="101739" y="476250"/>
                  </a:lnTo>
                  <a:lnTo>
                    <a:pt x="107784" y="467360"/>
                  </a:lnTo>
                  <a:lnTo>
                    <a:pt x="108648" y="466090"/>
                  </a:lnTo>
                  <a:lnTo>
                    <a:pt x="111188" y="453390"/>
                  </a:lnTo>
                  <a:lnTo>
                    <a:pt x="111188" y="449580"/>
                  </a:lnTo>
                  <a:lnTo>
                    <a:pt x="110439" y="445770"/>
                  </a:lnTo>
                  <a:lnTo>
                    <a:pt x="109093" y="441960"/>
                  </a:lnTo>
                  <a:lnTo>
                    <a:pt x="112445" y="439420"/>
                  </a:lnTo>
                  <a:lnTo>
                    <a:pt x="127520" y="427990"/>
                  </a:lnTo>
                  <a:lnTo>
                    <a:pt x="209638" y="365760"/>
                  </a:lnTo>
                  <a:lnTo>
                    <a:pt x="214960" y="369570"/>
                  </a:lnTo>
                  <a:lnTo>
                    <a:pt x="221475" y="370840"/>
                  </a:lnTo>
                  <a:lnTo>
                    <a:pt x="236232" y="370840"/>
                  </a:lnTo>
                  <a:lnTo>
                    <a:pt x="243319" y="368300"/>
                  </a:lnTo>
                  <a:lnTo>
                    <a:pt x="246405" y="365760"/>
                  </a:lnTo>
                  <a:lnTo>
                    <a:pt x="249491" y="363220"/>
                  </a:lnTo>
                  <a:lnTo>
                    <a:pt x="254546" y="358140"/>
                  </a:lnTo>
                  <a:lnTo>
                    <a:pt x="345859" y="389890"/>
                  </a:lnTo>
                  <a:lnTo>
                    <a:pt x="345808" y="391160"/>
                  </a:lnTo>
                  <a:lnTo>
                    <a:pt x="348335" y="403860"/>
                  </a:lnTo>
                  <a:lnTo>
                    <a:pt x="355257" y="414020"/>
                  </a:lnTo>
                  <a:lnTo>
                    <a:pt x="365493" y="421640"/>
                  </a:lnTo>
                  <a:lnTo>
                    <a:pt x="378028" y="424180"/>
                  </a:lnTo>
                  <a:lnTo>
                    <a:pt x="390563" y="421640"/>
                  </a:lnTo>
                  <a:lnTo>
                    <a:pt x="400812" y="414020"/>
                  </a:lnTo>
                  <a:lnTo>
                    <a:pt x="406857" y="405130"/>
                  </a:lnTo>
                  <a:lnTo>
                    <a:pt x="407720" y="403860"/>
                  </a:lnTo>
                  <a:lnTo>
                    <a:pt x="410260" y="391160"/>
                  </a:lnTo>
                  <a:lnTo>
                    <a:pt x="410260" y="387350"/>
                  </a:lnTo>
                  <a:lnTo>
                    <a:pt x="409295" y="382270"/>
                  </a:lnTo>
                  <a:lnTo>
                    <a:pt x="407568" y="378460"/>
                  </a:lnTo>
                  <a:lnTo>
                    <a:pt x="413588" y="373380"/>
                  </a:lnTo>
                  <a:lnTo>
                    <a:pt x="424129" y="364490"/>
                  </a:lnTo>
                  <a:lnTo>
                    <a:pt x="509981" y="292100"/>
                  </a:lnTo>
                  <a:lnTo>
                    <a:pt x="515035" y="295910"/>
                  </a:lnTo>
                  <a:lnTo>
                    <a:pt x="521068" y="297180"/>
                  </a:lnTo>
                  <a:lnTo>
                    <a:pt x="527570" y="297180"/>
                  </a:lnTo>
                  <a:lnTo>
                    <a:pt x="540092" y="294640"/>
                  </a:lnTo>
                  <a:lnTo>
                    <a:pt x="544195" y="292100"/>
                  </a:lnTo>
                  <a:lnTo>
                    <a:pt x="550341" y="288290"/>
                  </a:lnTo>
                  <a:lnTo>
                    <a:pt x="556387" y="279400"/>
                  </a:lnTo>
                  <a:lnTo>
                    <a:pt x="557250" y="278130"/>
                  </a:lnTo>
                  <a:lnTo>
                    <a:pt x="559790" y="265430"/>
                  </a:lnTo>
                  <a:lnTo>
                    <a:pt x="559650" y="262890"/>
                  </a:lnTo>
                  <a:lnTo>
                    <a:pt x="585546" y="251460"/>
                  </a:lnTo>
                  <a:lnTo>
                    <a:pt x="610514" y="290830"/>
                  </a:lnTo>
                  <a:lnTo>
                    <a:pt x="647458" y="323850"/>
                  </a:lnTo>
                  <a:lnTo>
                    <a:pt x="686041" y="344170"/>
                  </a:lnTo>
                  <a:lnTo>
                    <a:pt x="712508" y="351790"/>
                  </a:lnTo>
                  <a:lnTo>
                    <a:pt x="712508" y="392430"/>
                  </a:lnTo>
                  <a:lnTo>
                    <a:pt x="704621" y="392430"/>
                  </a:lnTo>
                  <a:lnTo>
                    <a:pt x="700481" y="396240"/>
                  </a:lnTo>
                  <a:lnTo>
                    <a:pt x="700481" y="558800"/>
                  </a:lnTo>
                  <a:lnTo>
                    <a:pt x="704100" y="576580"/>
                  </a:lnTo>
                  <a:lnTo>
                    <a:pt x="713968" y="591820"/>
                  </a:lnTo>
                  <a:lnTo>
                    <a:pt x="728586" y="601980"/>
                  </a:lnTo>
                  <a:lnTo>
                    <a:pt x="746480" y="604520"/>
                  </a:lnTo>
                  <a:lnTo>
                    <a:pt x="764374" y="601980"/>
                  </a:lnTo>
                  <a:lnTo>
                    <a:pt x="778992" y="591820"/>
                  </a:lnTo>
                  <a:lnTo>
                    <a:pt x="782281" y="586740"/>
                  </a:lnTo>
                  <a:lnTo>
                    <a:pt x="788873" y="576580"/>
                  </a:lnTo>
                  <a:lnTo>
                    <a:pt x="792492" y="558800"/>
                  </a:lnTo>
                  <a:lnTo>
                    <a:pt x="792492" y="410210"/>
                  </a:lnTo>
                  <a:lnTo>
                    <a:pt x="792492" y="396240"/>
                  </a:lnTo>
                  <a:lnTo>
                    <a:pt x="788352" y="392430"/>
                  </a:lnTo>
                  <a:lnTo>
                    <a:pt x="780465" y="392430"/>
                  </a:lnTo>
                  <a:lnTo>
                    <a:pt x="780465" y="354330"/>
                  </a:lnTo>
                  <a:lnTo>
                    <a:pt x="780465" y="351790"/>
                  </a:lnTo>
                  <a:lnTo>
                    <a:pt x="806932" y="344170"/>
                  </a:lnTo>
                  <a:lnTo>
                    <a:pt x="815505" y="340360"/>
                  </a:lnTo>
                  <a:lnTo>
                    <a:pt x="823214" y="336550"/>
                  </a:lnTo>
                  <a:lnTo>
                    <a:pt x="830935" y="332740"/>
                  </a:lnTo>
                  <a:lnTo>
                    <a:pt x="845502" y="323850"/>
                  </a:lnTo>
                  <a:lnTo>
                    <a:pt x="883424" y="289560"/>
                  </a:lnTo>
                  <a:lnTo>
                    <a:pt x="909878" y="246380"/>
                  </a:lnTo>
                  <a:lnTo>
                    <a:pt x="922947" y="195580"/>
                  </a:lnTo>
                  <a:lnTo>
                    <a:pt x="923696" y="180340"/>
                  </a:lnTo>
                  <a:lnTo>
                    <a:pt x="923823" y="177800"/>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48" name="Google Shape;448;p16"/>
            <p:cNvPicPr preferRelativeResize="0"/>
            <p:nvPr/>
          </p:nvPicPr>
          <p:blipFill rotWithShape="1">
            <a:blip r:embed="rId7">
              <a:alphaModFix/>
            </a:blip>
            <a:srcRect b="0" l="0" r="0" t="0"/>
            <a:stretch/>
          </p:blipFill>
          <p:spPr>
            <a:xfrm>
              <a:off x="1272805" y="4220925"/>
              <a:ext cx="225780" cy="218414"/>
            </a:xfrm>
            <a:prstGeom prst="rect">
              <a:avLst/>
            </a:prstGeom>
            <a:noFill/>
            <a:ln>
              <a:noFill/>
            </a:ln>
          </p:spPr>
        </p:pic>
        <p:sp>
          <p:nvSpPr>
            <p:cNvPr id="449" name="Google Shape;449;p16"/>
            <p:cNvSpPr/>
            <p:nvPr/>
          </p:nvSpPr>
          <p:spPr>
            <a:xfrm>
              <a:off x="1041844" y="4259960"/>
              <a:ext cx="144145" cy="135255"/>
            </a:xfrm>
            <a:custGeom>
              <a:rect b="b" l="l" r="r" t="t"/>
              <a:pathLst>
                <a:path extrusionOk="0" h="135254" w="144144">
                  <a:moveTo>
                    <a:pt x="23380" y="42887"/>
                  </a:moveTo>
                  <a:lnTo>
                    <a:pt x="19240" y="38747"/>
                  </a:lnTo>
                  <a:lnTo>
                    <a:pt x="4140" y="38747"/>
                  </a:lnTo>
                  <a:lnTo>
                    <a:pt x="0" y="42887"/>
                  </a:lnTo>
                  <a:lnTo>
                    <a:pt x="0" y="53124"/>
                  </a:lnTo>
                  <a:lnTo>
                    <a:pt x="4165" y="57264"/>
                  </a:lnTo>
                  <a:lnTo>
                    <a:pt x="9258" y="57264"/>
                  </a:lnTo>
                  <a:lnTo>
                    <a:pt x="19240" y="57264"/>
                  </a:lnTo>
                  <a:lnTo>
                    <a:pt x="23380" y="53124"/>
                  </a:lnTo>
                  <a:lnTo>
                    <a:pt x="23380" y="42887"/>
                  </a:lnTo>
                  <a:close/>
                </a:path>
                <a:path extrusionOk="0" h="135254" w="144144">
                  <a:moveTo>
                    <a:pt x="104038" y="120370"/>
                  </a:moveTo>
                  <a:lnTo>
                    <a:pt x="99872" y="116230"/>
                  </a:lnTo>
                  <a:lnTo>
                    <a:pt x="4140" y="116230"/>
                  </a:lnTo>
                  <a:lnTo>
                    <a:pt x="0" y="120370"/>
                  </a:lnTo>
                  <a:lnTo>
                    <a:pt x="0" y="130606"/>
                  </a:lnTo>
                  <a:lnTo>
                    <a:pt x="4165" y="134747"/>
                  </a:lnTo>
                  <a:lnTo>
                    <a:pt x="9258" y="134747"/>
                  </a:lnTo>
                  <a:lnTo>
                    <a:pt x="99898" y="134747"/>
                  </a:lnTo>
                  <a:lnTo>
                    <a:pt x="104038" y="130606"/>
                  </a:lnTo>
                  <a:lnTo>
                    <a:pt x="104038" y="120370"/>
                  </a:lnTo>
                  <a:close/>
                </a:path>
                <a:path extrusionOk="0" h="135254" w="144144">
                  <a:moveTo>
                    <a:pt x="143611" y="120370"/>
                  </a:moveTo>
                  <a:lnTo>
                    <a:pt x="139471" y="116230"/>
                  </a:lnTo>
                  <a:lnTo>
                    <a:pt x="134353" y="116230"/>
                  </a:lnTo>
                  <a:lnTo>
                    <a:pt x="119202" y="116230"/>
                  </a:lnTo>
                  <a:lnTo>
                    <a:pt x="115062" y="120370"/>
                  </a:lnTo>
                  <a:lnTo>
                    <a:pt x="115062" y="130606"/>
                  </a:lnTo>
                  <a:lnTo>
                    <a:pt x="119202" y="134747"/>
                  </a:lnTo>
                  <a:lnTo>
                    <a:pt x="139471" y="134747"/>
                  </a:lnTo>
                  <a:lnTo>
                    <a:pt x="143611" y="130606"/>
                  </a:lnTo>
                  <a:lnTo>
                    <a:pt x="143611" y="120370"/>
                  </a:lnTo>
                  <a:close/>
                </a:path>
                <a:path extrusionOk="0" h="135254" w="144144">
                  <a:moveTo>
                    <a:pt x="143611" y="42887"/>
                  </a:moveTo>
                  <a:lnTo>
                    <a:pt x="139471" y="38747"/>
                  </a:lnTo>
                  <a:lnTo>
                    <a:pt x="134353" y="38747"/>
                  </a:lnTo>
                  <a:lnTo>
                    <a:pt x="39001" y="38747"/>
                  </a:lnTo>
                  <a:lnTo>
                    <a:pt x="34861" y="42887"/>
                  </a:lnTo>
                  <a:lnTo>
                    <a:pt x="34861" y="53124"/>
                  </a:lnTo>
                  <a:lnTo>
                    <a:pt x="39001" y="57264"/>
                  </a:lnTo>
                  <a:lnTo>
                    <a:pt x="139471" y="57264"/>
                  </a:lnTo>
                  <a:lnTo>
                    <a:pt x="143611" y="53124"/>
                  </a:lnTo>
                  <a:lnTo>
                    <a:pt x="143611" y="42887"/>
                  </a:lnTo>
                  <a:close/>
                </a:path>
                <a:path extrusionOk="0" h="135254" w="144144">
                  <a:moveTo>
                    <a:pt x="143624" y="81622"/>
                  </a:moveTo>
                  <a:lnTo>
                    <a:pt x="139484" y="77482"/>
                  </a:lnTo>
                  <a:lnTo>
                    <a:pt x="4140" y="77482"/>
                  </a:lnTo>
                  <a:lnTo>
                    <a:pt x="0" y="81622"/>
                  </a:lnTo>
                  <a:lnTo>
                    <a:pt x="0" y="91859"/>
                  </a:lnTo>
                  <a:lnTo>
                    <a:pt x="4165" y="95999"/>
                  </a:lnTo>
                  <a:lnTo>
                    <a:pt x="9258" y="95999"/>
                  </a:lnTo>
                  <a:lnTo>
                    <a:pt x="139484" y="95999"/>
                  </a:lnTo>
                  <a:lnTo>
                    <a:pt x="143624" y="91859"/>
                  </a:lnTo>
                  <a:lnTo>
                    <a:pt x="143624" y="81622"/>
                  </a:lnTo>
                  <a:close/>
                </a:path>
                <a:path extrusionOk="0" h="135254" w="144144">
                  <a:moveTo>
                    <a:pt x="143624" y="4140"/>
                  </a:moveTo>
                  <a:lnTo>
                    <a:pt x="139484" y="0"/>
                  </a:lnTo>
                  <a:lnTo>
                    <a:pt x="4140" y="0"/>
                  </a:lnTo>
                  <a:lnTo>
                    <a:pt x="0" y="4140"/>
                  </a:lnTo>
                  <a:lnTo>
                    <a:pt x="0" y="14376"/>
                  </a:lnTo>
                  <a:lnTo>
                    <a:pt x="4165" y="18516"/>
                  </a:lnTo>
                  <a:lnTo>
                    <a:pt x="9258" y="18516"/>
                  </a:lnTo>
                  <a:lnTo>
                    <a:pt x="139484" y="18516"/>
                  </a:lnTo>
                  <a:lnTo>
                    <a:pt x="143624" y="14376"/>
                  </a:lnTo>
                  <a:lnTo>
                    <a:pt x="143624" y="4140"/>
                  </a:lnTo>
                  <a:close/>
                </a:path>
              </a:pathLst>
            </a:custGeom>
            <a:solidFill>
              <a:srgbClr val="F5F6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50" name="Google Shape;450;p16"/>
          <p:cNvSpPr txBox="1"/>
          <p:nvPr/>
        </p:nvSpPr>
        <p:spPr>
          <a:xfrm>
            <a:off x="13106995" y="5214645"/>
            <a:ext cx="4131945" cy="1675130"/>
          </a:xfrm>
          <a:prstGeom prst="rect">
            <a:avLst/>
          </a:prstGeom>
          <a:noFill/>
          <a:ln>
            <a:noFill/>
          </a:ln>
        </p:spPr>
        <p:txBody>
          <a:bodyPr anchorCtr="0" anchor="t" bIns="0" lIns="0" spcFirstLastPara="1" rIns="0" wrap="square" tIns="12700">
            <a:spAutoFit/>
          </a:bodyPr>
          <a:lstStyle/>
          <a:p>
            <a:pPr indent="0" lvl="0" marL="12700" marR="5080" rtl="0" algn="l">
              <a:lnSpc>
                <a:spcPct val="1079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Responsabilidad en la toma de decisiones</a:t>
            </a:r>
            <a:endParaRPr b="0" i="0" sz="2500" u="none" cap="none" strike="noStrike">
              <a:solidFill>
                <a:srgbClr val="000000"/>
              </a:solidFill>
              <a:latin typeface="Lora"/>
              <a:ea typeface="Lora"/>
              <a:cs typeface="Lora"/>
              <a:sym typeface="Lora"/>
            </a:endParaRPr>
          </a:p>
          <a:p>
            <a:pPr indent="-193675" lvl="0" marL="205740" marR="505459" rtl="0" algn="l">
              <a:lnSpc>
                <a:spcPct val="107700"/>
              </a:lnSpc>
              <a:spcBef>
                <a:spcPts val="186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Usar predicciones con criterio y documentar supuestos y riesgos</a:t>
            </a:r>
            <a:endParaRPr b="0" i="0" sz="1800" u="none" cap="none" strike="noStrike">
              <a:solidFill>
                <a:srgbClr val="000000"/>
              </a:solidFill>
              <a:latin typeface="Lora"/>
              <a:ea typeface="Lora"/>
              <a:cs typeface="Lora"/>
              <a:sym typeface="Lora"/>
            </a:endParaRPr>
          </a:p>
        </p:txBody>
      </p:sp>
      <p:sp>
        <p:nvSpPr>
          <p:cNvPr id="451" name="Google Shape;451;p16"/>
          <p:cNvSpPr txBox="1"/>
          <p:nvPr/>
        </p:nvSpPr>
        <p:spPr>
          <a:xfrm>
            <a:off x="7336159" y="5214645"/>
            <a:ext cx="4324350" cy="2329815"/>
          </a:xfrm>
          <a:prstGeom prst="rect">
            <a:avLst/>
          </a:prstGeom>
          <a:noFill/>
          <a:ln>
            <a:noFill/>
          </a:ln>
        </p:spPr>
        <p:txBody>
          <a:bodyPr anchorCtr="0" anchor="t" bIns="0" lIns="0" spcFirstLastPara="1" rIns="0" wrap="square" tIns="12700">
            <a:spAutoFit/>
          </a:bodyPr>
          <a:lstStyle/>
          <a:p>
            <a:pPr indent="0" lvl="0" marL="12700" marR="1015365" rtl="0" algn="l">
              <a:lnSpc>
                <a:spcPct val="1079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Detección de sesgos y limitaciones</a:t>
            </a:r>
            <a:endParaRPr b="0" i="0" sz="2500" u="none" cap="none" strike="noStrike">
              <a:solidFill>
                <a:srgbClr val="000000"/>
              </a:solidFill>
              <a:latin typeface="Lora"/>
              <a:ea typeface="Lora"/>
              <a:cs typeface="Lora"/>
              <a:sym typeface="Lora"/>
            </a:endParaRPr>
          </a:p>
          <a:p>
            <a:pPr indent="-193675" lvl="0" marL="205740" marR="5080" rtl="0" algn="l">
              <a:lnSpc>
                <a:spcPct val="107700"/>
              </a:lnSpc>
              <a:spcBef>
                <a:spcPts val="186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Identificar posibles </a:t>
            </a:r>
            <a:r>
              <a:rPr b="1" i="0" lang="es-GT" sz="1800" u="none" cap="none" strike="noStrike">
                <a:solidFill>
                  <a:srgbClr val="2B57D9"/>
                </a:solidFill>
                <a:latin typeface="Lora"/>
                <a:ea typeface="Lora"/>
                <a:cs typeface="Lora"/>
                <a:sym typeface="Lora"/>
              </a:rPr>
              <a:t>sesgos </a:t>
            </a:r>
            <a:r>
              <a:rPr b="0" i="0" lang="es-GT" sz="1800" u="none" cap="none" strike="noStrike">
                <a:solidFill>
                  <a:srgbClr val="000000"/>
                </a:solidFill>
                <a:latin typeface="Lora"/>
                <a:ea typeface="Lora"/>
                <a:cs typeface="Lora"/>
                <a:sym typeface="Lora"/>
              </a:rPr>
              <a:t>en los datos y clases desbalanceadas</a:t>
            </a:r>
            <a:endParaRPr b="0" i="0" sz="1800" u="none" cap="none" strike="noStrike">
              <a:solidFill>
                <a:srgbClr val="000000"/>
              </a:solidFill>
              <a:latin typeface="Lora"/>
              <a:ea typeface="Lora"/>
              <a:cs typeface="Lora"/>
              <a:sym typeface="Lora"/>
            </a:endParaRPr>
          </a:p>
          <a:p>
            <a:pPr indent="-193675" lvl="0" marL="205740" marR="403225" rtl="0" algn="l">
              <a:lnSpc>
                <a:spcPct val="107700"/>
              </a:lnSpc>
              <a:spcBef>
                <a:spcPts val="505"/>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Reconocer limitaciones y riesgos al aplicar el modelo</a:t>
            </a:r>
            <a:endParaRPr b="0" i="0" sz="1800" u="none" cap="none" strike="noStrike">
              <a:solidFill>
                <a:srgbClr val="000000"/>
              </a:solidFill>
              <a:latin typeface="Lora"/>
              <a:ea typeface="Lora"/>
              <a:cs typeface="Lora"/>
              <a:sym typeface="Lora"/>
            </a:endParaRPr>
          </a:p>
        </p:txBody>
      </p:sp>
      <p:sp>
        <p:nvSpPr>
          <p:cNvPr id="452" name="Google Shape;452;p16"/>
          <p:cNvSpPr txBox="1"/>
          <p:nvPr/>
        </p:nvSpPr>
        <p:spPr>
          <a:xfrm>
            <a:off x="1565324" y="5214645"/>
            <a:ext cx="4323080" cy="1675130"/>
          </a:xfrm>
          <a:prstGeom prst="rect">
            <a:avLst/>
          </a:prstGeom>
          <a:noFill/>
          <a:ln>
            <a:noFill/>
          </a:ln>
        </p:spPr>
        <p:txBody>
          <a:bodyPr anchorCtr="0" anchor="t" bIns="0" lIns="0" spcFirstLastPara="1" rIns="0" wrap="square" tIns="12700">
            <a:spAutoFit/>
          </a:bodyPr>
          <a:lstStyle/>
          <a:p>
            <a:pPr indent="0" lvl="0" marL="12700" marR="868680" rtl="0" algn="l">
              <a:lnSpc>
                <a:spcPct val="1079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Evaluación rigurosa de resultados</a:t>
            </a:r>
            <a:endParaRPr b="0" i="0" sz="2500" u="none" cap="none" strike="noStrike">
              <a:solidFill>
                <a:srgbClr val="000000"/>
              </a:solidFill>
              <a:latin typeface="Lora"/>
              <a:ea typeface="Lora"/>
              <a:cs typeface="Lora"/>
              <a:sym typeface="Lora"/>
            </a:endParaRPr>
          </a:p>
          <a:p>
            <a:pPr indent="-193675" lvl="0" marL="205740" marR="5080" rtl="0" algn="l">
              <a:lnSpc>
                <a:spcPct val="107700"/>
              </a:lnSpc>
              <a:spcBef>
                <a:spcPts val="1860"/>
              </a:spcBef>
              <a:spcAft>
                <a:spcPts val="0"/>
              </a:spcAft>
              <a:buClr>
                <a:srgbClr val="000000"/>
              </a:buClr>
              <a:buSzPts val="1800"/>
              <a:buFont typeface="Times New Roman"/>
              <a:buChar char="•"/>
            </a:pPr>
            <a:r>
              <a:rPr b="0" i="0" lang="es-GT" sz="1800" u="none" cap="none" strike="noStrike">
                <a:solidFill>
                  <a:srgbClr val="000000"/>
                </a:solidFill>
                <a:latin typeface="Lora"/>
                <a:ea typeface="Lora"/>
                <a:cs typeface="Lora"/>
                <a:sym typeface="Lora"/>
              </a:rPr>
              <a:t>Analizar métricas y validar si el modelo realmente explica el fenómeno</a:t>
            </a:r>
            <a:endParaRPr b="0" i="0" sz="1800" u="none" cap="none" strike="noStrike">
              <a:solidFill>
                <a:srgbClr val="000000"/>
              </a:solidFill>
              <a:latin typeface="Lora"/>
              <a:ea typeface="Lora"/>
              <a:cs typeface="Lora"/>
              <a:sym typeface="Lor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descr="$PPTXTitle" id="458" name="Google Shape;458;p17"/>
          <p:cNvSpPr txBox="1"/>
          <p:nvPr>
            <p:ph type="title"/>
          </p:nvPr>
        </p:nvSpPr>
        <p:spPr>
          <a:xfrm>
            <a:off x="9617075" y="5050306"/>
            <a:ext cx="5591175" cy="2828290"/>
          </a:xfrm>
          <a:prstGeom prst="rect">
            <a:avLst/>
          </a:prstGeom>
          <a:noFill/>
          <a:ln>
            <a:noFill/>
          </a:ln>
        </p:spPr>
        <p:txBody>
          <a:bodyPr anchorCtr="0" anchor="t" bIns="0" lIns="0" spcFirstLastPara="1" rIns="0" wrap="square" tIns="107300">
            <a:spAutoFit/>
          </a:bodyPr>
          <a:lstStyle/>
          <a:p>
            <a:pPr indent="0" lvl="0" marL="12700" marR="5080" rtl="0" algn="l">
              <a:lnSpc>
                <a:spcPct val="109846"/>
              </a:lnSpc>
              <a:spcBef>
                <a:spcPts val="0"/>
              </a:spcBef>
              <a:spcAft>
                <a:spcPts val="0"/>
              </a:spcAft>
              <a:buSzPts val="1400"/>
              <a:buNone/>
            </a:pPr>
            <a:r>
              <a:rPr lang="es-GT" sz="6500">
                <a:latin typeface="Montserrat Medium"/>
                <a:ea typeface="Montserrat Medium"/>
                <a:cs typeface="Montserrat Medium"/>
                <a:sym typeface="Montserrat Medium"/>
              </a:rPr>
              <a:t>Consumo de Resultados y Conclusiones</a:t>
            </a:r>
            <a:endParaRPr sz="6500">
              <a:latin typeface="Montserrat Medium"/>
              <a:ea typeface="Montserrat Medium"/>
              <a:cs typeface="Montserrat Medium"/>
              <a:sym typeface="Montserrat Medium"/>
            </a:endParaRPr>
          </a:p>
        </p:txBody>
      </p:sp>
      <p:sp>
        <p:nvSpPr>
          <p:cNvPr id="459" name="Google Shape;459;p17"/>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0" name="Google Shape;460;p17"/>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1" name="Google Shape;461;p17"/>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2" name="Google Shape;462;p17"/>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3" name="Google Shape;463;p17"/>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4" name="Google Shape;464;p17"/>
          <p:cNvSpPr txBox="1"/>
          <p:nvPr/>
        </p:nvSpPr>
        <p:spPr>
          <a:xfrm>
            <a:off x="16141391"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id="465" name="Google Shape;465;p17"/>
          <p:cNvSpPr txBox="1"/>
          <p:nvPr/>
        </p:nvSpPr>
        <p:spPr>
          <a:xfrm>
            <a:off x="905508" y="6778543"/>
            <a:ext cx="1384300" cy="1549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0000"/>
              <a:buFont typeface="Arial"/>
              <a:buNone/>
            </a:pPr>
            <a:r>
              <a:rPr b="0" i="0" lang="es-GT" sz="10000" u="none" cap="none" strike="noStrike">
                <a:solidFill>
                  <a:srgbClr val="000000"/>
                </a:solidFill>
                <a:latin typeface="Montserrat Light"/>
                <a:ea typeface="Montserrat Light"/>
                <a:cs typeface="Montserrat Light"/>
                <a:sym typeface="Montserrat Light"/>
              </a:rPr>
              <a:t>17.</a:t>
            </a:r>
            <a:endParaRPr b="0" i="0" sz="10000" u="none" cap="none" strike="noStrike">
              <a:solidFill>
                <a:srgbClr val="000000"/>
              </a:solidFill>
              <a:latin typeface="Montserrat Light"/>
              <a:ea typeface="Montserrat Light"/>
              <a:cs typeface="Montserrat Light"/>
              <a:sym typeface="Montserrat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18"/>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2" name="Google Shape;472;p18"/>
          <p:cNvSpPr txBox="1"/>
          <p:nvPr/>
        </p:nvSpPr>
        <p:spPr>
          <a:xfrm>
            <a:off x="9617075" y="333678"/>
            <a:ext cx="4705985"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Consumo de Resultados y Conclusiones</a:t>
            </a:r>
            <a:endParaRPr b="0" i="0" sz="2000" u="none" cap="none" strike="noStrike">
              <a:solidFill>
                <a:srgbClr val="000000"/>
              </a:solidFill>
              <a:latin typeface="Lora"/>
              <a:ea typeface="Lora"/>
              <a:cs typeface="Lora"/>
              <a:sym typeface="Lora"/>
            </a:endParaRPr>
          </a:p>
        </p:txBody>
      </p:sp>
      <p:sp>
        <p:nvSpPr>
          <p:cNvPr id="473" name="Google Shape;473;p18"/>
          <p:cNvSpPr txBox="1"/>
          <p:nvPr/>
        </p:nvSpPr>
        <p:spPr>
          <a:xfrm>
            <a:off x="16141363"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descr="$PPTXTitle" id="474" name="Google Shape;474;p18"/>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s-GT"/>
              <a:t>18.</a:t>
            </a:r>
            <a:endParaRPr/>
          </a:p>
        </p:txBody>
      </p:sp>
      <p:sp>
        <p:nvSpPr>
          <p:cNvPr id="475" name="Google Shape;475;p18"/>
          <p:cNvSpPr txBox="1"/>
          <p:nvPr/>
        </p:nvSpPr>
        <p:spPr>
          <a:xfrm>
            <a:off x="902444" y="1761127"/>
            <a:ext cx="12147550" cy="7861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5000"/>
              <a:buFont typeface="Arial"/>
              <a:buNone/>
            </a:pPr>
            <a:r>
              <a:rPr b="0" i="0" lang="es-GT" sz="5000" u="none" cap="none" strike="noStrike">
                <a:solidFill>
                  <a:srgbClr val="000000"/>
                </a:solidFill>
                <a:latin typeface="Montserrat Medium"/>
                <a:ea typeface="Montserrat Medium"/>
                <a:cs typeface="Montserrat Medium"/>
                <a:sym typeface="Montserrat Medium"/>
              </a:rPr>
              <a:t>Exportación y consumo de resultados</a:t>
            </a:r>
            <a:endParaRPr b="0" i="0" sz="5000" u="none" cap="none" strike="noStrike">
              <a:solidFill>
                <a:srgbClr val="000000"/>
              </a:solidFill>
              <a:latin typeface="Montserrat Medium"/>
              <a:ea typeface="Montserrat Medium"/>
              <a:cs typeface="Montserrat Medium"/>
              <a:sym typeface="Montserrat Medium"/>
            </a:endParaRPr>
          </a:p>
        </p:txBody>
      </p:sp>
      <p:grpSp>
        <p:nvGrpSpPr>
          <p:cNvPr id="476" name="Google Shape;476;p18"/>
          <p:cNvGrpSpPr/>
          <p:nvPr/>
        </p:nvGrpSpPr>
        <p:grpSpPr>
          <a:xfrm>
            <a:off x="12528629" y="3042904"/>
            <a:ext cx="4831715" cy="5783580"/>
            <a:chOff x="12528629" y="3042904"/>
            <a:chExt cx="4831715" cy="5783580"/>
          </a:xfrm>
        </p:grpSpPr>
        <p:sp>
          <p:nvSpPr>
            <p:cNvPr id="477" name="Google Shape;477;p18"/>
            <p:cNvSpPr/>
            <p:nvPr/>
          </p:nvSpPr>
          <p:spPr>
            <a:xfrm>
              <a:off x="12528629" y="3042904"/>
              <a:ext cx="4831715" cy="5783580"/>
            </a:xfrm>
            <a:custGeom>
              <a:rect b="b" l="l" r="r" t="t"/>
              <a:pathLst>
                <a:path extrusionOk="0" h="5783580" w="4831715">
                  <a:moveTo>
                    <a:pt x="4647387" y="76"/>
                  </a:moveTo>
                  <a:lnTo>
                    <a:pt x="190500" y="0"/>
                  </a:lnTo>
                  <a:lnTo>
                    <a:pt x="138188" y="7302"/>
                  </a:lnTo>
                  <a:lnTo>
                    <a:pt x="87261" y="30378"/>
                  </a:lnTo>
                  <a:lnTo>
                    <a:pt x="45224" y="67233"/>
                  </a:lnTo>
                  <a:lnTo>
                    <a:pt x="15697" y="114719"/>
                  </a:lnTo>
                  <a:lnTo>
                    <a:pt x="1219" y="168719"/>
                  </a:lnTo>
                  <a:lnTo>
                    <a:pt x="0" y="5592584"/>
                  </a:lnTo>
                  <a:lnTo>
                    <a:pt x="609" y="5608154"/>
                  </a:lnTo>
                  <a:lnTo>
                    <a:pt x="13309" y="5662612"/>
                  </a:lnTo>
                  <a:lnTo>
                    <a:pt x="41262" y="5711024"/>
                  </a:lnTo>
                  <a:lnTo>
                    <a:pt x="82067" y="5749239"/>
                  </a:lnTo>
                  <a:lnTo>
                    <a:pt x="132219" y="5773978"/>
                  </a:lnTo>
                  <a:lnTo>
                    <a:pt x="184264" y="5783008"/>
                  </a:lnTo>
                  <a:lnTo>
                    <a:pt x="4641151" y="5783084"/>
                  </a:lnTo>
                  <a:lnTo>
                    <a:pt x="4656721" y="5782475"/>
                  </a:lnTo>
                  <a:lnTo>
                    <a:pt x="4711166" y="5769775"/>
                  </a:lnTo>
                  <a:lnTo>
                    <a:pt x="4757140" y="5743740"/>
                  </a:lnTo>
                  <a:lnTo>
                    <a:pt x="4792306" y="5708561"/>
                  </a:lnTo>
                  <a:lnTo>
                    <a:pt x="4815954" y="5668365"/>
                  </a:lnTo>
                  <a:lnTo>
                    <a:pt x="4830432" y="5614365"/>
                  </a:lnTo>
                  <a:lnTo>
                    <a:pt x="4831651" y="190500"/>
                  </a:lnTo>
                  <a:lnTo>
                    <a:pt x="4831041" y="174929"/>
                  </a:lnTo>
                  <a:lnTo>
                    <a:pt x="4818341" y="120484"/>
                  </a:lnTo>
                  <a:lnTo>
                    <a:pt x="4792306" y="74510"/>
                  </a:lnTo>
                  <a:lnTo>
                    <a:pt x="4757140" y="39344"/>
                  </a:lnTo>
                  <a:lnTo>
                    <a:pt x="4716932" y="15697"/>
                  </a:lnTo>
                  <a:lnTo>
                    <a:pt x="4662919" y="1219"/>
                  </a:lnTo>
                  <a:lnTo>
                    <a:pt x="4647387"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78" name="Google Shape;478;p18"/>
            <p:cNvPicPr preferRelativeResize="0"/>
            <p:nvPr/>
          </p:nvPicPr>
          <p:blipFill rotWithShape="1">
            <a:blip r:embed="rId3">
              <a:alphaModFix/>
            </a:blip>
            <a:srcRect b="0" l="0" r="0" t="0"/>
            <a:stretch/>
          </p:blipFill>
          <p:spPr>
            <a:xfrm>
              <a:off x="12528714" y="3053791"/>
              <a:ext cx="4831333" cy="2286000"/>
            </a:xfrm>
            <a:prstGeom prst="rect">
              <a:avLst/>
            </a:prstGeom>
            <a:noFill/>
            <a:ln>
              <a:noFill/>
            </a:ln>
          </p:spPr>
        </p:pic>
      </p:grpSp>
      <p:grpSp>
        <p:nvGrpSpPr>
          <p:cNvPr id="479" name="Google Shape;479;p18"/>
          <p:cNvGrpSpPr/>
          <p:nvPr/>
        </p:nvGrpSpPr>
        <p:grpSpPr>
          <a:xfrm>
            <a:off x="6723412" y="3042904"/>
            <a:ext cx="4831715" cy="5783580"/>
            <a:chOff x="6723412" y="3042904"/>
            <a:chExt cx="4831715" cy="5783580"/>
          </a:xfrm>
        </p:grpSpPr>
        <p:sp>
          <p:nvSpPr>
            <p:cNvPr id="480" name="Google Shape;480;p18"/>
            <p:cNvSpPr/>
            <p:nvPr/>
          </p:nvSpPr>
          <p:spPr>
            <a:xfrm>
              <a:off x="6723412" y="3042904"/>
              <a:ext cx="4831715" cy="5783580"/>
            </a:xfrm>
            <a:custGeom>
              <a:rect b="b" l="l" r="r" t="t"/>
              <a:pathLst>
                <a:path extrusionOk="0" h="5783580" w="4831715">
                  <a:moveTo>
                    <a:pt x="4647387" y="76"/>
                  </a:moveTo>
                  <a:lnTo>
                    <a:pt x="190500" y="0"/>
                  </a:lnTo>
                  <a:lnTo>
                    <a:pt x="138188" y="7302"/>
                  </a:lnTo>
                  <a:lnTo>
                    <a:pt x="87261" y="30378"/>
                  </a:lnTo>
                  <a:lnTo>
                    <a:pt x="45224" y="67233"/>
                  </a:lnTo>
                  <a:lnTo>
                    <a:pt x="15697" y="114719"/>
                  </a:lnTo>
                  <a:lnTo>
                    <a:pt x="1219" y="168719"/>
                  </a:lnTo>
                  <a:lnTo>
                    <a:pt x="0" y="5592584"/>
                  </a:lnTo>
                  <a:lnTo>
                    <a:pt x="609" y="5608154"/>
                  </a:lnTo>
                  <a:lnTo>
                    <a:pt x="13309" y="5662612"/>
                  </a:lnTo>
                  <a:lnTo>
                    <a:pt x="41262" y="5711024"/>
                  </a:lnTo>
                  <a:lnTo>
                    <a:pt x="82067" y="5749239"/>
                  </a:lnTo>
                  <a:lnTo>
                    <a:pt x="132219" y="5773978"/>
                  </a:lnTo>
                  <a:lnTo>
                    <a:pt x="184264" y="5783008"/>
                  </a:lnTo>
                  <a:lnTo>
                    <a:pt x="4641151" y="5783084"/>
                  </a:lnTo>
                  <a:lnTo>
                    <a:pt x="4656721" y="5782475"/>
                  </a:lnTo>
                  <a:lnTo>
                    <a:pt x="4702390" y="5773000"/>
                  </a:lnTo>
                  <a:lnTo>
                    <a:pt x="4752124" y="5747448"/>
                  </a:lnTo>
                  <a:lnTo>
                    <a:pt x="4786439" y="5715850"/>
                  </a:lnTo>
                  <a:lnTo>
                    <a:pt x="4815954" y="5668365"/>
                  </a:lnTo>
                  <a:lnTo>
                    <a:pt x="4830432" y="5614365"/>
                  </a:lnTo>
                  <a:lnTo>
                    <a:pt x="4831575" y="5598820"/>
                  </a:lnTo>
                  <a:lnTo>
                    <a:pt x="4831575" y="184264"/>
                  </a:lnTo>
                  <a:lnTo>
                    <a:pt x="4821567" y="129260"/>
                  </a:lnTo>
                  <a:lnTo>
                    <a:pt x="4797818" y="82067"/>
                  </a:lnTo>
                  <a:lnTo>
                    <a:pt x="4764417" y="45224"/>
                  </a:lnTo>
                  <a:lnTo>
                    <a:pt x="4716932" y="15697"/>
                  </a:lnTo>
                  <a:lnTo>
                    <a:pt x="4662919" y="1219"/>
                  </a:lnTo>
                  <a:lnTo>
                    <a:pt x="4647387"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81" name="Google Shape;481;p18"/>
            <p:cNvPicPr preferRelativeResize="0"/>
            <p:nvPr/>
          </p:nvPicPr>
          <p:blipFill rotWithShape="1">
            <a:blip r:embed="rId4">
              <a:alphaModFix/>
            </a:blip>
            <a:srcRect b="0" l="0" r="0" t="0"/>
            <a:stretch/>
          </p:blipFill>
          <p:spPr>
            <a:xfrm>
              <a:off x="6723494" y="3053791"/>
              <a:ext cx="4831346" cy="2286000"/>
            </a:xfrm>
            <a:prstGeom prst="rect">
              <a:avLst/>
            </a:prstGeom>
            <a:noFill/>
            <a:ln>
              <a:noFill/>
            </a:ln>
          </p:spPr>
        </p:pic>
      </p:grpSp>
      <p:grpSp>
        <p:nvGrpSpPr>
          <p:cNvPr id="482" name="Google Shape;482;p18"/>
          <p:cNvGrpSpPr/>
          <p:nvPr/>
        </p:nvGrpSpPr>
        <p:grpSpPr>
          <a:xfrm>
            <a:off x="918194" y="3042904"/>
            <a:ext cx="4831715" cy="5783580"/>
            <a:chOff x="918194" y="3042904"/>
            <a:chExt cx="4831715" cy="5783580"/>
          </a:xfrm>
        </p:grpSpPr>
        <p:sp>
          <p:nvSpPr>
            <p:cNvPr id="483" name="Google Shape;483;p18"/>
            <p:cNvSpPr/>
            <p:nvPr/>
          </p:nvSpPr>
          <p:spPr>
            <a:xfrm>
              <a:off x="918194" y="3042904"/>
              <a:ext cx="4831715" cy="5783580"/>
            </a:xfrm>
            <a:custGeom>
              <a:rect b="b" l="l" r="r" t="t"/>
              <a:pathLst>
                <a:path extrusionOk="0" h="5783580" w="4831715">
                  <a:moveTo>
                    <a:pt x="4647387" y="76"/>
                  </a:moveTo>
                  <a:lnTo>
                    <a:pt x="190500" y="0"/>
                  </a:lnTo>
                  <a:lnTo>
                    <a:pt x="138188" y="7302"/>
                  </a:lnTo>
                  <a:lnTo>
                    <a:pt x="87261" y="30378"/>
                  </a:lnTo>
                  <a:lnTo>
                    <a:pt x="45224" y="67233"/>
                  </a:lnTo>
                  <a:lnTo>
                    <a:pt x="15697" y="114719"/>
                  </a:lnTo>
                  <a:lnTo>
                    <a:pt x="1219" y="168719"/>
                  </a:lnTo>
                  <a:lnTo>
                    <a:pt x="0" y="5592584"/>
                  </a:lnTo>
                  <a:lnTo>
                    <a:pt x="609" y="5608154"/>
                  </a:lnTo>
                  <a:lnTo>
                    <a:pt x="13309" y="5662612"/>
                  </a:lnTo>
                  <a:lnTo>
                    <a:pt x="41262" y="5711024"/>
                  </a:lnTo>
                  <a:lnTo>
                    <a:pt x="82067" y="5749239"/>
                  </a:lnTo>
                  <a:lnTo>
                    <a:pt x="132219" y="5773978"/>
                  </a:lnTo>
                  <a:lnTo>
                    <a:pt x="184264" y="5783008"/>
                  </a:lnTo>
                  <a:lnTo>
                    <a:pt x="4641151" y="5783084"/>
                  </a:lnTo>
                  <a:lnTo>
                    <a:pt x="4656721" y="5782475"/>
                  </a:lnTo>
                  <a:lnTo>
                    <a:pt x="4711166" y="5769775"/>
                  </a:lnTo>
                  <a:lnTo>
                    <a:pt x="4759591" y="5741822"/>
                  </a:lnTo>
                  <a:lnTo>
                    <a:pt x="4797806" y="5701004"/>
                  </a:lnTo>
                  <a:lnTo>
                    <a:pt x="4822545" y="5650865"/>
                  </a:lnTo>
                  <a:lnTo>
                    <a:pt x="4831575" y="5598820"/>
                  </a:lnTo>
                  <a:lnTo>
                    <a:pt x="4831651" y="190500"/>
                  </a:lnTo>
                  <a:lnTo>
                    <a:pt x="4831041" y="174929"/>
                  </a:lnTo>
                  <a:lnTo>
                    <a:pt x="4818341" y="120484"/>
                  </a:lnTo>
                  <a:lnTo>
                    <a:pt x="4790389" y="72059"/>
                  </a:lnTo>
                  <a:lnTo>
                    <a:pt x="4749584" y="33832"/>
                  </a:lnTo>
                  <a:lnTo>
                    <a:pt x="4699431" y="9105"/>
                  </a:lnTo>
                  <a:lnTo>
                    <a:pt x="4647387" y="76"/>
                  </a:lnTo>
                  <a:close/>
                </a:path>
              </a:pathLst>
            </a:custGeom>
            <a:solidFill>
              <a:srgbClr val="EDED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84" name="Google Shape;484;p18"/>
            <p:cNvPicPr preferRelativeResize="0"/>
            <p:nvPr/>
          </p:nvPicPr>
          <p:blipFill rotWithShape="1">
            <a:blip r:embed="rId5">
              <a:alphaModFix/>
            </a:blip>
            <a:srcRect b="0" l="0" r="0" t="0"/>
            <a:stretch/>
          </p:blipFill>
          <p:spPr>
            <a:xfrm>
              <a:off x="918273" y="3053791"/>
              <a:ext cx="4831346" cy="2286000"/>
            </a:xfrm>
            <a:prstGeom prst="rect">
              <a:avLst/>
            </a:prstGeom>
            <a:noFill/>
            <a:ln>
              <a:noFill/>
            </a:ln>
          </p:spPr>
        </p:pic>
      </p:grpSp>
      <p:sp>
        <p:nvSpPr>
          <p:cNvPr id="485" name="Google Shape;485;p18"/>
          <p:cNvSpPr txBox="1"/>
          <p:nvPr/>
        </p:nvSpPr>
        <p:spPr>
          <a:xfrm>
            <a:off x="13030981" y="5619347"/>
            <a:ext cx="3827145" cy="822276"/>
          </a:xfrm>
          <a:prstGeom prst="rect">
            <a:avLst/>
          </a:prstGeom>
          <a:noFill/>
          <a:ln>
            <a:noFill/>
          </a:ln>
        </p:spPr>
        <p:txBody>
          <a:bodyPr anchorCtr="0" anchor="t" bIns="0" lIns="0" spcFirstLastPara="1" rIns="0" wrap="square" tIns="12700">
            <a:spAutoFit/>
          </a:bodyPr>
          <a:lstStyle/>
          <a:p>
            <a:pPr indent="-1042035" lvl="0" marL="1257935" marR="208915" rtl="0" algn="l">
              <a:lnSpc>
                <a:spcPct val="1079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BigQuery como centro analítico</a:t>
            </a:r>
            <a:endParaRPr b="0" i="0" sz="2500" u="none" cap="none" strike="noStrike">
              <a:solidFill>
                <a:srgbClr val="000000"/>
              </a:solidFill>
              <a:latin typeface="Lora"/>
              <a:ea typeface="Lora"/>
              <a:cs typeface="Lora"/>
              <a:sym typeface="Lora"/>
            </a:endParaRPr>
          </a:p>
        </p:txBody>
      </p:sp>
      <p:sp>
        <p:nvSpPr>
          <p:cNvPr id="486" name="Google Shape;486;p18"/>
          <p:cNvSpPr txBox="1"/>
          <p:nvPr/>
        </p:nvSpPr>
        <p:spPr>
          <a:xfrm>
            <a:off x="7222242" y="5619347"/>
            <a:ext cx="3964940" cy="822276"/>
          </a:xfrm>
          <a:prstGeom prst="rect">
            <a:avLst/>
          </a:prstGeom>
          <a:noFill/>
          <a:ln>
            <a:noFill/>
          </a:ln>
        </p:spPr>
        <p:txBody>
          <a:bodyPr anchorCtr="0" anchor="t" bIns="0" lIns="0" spcFirstLastPara="1" rIns="0" wrap="square" tIns="12700">
            <a:spAutoFit/>
          </a:bodyPr>
          <a:lstStyle/>
          <a:p>
            <a:pPr indent="530225" lvl="0" marL="193040" marR="316230" rtl="0" algn="l">
              <a:lnSpc>
                <a:spcPct val="1079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Integración con herramientas externas</a:t>
            </a:r>
            <a:endParaRPr b="0" i="0" sz="2500" u="none" cap="none" strike="noStrike">
              <a:solidFill>
                <a:srgbClr val="000000"/>
              </a:solidFill>
              <a:latin typeface="Lora"/>
              <a:ea typeface="Lora"/>
              <a:cs typeface="Lora"/>
              <a:sym typeface="Lora"/>
            </a:endParaRPr>
          </a:p>
        </p:txBody>
      </p:sp>
      <p:sp>
        <p:nvSpPr>
          <p:cNvPr id="487" name="Google Shape;487;p18"/>
          <p:cNvSpPr txBox="1"/>
          <p:nvPr/>
        </p:nvSpPr>
        <p:spPr>
          <a:xfrm>
            <a:off x="1351476" y="5585796"/>
            <a:ext cx="3964940" cy="1237775"/>
          </a:xfrm>
          <a:prstGeom prst="rect">
            <a:avLst/>
          </a:prstGeom>
          <a:noFill/>
          <a:ln>
            <a:noFill/>
          </a:ln>
        </p:spPr>
        <p:txBody>
          <a:bodyPr anchorCtr="0" anchor="t" bIns="0" lIns="0" spcFirstLastPara="1" rIns="0" wrap="square" tIns="12700">
            <a:spAutoFit/>
          </a:bodyPr>
          <a:lstStyle/>
          <a:p>
            <a:pPr indent="530225" lvl="0" marL="193040" marR="316230" rtl="0" algn="ctr">
              <a:lnSpc>
                <a:spcPct val="107900"/>
              </a:lnSpc>
              <a:spcBef>
                <a:spcPts val="0"/>
              </a:spcBef>
              <a:spcAft>
                <a:spcPts val="0"/>
              </a:spcAft>
              <a:buClr>
                <a:srgbClr val="000000"/>
              </a:buClr>
              <a:buSzPts val="2500"/>
              <a:buFont typeface="Arial"/>
              <a:buNone/>
            </a:pPr>
            <a:r>
              <a:rPr b="1" i="0" lang="es-GT" sz="2500" u="none" cap="none" strike="noStrike">
                <a:solidFill>
                  <a:srgbClr val="2C56D9"/>
                </a:solidFill>
                <a:latin typeface="Lora"/>
                <a:ea typeface="Lora"/>
                <a:cs typeface="Lora"/>
                <a:sym typeface="Lora"/>
              </a:rPr>
              <a:t>Exportación ﬂexible de datos y modelos</a:t>
            </a:r>
            <a:endParaRPr b="0" i="0" sz="2500" u="none" cap="none" strike="noStrike">
              <a:solidFill>
                <a:srgbClr val="000000"/>
              </a:solidFill>
              <a:latin typeface="Lora"/>
              <a:ea typeface="Lora"/>
              <a:cs typeface="Lora"/>
              <a:sym typeface="Lora"/>
            </a:endParaRPr>
          </a:p>
        </p:txBody>
      </p:sp>
      <p:sp>
        <p:nvSpPr>
          <p:cNvPr id="488" name="Google Shape;488;p18"/>
          <p:cNvSpPr txBox="1"/>
          <p:nvPr/>
        </p:nvSpPr>
        <p:spPr>
          <a:xfrm>
            <a:off x="1221301" y="7250670"/>
            <a:ext cx="4225290" cy="530915"/>
          </a:xfrm>
          <a:prstGeom prst="rect">
            <a:avLst/>
          </a:prstGeom>
          <a:noFill/>
          <a:ln>
            <a:noFill/>
          </a:ln>
        </p:spPr>
        <p:txBody>
          <a:bodyPr anchorCtr="0" anchor="t" bIns="0" lIns="0" spcFirstLastPara="1" rIns="0" wrap="square" tIns="12700">
            <a:spAutoFit/>
          </a:bodyPr>
          <a:lstStyle/>
          <a:p>
            <a:pPr indent="-193040" lvl="0" marL="205104" marR="5080" rtl="0" algn="l">
              <a:lnSpc>
                <a:spcPct val="107700"/>
              </a:lnSpc>
              <a:spcBef>
                <a:spcPts val="0"/>
              </a:spcBef>
              <a:spcAft>
                <a:spcPts val="0"/>
              </a:spcAft>
              <a:buClr>
                <a:srgbClr val="000000"/>
              </a:buClr>
              <a:buSzPts val="1600"/>
              <a:buFont typeface="Times New Roman"/>
              <a:buChar char="•"/>
            </a:pPr>
            <a:r>
              <a:rPr b="0" i="0" lang="es-GT" sz="1600" u="none" cap="none" strike="noStrike">
                <a:solidFill>
                  <a:srgbClr val="000000"/>
                </a:solidFill>
                <a:latin typeface="Lora"/>
                <a:ea typeface="Lora"/>
                <a:cs typeface="Lora"/>
                <a:sym typeface="Lora"/>
              </a:rPr>
              <a:t>Resultados consumidos en Looker Studio, notebooks de Python y ﬂujos ETL</a:t>
            </a:r>
            <a:endParaRPr b="0" i="0" sz="1600" u="none" cap="none" strike="noStrike">
              <a:solidFill>
                <a:srgbClr val="000000"/>
              </a:solidFill>
              <a:latin typeface="Lora"/>
              <a:ea typeface="Lora"/>
              <a:cs typeface="Lora"/>
              <a:sym typeface="Lora"/>
            </a:endParaRPr>
          </a:p>
        </p:txBody>
      </p:sp>
      <p:sp>
        <p:nvSpPr>
          <p:cNvPr id="489" name="Google Shape;489;p18"/>
          <p:cNvSpPr txBox="1"/>
          <p:nvPr/>
        </p:nvSpPr>
        <p:spPr>
          <a:xfrm>
            <a:off x="7026522" y="7240731"/>
            <a:ext cx="4225290" cy="530915"/>
          </a:xfrm>
          <a:prstGeom prst="rect">
            <a:avLst/>
          </a:prstGeom>
          <a:noFill/>
          <a:ln>
            <a:noFill/>
          </a:ln>
        </p:spPr>
        <p:txBody>
          <a:bodyPr anchorCtr="0" anchor="t" bIns="0" lIns="0" spcFirstLastPara="1" rIns="0" wrap="square" tIns="12700">
            <a:spAutoFit/>
          </a:bodyPr>
          <a:lstStyle/>
          <a:p>
            <a:pPr indent="-193040" lvl="0" marL="205104" marR="5080" rtl="0" algn="l">
              <a:lnSpc>
                <a:spcPct val="107700"/>
              </a:lnSpc>
              <a:spcBef>
                <a:spcPts val="0"/>
              </a:spcBef>
              <a:spcAft>
                <a:spcPts val="0"/>
              </a:spcAft>
              <a:buClr>
                <a:srgbClr val="000000"/>
              </a:buClr>
              <a:buSzPts val="1600"/>
              <a:buFont typeface="Times New Roman"/>
              <a:buChar char="•"/>
            </a:pPr>
            <a:r>
              <a:rPr b="0" i="0" lang="es-GT" sz="1600" u="none" cap="none" strike="noStrike">
                <a:solidFill>
                  <a:srgbClr val="000000"/>
                </a:solidFill>
                <a:latin typeface="Lora"/>
                <a:ea typeface="Lora"/>
                <a:cs typeface="Lora"/>
                <a:sym typeface="Lora"/>
              </a:rPr>
              <a:t>Funciona como punto de llegada y salida de productos analíticos</a:t>
            </a:r>
            <a:endParaRPr b="0" i="0" sz="1600" u="none" cap="none" strike="noStrike">
              <a:solidFill>
                <a:srgbClr val="000000"/>
              </a:solidFill>
              <a:latin typeface="Lora"/>
              <a:ea typeface="Lora"/>
              <a:cs typeface="Lora"/>
              <a:sym typeface="Lora"/>
            </a:endParaRPr>
          </a:p>
        </p:txBody>
      </p:sp>
      <p:sp>
        <p:nvSpPr>
          <p:cNvPr id="490" name="Google Shape;490;p18"/>
          <p:cNvSpPr txBox="1"/>
          <p:nvPr/>
        </p:nvSpPr>
        <p:spPr>
          <a:xfrm>
            <a:off x="12841409" y="7250670"/>
            <a:ext cx="4225290" cy="265009"/>
          </a:xfrm>
          <a:prstGeom prst="rect">
            <a:avLst/>
          </a:prstGeom>
          <a:noFill/>
          <a:ln>
            <a:noFill/>
          </a:ln>
        </p:spPr>
        <p:txBody>
          <a:bodyPr anchorCtr="0" anchor="t" bIns="0" lIns="0" spcFirstLastPara="1" rIns="0" wrap="square" tIns="12700">
            <a:spAutoFit/>
          </a:bodyPr>
          <a:lstStyle/>
          <a:p>
            <a:pPr indent="-193040" lvl="0" marL="205104" marR="5080" rtl="0" algn="l">
              <a:lnSpc>
                <a:spcPct val="107700"/>
              </a:lnSpc>
              <a:spcBef>
                <a:spcPts val="0"/>
              </a:spcBef>
              <a:spcAft>
                <a:spcPts val="0"/>
              </a:spcAft>
              <a:buClr>
                <a:srgbClr val="000000"/>
              </a:buClr>
              <a:buSzPts val="1600"/>
              <a:buFont typeface="Times New Roman"/>
              <a:buChar char="•"/>
            </a:pPr>
            <a:r>
              <a:rPr b="0" i="0" lang="es-GT" sz="1600" u="none" cap="none" strike="noStrike">
                <a:solidFill>
                  <a:srgbClr val="000000"/>
                </a:solidFill>
                <a:latin typeface="Lora"/>
                <a:ea typeface="Lora"/>
                <a:cs typeface="Lora"/>
                <a:sym typeface="Lora"/>
              </a:rPr>
              <a:t>Exportación ﬂexible de datos y modelos</a:t>
            </a:r>
            <a:endParaRPr b="0" i="0" sz="1600" u="none" cap="none" strike="noStrike">
              <a:solidFill>
                <a:srgbClr val="000000"/>
              </a:solidFill>
              <a:latin typeface="Lora"/>
              <a:ea typeface="Lora"/>
              <a:cs typeface="Lora"/>
              <a:sym typeface="Lor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9"/>
          <p:cNvSpPr txBox="1"/>
          <p:nvPr/>
        </p:nvSpPr>
        <p:spPr>
          <a:xfrm>
            <a:off x="905512" y="1761127"/>
            <a:ext cx="7324087" cy="2889885"/>
          </a:xfrm>
          <a:prstGeom prst="rect">
            <a:avLst/>
          </a:prstGeom>
          <a:noFill/>
          <a:ln>
            <a:noFill/>
          </a:ln>
        </p:spPr>
        <p:txBody>
          <a:bodyPr anchorCtr="0" anchor="t" bIns="0" lIns="0" spcFirstLastPara="1" rIns="0" wrap="square" tIns="88250">
            <a:spAutoFit/>
          </a:bodyPr>
          <a:lstStyle/>
          <a:p>
            <a:pPr indent="0" lvl="0" marL="12700" marR="686435" rtl="0" algn="l">
              <a:lnSpc>
                <a:spcPct val="109800"/>
              </a:lnSpc>
              <a:spcBef>
                <a:spcPts val="0"/>
              </a:spcBef>
              <a:spcAft>
                <a:spcPts val="0"/>
              </a:spcAft>
              <a:buClr>
                <a:srgbClr val="000000"/>
              </a:buClr>
              <a:buSzPts val="5000"/>
              <a:buFont typeface="Arial"/>
              <a:buNone/>
            </a:pPr>
            <a:r>
              <a:rPr b="0" i="0" lang="es-GT" sz="5000" u="none" cap="none" strike="noStrike">
                <a:solidFill>
                  <a:srgbClr val="000000"/>
                </a:solidFill>
                <a:latin typeface="Montserrat Medium"/>
                <a:ea typeface="Montserrat Medium"/>
                <a:cs typeface="Montserrat Medium"/>
                <a:sym typeface="Montserrat Medium"/>
              </a:rPr>
              <a:t>Conclusiones y aprendizajes clave</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3494"/>
              </a:spcBef>
              <a:spcAft>
                <a:spcPts val="0"/>
              </a:spcAft>
              <a:buClr>
                <a:srgbClr val="000000"/>
              </a:buClr>
              <a:buSzPts val="2500"/>
              <a:buFont typeface="Arial"/>
              <a:buNone/>
            </a:pPr>
            <a:r>
              <a:rPr b="0" i="0" lang="es-GT" sz="2500" u="none" cap="none" strike="noStrike">
                <a:solidFill>
                  <a:srgbClr val="000000"/>
                </a:solidFill>
                <a:latin typeface="Lora"/>
                <a:ea typeface="Lora"/>
                <a:cs typeface="Lora"/>
                <a:sym typeface="Lora"/>
              </a:rPr>
              <a:t>BigQuery: plataforma integral en la nube</a:t>
            </a:r>
            <a:endParaRPr b="0" i="0" sz="2500" u="none" cap="none" strike="noStrike">
              <a:solidFill>
                <a:srgbClr val="000000"/>
              </a:solidFill>
              <a:latin typeface="Lora"/>
              <a:ea typeface="Lora"/>
              <a:cs typeface="Lora"/>
              <a:sym typeface="Lora"/>
            </a:endParaRPr>
          </a:p>
          <a:p>
            <a:pPr indent="-214629" lvl="0" marL="227329" marR="0" rtl="0" algn="l">
              <a:lnSpc>
                <a:spcPct val="100000"/>
              </a:lnSpc>
              <a:spcBef>
                <a:spcPts val="2085"/>
              </a:spcBef>
              <a:spcAft>
                <a:spcPts val="0"/>
              </a:spcAft>
              <a:buClr>
                <a:srgbClr val="000000"/>
              </a:buClr>
              <a:buSzPts val="2000"/>
              <a:buFont typeface="Times New Roman"/>
              <a:buChar char="•"/>
            </a:pPr>
            <a:r>
              <a:rPr b="0" i="0" lang="es-GT" sz="2000" u="none" cap="none" strike="noStrike">
                <a:solidFill>
                  <a:srgbClr val="000000"/>
                </a:solidFill>
                <a:latin typeface="Lora"/>
                <a:ea typeface="Lora"/>
                <a:cs typeface="Lora"/>
                <a:sym typeface="Lora"/>
              </a:rPr>
              <a:t>Combina </a:t>
            </a:r>
            <a:r>
              <a:rPr b="1" i="0" lang="es-GT" sz="2000" u="none" cap="none" strike="noStrike">
                <a:solidFill>
                  <a:srgbClr val="2B57D9"/>
                </a:solidFill>
                <a:latin typeface="Lora"/>
                <a:ea typeface="Lora"/>
                <a:cs typeface="Lora"/>
                <a:sym typeface="Lora"/>
              </a:rPr>
              <a:t>escalabilidad</a:t>
            </a:r>
            <a:r>
              <a:rPr b="0" i="0" lang="es-GT" sz="2000" u="none" cap="none" strike="noStrike">
                <a:solidFill>
                  <a:srgbClr val="000000"/>
                </a:solidFill>
                <a:latin typeface="Lora"/>
                <a:ea typeface="Lora"/>
                <a:cs typeface="Lora"/>
                <a:sym typeface="Lora"/>
              </a:rPr>
              <a:t>, seguridad y analítica avanzada</a:t>
            </a:r>
            <a:endParaRPr b="0" i="0" sz="2000" u="none" cap="none" strike="noStrike">
              <a:solidFill>
                <a:srgbClr val="000000"/>
              </a:solidFill>
              <a:latin typeface="Lora"/>
              <a:ea typeface="Lora"/>
              <a:cs typeface="Lora"/>
              <a:sym typeface="Lora"/>
            </a:endParaRPr>
          </a:p>
        </p:txBody>
      </p:sp>
      <p:sp>
        <p:nvSpPr>
          <p:cNvPr id="497" name="Google Shape;497;p19"/>
          <p:cNvSpPr txBox="1"/>
          <p:nvPr>
            <p:ph idx="1" type="body"/>
          </p:nvPr>
        </p:nvSpPr>
        <p:spPr>
          <a:xfrm>
            <a:off x="905513" y="5000057"/>
            <a:ext cx="7451090" cy="362267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SzPts val="1400"/>
              <a:buNone/>
            </a:pPr>
            <a:r>
              <a:rPr lang="es-GT"/>
              <a:t>Gobierno de datos: pilar fundamental</a:t>
            </a:r>
            <a:endParaRPr/>
          </a:p>
          <a:p>
            <a:pPr indent="-214629" lvl="0" marL="227329" rtl="0" algn="l">
              <a:lnSpc>
                <a:spcPct val="100000"/>
              </a:lnSpc>
              <a:spcBef>
                <a:spcPts val="2085"/>
              </a:spcBef>
              <a:spcAft>
                <a:spcPts val="0"/>
              </a:spcAft>
              <a:buClr>
                <a:schemeClr val="dk1"/>
              </a:buClr>
              <a:buSzPts val="2000"/>
              <a:buFont typeface="Times New Roman"/>
              <a:buChar char="•"/>
            </a:pPr>
            <a:r>
              <a:rPr lang="es-GT" sz="2000"/>
              <a:t>Permite un uso </a:t>
            </a:r>
            <a:r>
              <a:rPr b="1" lang="es-GT" sz="2000">
                <a:solidFill>
                  <a:srgbClr val="2B57D9"/>
                </a:solidFill>
                <a:latin typeface="Lora"/>
                <a:ea typeface="Lora"/>
                <a:cs typeface="Lora"/>
                <a:sym typeface="Lora"/>
              </a:rPr>
              <a:t>responsable </a:t>
            </a:r>
            <a:r>
              <a:rPr lang="es-GT" sz="2000"/>
              <a:t>y seguro de la información</a:t>
            </a:r>
            <a:endParaRPr sz="2000">
              <a:latin typeface="Lora"/>
              <a:ea typeface="Lora"/>
              <a:cs typeface="Lora"/>
              <a:sym typeface="Lora"/>
            </a:endParaRPr>
          </a:p>
          <a:p>
            <a:pPr indent="0" lvl="0" marL="0" rtl="0" algn="l">
              <a:lnSpc>
                <a:spcPct val="100000"/>
              </a:lnSpc>
              <a:spcBef>
                <a:spcPts val="375"/>
              </a:spcBef>
              <a:spcAft>
                <a:spcPts val="0"/>
              </a:spcAft>
              <a:buClr>
                <a:schemeClr val="dk1"/>
              </a:buClr>
              <a:buSzPts val="2000"/>
              <a:buFont typeface="Times New Roman"/>
              <a:buNone/>
            </a:pPr>
            <a:r>
              <a:t/>
            </a:r>
            <a:endParaRPr sz="2000"/>
          </a:p>
          <a:p>
            <a:pPr indent="0" lvl="0" marL="12700" rtl="0" algn="l">
              <a:lnSpc>
                <a:spcPct val="100000"/>
              </a:lnSpc>
              <a:spcBef>
                <a:spcPts val="5"/>
              </a:spcBef>
              <a:spcAft>
                <a:spcPts val="0"/>
              </a:spcAft>
              <a:buSzPts val="1400"/>
              <a:buNone/>
            </a:pPr>
            <a:r>
              <a:rPr lang="es-GT"/>
              <a:t>BigQuery ML: aprendizaje automático accesible</a:t>
            </a:r>
            <a:endParaRPr/>
          </a:p>
          <a:p>
            <a:pPr indent="-214629" lvl="0" marL="227329" rtl="0" algn="l">
              <a:lnSpc>
                <a:spcPct val="100000"/>
              </a:lnSpc>
              <a:spcBef>
                <a:spcPts val="2085"/>
              </a:spcBef>
              <a:spcAft>
                <a:spcPts val="0"/>
              </a:spcAft>
              <a:buClr>
                <a:schemeClr val="dk1"/>
              </a:buClr>
              <a:buSzPts val="2000"/>
              <a:buFont typeface="Times New Roman"/>
              <a:buChar char="•"/>
            </a:pPr>
            <a:r>
              <a:rPr lang="es-GT" sz="2000"/>
              <a:t>Facilita la creación de modelos predictivos usando </a:t>
            </a:r>
            <a:r>
              <a:rPr b="1" lang="es-GT" sz="2000">
                <a:solidFill>
                  <a:srgbClr val="2B57D9"/>
                </a:solidFill>
                <a:latin typeface="Lora"/>
                <a:ea typeface="Lora"/>
                <a:cs typeface="Lora"/>
                <a:sym typeface="Lora"/>
              </a:rPr>
              <a:t>SQL</a:t>
            </a:r>
            <a:endParaRPr sz="2000">
              <a:latin typeface="Lora"/>
              <a:ea typeface="Lora"/>
              <a:cs typeface="Lora"/>
              <a:sym typeface="Lora"/>
            </a:endParaRPr>
          </a:p>
          <a:p>
            <a:pPr indent="0" lvl="0" marL="0" rtl="0" algn="l">
              <a:lnSpc>
                <a:spcPct val="100000"/>
              </a:lnSpc>
              <a:spcBef>
                <a:spcPts val="375"/>
              </a:spcBef>
              <a:spcAft>
                <a:spcPts val="0"/>
              </a:spcAft>
              <a:buClr>
                <a:schemeClr val="dk1"/>
              </a:buClr>
              <a:buSzPts val="2000"/>
              <a:buFont typeface="Times New Roman"/>
              <a:buNone/>
            </a:pPr>
            <a:r>
              <a:t/>
            </a:r>
            <a:endParaRPr sz="2000">
              <a:latin typeface="Lora"/>
              <a:ea typeface="Lora"/>
              <a:cs typeface="Lora"/>
              <a:sym typeface="Lora"/>
            </a:endParaRPr>
          </a:p>
          <a:p>
            <a:pPr indent="0" lvl="0" marL="12700" rtl="0" algn="l">
              <a:lnSpc>
                <a:spcPct val="100000"/>
              </a:lnSpc>
              <a:spcBef>
                <a:spcPts val="5"/>
              </a:spcBef>
              <a:spcAft>
                <a:spcPts val="0"/>
              </a:spcAft>
              <a:buSzPts val="1400"/>
              <a:buNone/>
            </a:pPr>
            <a:r>
              <a:rPr lang="es-GT"/>
              <a:t>Eficiencia y responsabilidad en la analítica</a:t>
            </a:r>
            <a:endParaRPr/>
          </a:p>
          <a:p>
            <a:pPr indent="-214629" lvl="0" marL="227329" rtl="0" algn="l">
              <a:lnSpc>
                <a:spcPct val="100000"/>
              </a:lnSpc>
              <a:spcBef>
                <a:spcPts val="2085"/>
              </a:spcBef>
              <a:spcAft>
                <a:spcPts val="0"/>
              </a:spcAft>
              <a:buClr>
                <a:schemeClr val="dk1"/>
              </a:buClr>
              <a:buSzPts val="2000"/>
              <a:buFont typeface="Times New Roman"/>
              <a:buChar char="•"/>
            </a:pPr>
            <a:r>
              <a:rPr lang="es-GT" sz="2000"/>
              <a:t>Optimizar consultas y validar resultados es clave para el éxito</a:t>
            </a:r>
            <a:endParaRPr sz="2000"/>
          </a:p>
        </p:txBody>
      </p:sp>
      <p:pic>
        <p:nvPicPr>
          <p:cNvPr id="498" name="Google Shape;498;p19"/>
          <p:cNvPicPr preferRelativeResize="0"/>
          <p:nvPr/>
        </p:nvPicPr>
        <p:blipFill rotWithShape="1">
          <a:blip r:embed="rId3">
            <a:alphaModFix/>
          </a:blip>
          <a:srcRect b="0" l="0" r="0" t="0"/>
          <a:stretch/>
        </p:blipFill>
        <p:spPr>
          <a:xfrm>
            <a:off x="9572245" y="1887169"/>
            <a:ext cx="8715754" cy="6511099"/>
          </a:xfrm>
          <a:prstGeom prst="rect">
            <a:avLst/>
          </a:prstGeom>
          <a:noFill/>
          <a:ln>
            <a:noFill/>
          </a:ln>
        </p:spPr>
      </p:pic>
      <p:sp>
        <p:nvSpPr>
          <p:cNvPr id="499" name="Google Shape;499;p19"/>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0" name="Google Shape;500;p19"/>
          <p:cNvSpPr txBox="1"/>
          <p:nvPr/>
        </p:nvSpPr>
        <p:spPr>
          <a:xfrm>
            <a:off x="9617075" y="333678"/>
            <a:ext cx="4705985"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Consumo de Resultados y Conclusiones</a:t>
            </a:r>
            <a:endParaRPr b="0" i="0" sz="2000" u="none" cap="none" strike="noStrike">
              <a:solidFill>
                <a:srgbClr val="000000"/>
              </a:solidFill>
              <a:latin typeface="Lora"/>
              <a:ea typeface="Lora"/>
              <a:cs typeface="Lora"/>
              <a:sym typeface="Lora"/>
            </a:endParaRPr>
          </a:p>
        </p:txBody>
      </p:sp>
      <p:sp>
        <p:nvSpPr>
          <p:cNvPr id="501" name="Google Shape;501;p19"/>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2000"/>
              <a:buFont typeface="Arial"/>
              <a:buNone/>
            </a:pPr>
            <a:r>
              <a:rPr b="0" i="0" lang="es-GT" sz="2000" u="none" cap="none" strike="noStrike">
                <a:solidFill>
                  <a:srgbClr val="000000"/>
                </a:solidFill>
                <a:latin typeface="Lora"/>
                <a:ea typeface="Lora"/>
                <a:cs typeface="Lora"/>
                <a:sym typeface="Lora"/>
              </a:rPr>
              <a:t>7/4/2026</a:t>
            </a:r>
            <a:endParaRPr b="0" i="0" sz="2000" u="none" cap="none" strike="noStrike">
              <a:solidFill>
                <a:srgbClr val="000000"/>
              </a:solidFill>
              <a:latin typeface="Lora"/>
              <a:ea typeface="Lora"/>
              <a:cs typeface="Lora"/>
              <a:sym typeface="Lora"/>
            </a:endParaRPr>
          </a:p>
        </p:txBody>
      </p:sp>
      <p:sp>
        <p:nvSpPr>
          <p:cNvPr descr="$PPTXTitle" id="502" name="Google Shape;502;p19"/>
          <p:cNvSpPr txBox="1"/>
          <p:nvPr>
            <p:ph type="title"/>
          </p:nvPr>
        </p:nvSpPr>
        <p:spPr>
          <a:xfrm>
            <a:off x="905513" y="295405"/>
            <a:ext cx="602615"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lang="es-GT"/>
              <a:t>19.</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grpSp>
        <p:nvGrpSpPr>
          <p:cNvPr id="507" name="Google Shape;507;g38b3f887f9a_0_247"/>
          <p:cNvGrpSpPr/>
          <p:nvPr/>
        </p:nvGrpSpPr>
        <p:grpSpPr>
          <a:xfrm>
            <a:off x="518005" y="5493487"/>
            <a:ext cx="5727683" cy="4441351"/>
            <a:chOff x="0" y="-47625"/>
            <a:chExt cx="1508476" cy="1169700"/>
          </a:xfrm>
        </p:grpSpPr>
        <p:sp>
          <p:nvSpPr>
            <p:cNvPr id="508" name="Google Shape;508;g38b3f887f9a_0_247"/>
            <p:cNvSpPr/>
            <p:nvPr/>
          </p:nvSpPr>
          <p:spPr>
            <a:xfrm>
              <a:off x="0" y="0"/>
              <a:ext cx="1508476" cy="1122056"/>
            </a:xfrm>
            <a:custGeom>
              <a:rect b="b" l="l" r="r" t="t"/>
              <a:pathLst>
                <a:path extrusionOk="0" h="1122056" w="1508476">
                  <a:moveTo>
                    <a:pt x="0" y="0"/>
                  </a:moveTo>
                  <a:lnTo>
                    <a:pt x="1508476" y="0"/>
                  </a:lnTo>
                  <a:lnTo>
                    <a:pt x="1508476" y="1122056"/>
                  </a:lnTo>
                  <a:lnTo>
                    <a:pt x="0" y="1122056"/>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09" name="Google Shape;509;g38b3f887f9a_0_247"/>
            <p:cNvSpPr txBox="1"/>
            <p:nvPr/>
          </p:nvSpPr>
          <p:spPr>
            <a:xfrm>
              <a:off x="0" y="-47625"/>
              <a:ext cx="1508400" cy="11697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10" name="Google Shape;510;g38b3f887f9a_0_247"/>
          <p:cNvSpPr/>
          <p:nvPr/>
        </p:nvSpPr>
        <p:spPr>
          <a:xfrm>
            <a:off x="0" y="0"/>
            <a:ext cx="18288000" cy="10309860"/>
          </a:xfrm>
          <a:custGeom>
            <a:rect b="b" l="l" r="r" t="t"/>
            <a:pathLst>
              <a:path extrusionOk="0" h="10309860" w="18288000">
                <a:moveTo>
                  <a:pt x="0" y="0"/>
                </a:moveTo>
                <a:lnTo>
                  <a:pt x="18288000" y="0"/>
                </a:lnTo>
                <a:lnTo>
                  <a:pt x="18288000" y="10309860"/>
                </a:lnTo>
                <a:lnTo>
                  <a:pt x="0" y="10309860"/>
                </a:lnTo>
                <a:lnTo>
                  <a:pt x="0" y="0"/>
                </a:lnTo>
                <a:close/>
              </a:path>
            </a:pathLst>
          </a:custGeom>
          <a:blipFill rotWithShape="1">
            <a:blip r:embed="rId3">
              <a:alphaModFix/>
            </a:blip>
            <a:stretch>
              <a:fillRect b="0" l="0" r="0" t="0"/>
            </a:stretch>
          </a:blipFill>
          <a:ln>
            <a:noFill/>
          </a:ln>
        </p:spPr>
      </p:sp>
      <p:grpSp>
        <p:nvGrpSpPr>
          <p:cNvPr id="511" name="Google Shape;511;g38b3f887f9a_0_247"/>
          <p:cNvGrpSpPr/>
          <p:nvPr/>
        </p:nvGrpSpPr>
        <p:grpSpPr>
          <a:xfrm>
            <a:off x="10589457" y="1951804"/>
            <a:ext cx="7106845" cy="1052528"/>
            <a:chOff x="0" y="-47625"/>
            <a:chExt cx="1871700" cy="277200"/>
          </a:xfrm>
        </p:grpSpPr>
        <p:sp>
          <p:nvSpPr>
            <p:cNvPr id="512" name="Google Shape;512;g38b3f887f9a_0_247"/>
            <p:cNvSpPr/>
            <p:nvPr/>
          </p:nvSpPr>
          <p:spPr>
            <a:xfrm>
              <a:off x="0" y="0"/>
              <a:ext cx="1871588" cy="229442"/>
            </a:xfrm>
            <a:custGeom>
              <a:rect b="b" l="l" r="r" t="t"/>
              <a:pathLst>
                <a:path extrusionOk="0" h="229442" w="1871588">
                  <a:moveTo>
                    <a:pt x="0" y="0"/>
                  </a:moveTo>
                  <a:lnTo>
                    <a:pt x="1871588" y="0"/>
                  </a:lnTo>
                  <a:lnTo>
                    <a:pt x="1871588" y="229442"/>
                  </a:lnTo>
                  <a:lnTo>
                    <a:pt x="0" y="229442"/>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13" name="Google Shape;513;g38b3f887f9a_0_247"/>
            <p:cNvSpPr txBox="1"/>
            <p:nvPr/>
          </p:nvSpPr>
          <p:spPr>
            <a:xfrm>
              <a:off x="0" y="-47625"/>
              <a:ext cx="1871700" cy="277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4" name="Google Shape;514;g38b3f887f9a_0_247"/>
          <p:cNvGrpSpPr/>
          <p:nvPr/>
        </p:nvGrpSpPr>
        <p:grpSpPr>
          <a:xfrm>
            <a:off x="10589457" y="2788226"/>
            <a:ext cx="7106845" cy="976209"/>
            <a:chOff x="0" y="-47625"/>
            <a:chExt cx="1871700" cy="257100"/>
          </a:xfrm>
        </p:grpSpPr>
        <p:sp>
          <p:nvSpPr>
            <p:cNvPr id="515" name="Google Shape;515;g38b3f887f9a_0_247"/>
            <p:cNvSpPr/>
            <p:nvPr/>
          </p:nvSpPr>
          <p:spPr>
            <a:xfrm>
              <a:off x="0" y="0"/>
              <a:ext cx="1871588" cy="209439"/>
            </a:xfrm>
            <a:custGeom>
              <a:rect b="b" l="l" r="r" t="t"/>
              <a:pathLst>
                <a:path extrusionOk="0" h="209439" w="1871588">
                  <a:moveTo>
                    <a:pt x="0" y="0"/>
                  </a:moveTo>
                  <a:lnTo>
                    <a:pt x="1871588" y="0"/>
                  </a:lnTo>
                  <a:lnTo>
                    <a:pt x="1871588" y="209439"/>
                  </a:lnTo>
                  <a:lnTo>
                    <a:pt x="0" y="209439"/>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16" name="Google Shape;516;g38b3f887f9a_0_247"/>
            <p:cNvSpPr txBox="1"/>
            <p:nvPr/>
          </p:nvSpPr>
          <p:spPr>
            <a:xfrm>
              <a:off x="0" y="-47625"/>
              <a:ext cx="1871700" cy="2571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17" name="Google Shape;517;g38b3f887f9a_0_247"/>
          <p:cNvCxnSpPr/>
          <p:nvPr/>
        </p:nvCxnSpPr>
        <p:spPr>
          <a:xfrm>
            <a:off x="13482182" y="2148133"/>
            <a:ext cx="0" cy="1616400"/>
          </a:xfrm>
          <a:prstGeom prst="straightConnector1">
            <a:avLst/>
          </a:prstGeom>
          <a:noFill/>
          <a:ln cap="flat" cmpd="sng" w="38100">
            <a:solidFill>
              <a:srgbClr val="000000"/>
            </a:solidFill>
            <a:prstDash val="solid"/>
            <a:round/>
            <a:headEnd len="sm" w="sm" type="none"/>
            <a:tailEnd len="sm" w="sm" type="none"/>
          </a:ln>
        </p:spPr>
      </p:cxnSp>
      <p:grpSp>
        <p:nvGrpSpPr>
          <p:cNvPr id="518" name="Google Shape;518;g38b3f887f9a_0_247"/>
          <p:cNvGrpSpPr/>
          <p:nvPr/>
        </p:nvGrpSpPr>
        <p:grpSpPr>
          <a:xfrm>
            <a:off x="10589457" y="3547783"/>
            <a:ext cx="7106845" cy="1052528"/>
            <a:chOff x="0" y="-47625"/>
            <a:chExt cx="1871700" cy="277200"/>
          </a:xfrm>
        </p:grpSpPr>
        <p:sp>
          <p:nvSpPr>
            <p:cNvPr id="519" name="Google Shape;519;g38b3f887f9a_0_247"/>
            <p:cNvSpPr/>
            <p:nvPr/>
          </p:nvSpPr>
          <p:spPr>
            <a:xfrm>
              <a:off x="0" y="0"/>
              <a:ext cx="1871588" cy="229442"/>
            </a:xfrm>
            <a:custGeom>
              <a:rect b="b" l="l" r="r" t="t"/>
              <a:pathLst>
                <a:path extrusionOk="0" h="229442" w="1871588">
                  <a:moveTo>
                    <a:pt x="0" y="0"/>
                  </a:moveTo>
                  <a:lnTo>
                    <a:pt x="1871588" y="0"/>
                  </a:lnTo>
                  <a:lnTo>
                    <a:pt x="1871588" y="229442"/>
                  </a:lnTo>
                  <a:lnTo>
                    <a:pt x="0" y="229442"/>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20" name="Google Shape;520;g38b3f887f9a_0_247"/>
            <p:cNvSpPr txBox="1"/>
            <p:nvPr/>
          </p:nvSpPr>
          <p:spPr>
            <a:xfrm>
              <a:off x="0" y="-47625"/>
              <a:ext cx="1871700" cy="277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21" name="Google Shape;521;g38b3f887f9a_0_247"/>
          <p:cNvCxnSpPr/>
          <p:nvPr/>
        </p:nvCxnSpPr>
        <p:spPr>
          <a:xfrm>
            <a:off x="13482182" y="3744112"/>
            <a:ext cx="0" cy="855600"/>
          </a:xfrm>
          <a:prstGeom prst="straightConnector1">
            <a:avLst/>
          </a:prstGeom>
          <a:noFill/>
          <a:ln cap="flat" cmpd="sng" w="38100">
            <a:solidFill>
              <a:srgbClr val="000000"/>
            </a:solidFill>
            <a:prstDash val="solid"/>
            <a:round/>
            <a:headEnd len="sm" w="sm" type="none"/>
            <a:tailEnd len="sm" w="sm" type="none"/>
          </a:ln>
        </p:spPr>
      </p:cxnSp>
      <p:grpSp>
        <p:nvGrpSpPr>
          <p:cNvPr id="522" name="Google Shape;522;g38b3f887f9a_0_247"/>
          <p:cNvGrpSpPr/>
          <p:nvPr/>
        </p:nvGrpSpPr>
        <p:grpSpPr>
          <a:xfrm>
            <a:off x="518005" y="1616524"/>
            <a:ext cx="9297334" cy="1052528"/>
            <a:chOff x="0" y="-47625"/>
            <a:chExt cx="2448600" cy="277200"/>
          </a:xfrm>
        </p:grpSpPr>
        <p:sp>
          <p:nvSpPr>
            <p:cNvPr id="523" name="Google Shape;523;g38b3f887f9a_0_247"/>
            <p:cNvSpPr/>
            <p:nvPr/>
          </p:nvSpPr>
          <p:spPr>
            <a:xfrm>
              <a:off x="0" y="0"/>
              <a:ext cx="2448537" cy="229442"/>
            </a:xfrm>
            <a:custGeom>
              <a:rect b="b" l="l" r="r" t="t"/>
              <a:pathLst>
                <a:path extrusionOk="0" h="229442" w="2448537">
                  <a:moveTo>
                    <a:pt x="0" y="0"/>
                  </a:moveTo>
                  <a:lnTo>
                    <a:pt x="2448537" y="0"/>
                  </a:lnTo>
                  <a:lnTo>
                    <a:pt x="2448537" y="229442"/>
                  </a:lnTo>
                  <a:lnTo>
                    <a:pt x="0" y="229442"/>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24" name="Google Shape;524;g38b3f887f9a_0_247"/>
            <p:cNvSpPr txBox="1"/>
            <p:nvPr/>
          </p:nvSpPr>
          <p:spPr>
            <a:xfrm>
              <a:off x="0" y="-47625"/>
              <a:ext cx="2448600" cy="277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5" name="Google Shape;525;g38b3f887f9a_0_247"/>
          <p:cNvGrpSpPr/>
          <p:nvPr/>
        </p:nvGrpSpPr>
        <p:grpSpPr>
          <a:xfrm>
            <a:off x="518005" y="2455645"/>
            <a:ext cx="9297334" cy="976209"/>
            <a:chOff x="0" y="-47625"/>
            <a:chExt cx="2448600" cy="257100"/>
          </a:xfrm>
        </p:grpSpPr>
        <p:sp>
          <p:nvSpPr>
            <p:cNvPr id="526" name="Google Shape;526;g38b3f887f9a_0_247"/>
            <p:cNvSpPr/>
            <p:nvPr/>
          </p:nvSpPr>
          <p:spPr>
            <a:xfrm>
              <a:off x="0" y="0"/>
              <a:ext cx="2448537" cy="209439"/>
            </a:xfrm>
            <a:custGeom>
              <a:rect b="b" l="l" r="r" t="t"/>
              <a:pathLst>
                <a:path extrusionOk="0" h="209439" w="2448537">
                  <a:moveTo>
                    <a:pt x="0" y="0"/>
                  </a:moveTo>
                  <a:lnTo>
                    <a:pt x="2448537" y="0"/>
                  </a:lnTo>
                  <a:lnTo>
                    <a:pt x="2448537" y="209439"/>
                  </a:lnTo>
                  <a:lnTo>
                    <a:pt x="0" y="209439"/>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27" name="Google Shape;527;g38b3f887f9a_0_247"/>
            <p:cNvSpPr txBox="1"/>
            <p:nvPr/>
          </p:nvSpPr>
          <p:spPr>
            <a:xfrm>
              <a:off x="0" y="-47625"/>
              <a:ext cx="2448600" cy="2571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28" name="Google Shape;528;g38b3f887f9a_0_247"/>
          <p:cNvCxnSpPr/>
          <p:nvPr/>
        </p:nvCxnSpPr>
        <p:spPr>
          <a:xfrm flipH="1">
            <a:off x="4908135" y="1797356"/>
            <a:ext cx="4200" cy="839400"/>
          </a:xfrm>
          <a:prstGeom prst="straightConnector1">
            <a:avLst/>
          </a:prstGeom>
          <a:noFill/>
          <a:ln cap="flat" cmpd="sng" w="38100">
            <a:solidFill>
              <a:srgbClr val="000000"/>
            </a:solidFill>
            <a:prstDash val="solid"/>
            <a:round/>
            <a:headEnd len="sm" w="sm" type="none"/>
            <a:tailEnd len="sm" w="sm" type="none"/>
          </a:ln>
        </p:spPr>
      </p:cxnSp>
      <p:grpSp>
        <p:nvGrpSpPr>
          <p:cNvPr id="529" name="Google Shape;529;g38b3f887f9a_0_247"/>
          <p:cNvGrpSpPr/>
          <p:nvPr/>
        </p:nvGrpSpPr>
        <p:grpSpPr>
          <a:xfrm>
            <a:off x="518005" y="3212503"/>
            <a:ext cx="9297334" cy="1387424"/>
            <a:chOff x="0" y="-47625"/>
            <a:chExt cx="2448600" cy="365400"/>
          </a:xfrm>
        </p:grpSpPr>
        <p:sp>
          <p:nvSpPr>
            <p:cNvPr id="530" name="Google Shape;530;g38b3f887f9a_0_247"/>
            <p:cNvSpPr/>
            <p:nvPr/>
          </p:nvSpPr>
          <p:spPr>
            <a:xfrm>
              <a:off x="0" y="0"/>
              <a:ext cx="2448537" cy="317747"/>
            </a:xfrm>
            <a:custGeom>
              <a:rect b="b" l="l" r="r" t="t"/>
              <a:pathLst>
                <a:path extrusionOk="0" h="317747" w="2448537">
                  <a:moveTo>
                    <a:pt x="0" y="0"/>
                  </a:moveTo>
                  <a:lnTo>
                    <a:pt x="2448537" y="0"/>
                  </a:lnTo>
                  <a:lnTo>
                    <a:pt x="2448537" y="317747"/>
                  </a:lnTo>
                  <a:lnTo>
                    <a:pt x="0" y="317747"/>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31" name="Google Shape;531;g38b3f887f9a_0_247"/>
            <p:cNvSpPr txBox="1"/>
            <p:nvPr/>
          </p:nvSpPr>
          <p:spPr>
            <a:xfrm>
              <a:off x="0" y="-47625"/>
              <a:ext cx="2448600" cy="3654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32" name="Google Shape;532;g38b3f887f9a_0_247"/>
          <p:cNvCxnSpPr/>
          <p:nvPr/>
        </p:nvCxnSpPr>
        <p:spPr>
          <a:xfrm>
            <a:off x="4907814" y="3431692"/>
            <a:ext cx="4800" cy="1168200"/>
          </a:xfrm>
          <a:prstGeom prst="straightConnector1">
            <a:avLst/>
          </a:prstGeom>
          <a:noFill/>
          <a:ln cap="flat" cmpd="sng" w="38100">
            <a:solidFill>
              <a:srgbClr val="000000"/>
            </a:solidFill>
            <a:prstDash val="solid"/>
            <a:round/>
            <a:headEnd len="sm" w="sm" type="none"/>
            <a:tailEnd len="sm" w="sm" type="none"/>
          </a:ln>
        </p:spPr>
      </p:cxnSp>
      <p:cxnSp>
        <p:nvCxnSpPr>
          <p:cNvPr id="533" name="Google Shape;533;g38b3f887f9a_0_247"/>
          <p:cNvCxnSpPr/>
          <p:nvPr/>
        </p:nvCxnSpPr>
        <p:spPr>
          <a:xfrm flipH="1">
            <a:off x="4908135" y="2626616"/>
            <a:ext cx="4200" cy="805200"/>
          </a:xfrm>
          <a:prstGeom prst="straightConnector1">
            <a:avLst/>
          </a:prstGeom>
          <a:noFill/>
          <a:ln cap="flat" cmpd="sng" w="38100">
            <a:solidFill>
              <a:srgbClr val="000000"/>
            </a:solidFill>
            <a:prstDash val="solid"/>
            <a:round/>
            <a:headEnd len="sm" w="sm" type="none"/>
            <a:tailEnd len="sm" w="sm" type="none"/>
          </a:ln>
        </p:spPr>
      </p:cxnSp>
      <p:sp>
        <p:nvSpPr>
          <p:cNvPr id="534" name="Google Shape;534;g38b3f887f9a_0_247"/>
          <p:cNvSpPr txBox="1"/>
          <p:nvPr/>
        </p:nvSpPr>
        <p:spPr>
          <a:xfrm>
            <a:off x="10767769" y="2272944"/>
            <a:ext cx="2524800" cy="369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400"/>
              <a:buFont typeface="Arial"/>
              <a:buNone/>
            </a:pPr>
            <a:r>
              <a:rPr b="1" i="0" lang="es-GT" sz="2400" u="none" cap="none" strike="noStrike">
                <a:solidFill>
                  <a:srgbClr val="000000"/>
                </a:solidFill>
                <a:latin typeface="DM Sans"/>
                <a:ea typeface="DM Sans"/>
                <a:cs typeface="DM Sans"/>
                <a:sym typeface="DM Sans"/>
              </a:rPr>
              <a:t>Hora de inicio</a:t>
            </a:r>
            <a:endParaRPr b="0" i="0" sz="2400" u="none" cap="none" strike="noStrike">
              <a:solidFill>
                <a:srgbClr val="000000"/>
              </a:solidFill>
              <a:latin typeface="Arial"/>
              <a:ea typeface="Arial"/>
              <a:cs typeface="Arial"/>
              <a:sym typeface="Arial"/>
            </a:endParaRPr>
          </a:p>
        </p:txBody>
      </p:sp>
      <p:sp>
        <p:nvSpPr>
          <p:cNvPr id="535" name="Google Shape;535;g38b3f887f9a_0_247"/>
          <p:cNvSpPr txBox="1"/>
          <p:nvPr/>
        </p:nvSpPr>
        <p:spPr>
          <a:xfrm>
            <a:off x="10939368" y="3071390"/>
            <a:ext cx="21816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1" i="0" lang="es-GT" sz="3000" u="none" cap="none" strike="noStrike">
                <a:solidFill>
                  <a:srgbClr val="000000"/>
                </a:solidFill>
                <a:latin typeface="DM Sans"/>
                <a:ea typeface="DM Sans"/>
                <a:cs typeface="DM Sans"/>
                <a:sym typeface="DM Sans"/>
              </a:rPr>
              <a:t>Hora de fin: </a:t>
            </a:r>
            <a:endParaRPr b="0" i="0" sz="3000" u="none" cap="none" strike="noStrike">
              <a:solidFill>
                <a:srgbClr val="000000"/>
              </a:solidFill>
              <a:latin typeface="Arial"/>
              <a:ea typeface="Arial"/>
              <a:cs typeface="Arial"/>
              <a:sym typeface="Arial"/>
            </a:endParaRPr>
          </a:p>
        </p:txBody>
      </p:sp>
      <p:sp>
        <p:nvSpPr>
          <p:cNvPr id="536" name="Google Shape;536;g38b3f887f9a_0_247"/>
          <p:cNvSpPr txBox="1"/>
          <p:nvPr/>
        </p:nvSpPr>
        <p:spPr>
          <a:xfrm>
            <a:off x="13482182" y="2272944"/>
            <a:ext cx="42138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18:30</a:t>
            </a:r>
            <a:endParaRPr b="0" i="0" sz="1400" u="none" cap="none" strike="noStrike">
              <a:solidFill>
                <a:srgbClr val="000000"/>
              </a:solidFill>
              <a:latin typeface="Arial"/>
              <a:ea typeface="Arial"/>
              <a:cs typeface="Arial"/>
              <a:sym typeface="Arial"/>
            </a:endParaRPr>
          </a:p>
        </p:txBody>
      </p:sp>
      <p:sp>
        <p:nvSpPr>
          <p:cNvPr id="537" name="Google Shape;537;g38b3f887f9a_0_247"/>
          <p:cNvSpPr txBox="1"/>
          <p:nvPr/>
        </p:nvSpPr>
        <p:spPr>
          <a:xfrm>
            <a:off x="13482182" y="3071390"/>
            <a:ext cx="42138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18:50</a:t>
            </a:r>
            <a:endParaRPr b="0" i="0" sz="1400" u="none" cap="none" strike="noStrike">
              <a:solidFill>
                <a:srgbClr val="000000"/>
              </a:solidFill>
              <a:latin typeface="Arial"/>
              <a:ea typeface="Arial"/>
              <a:cs typeface="Arial"/>
              <a:sym typeface="Arial"/>
            </a:endParaRPr>
          </a:p>
        </p:txBody>
      </p:sp>
      <p:sp>
        <p:nvSpPr>
          <p:cNvPr id="538" name="Google Shape;538;g38b3f887f9a_0_247"/>
          <p:cNvSpPr txBox="1"/>
          <p:nvPr/>
        </p:nvSpPr>
        <p:spPr>
          <a:xfrm>
            <a:off x="10654436" y="3869048"/>
            <a:ext cx="27516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800"/>
              <a:buFont typeface="Arial"/>
              <a:buNone/>
            </a:pPr>
            <a:r>
              <a:rPr b="1" i="0" lang="es-GT" sz="2800" u="none" cap="none" strike="noStrike">
                <a:solidFill>
                  <a:srgbClr val="000000"/>
                </a:solidFill>
                <a:latin typeface="DM Sans"/>
                <a:ea typeface="DM Sans"/>
                <a:cs typeface="DM Sans"/>
                <a:sym typeface="DM Sans"/>
              </a:rPr>
              <a:t>Duración (min)</a:t>
            </a:r>
            <a:endParaRPr b="0" i="0" sz="2800" u="none" cap="none" strike="noStrike">
              <a:solidFill>
                <a:srgbClr val="000000"/>
              </a:solidFill>
              <a:latin typeface="Arial"/>
              <a:ea typeface="Arial"/>
              <a:cs typeface="Arial"/>
              <a:sym typeface="Arial"/>
            </a:endParaRPr>
          </a:p>
        </p:txBody>
      </p:sp>
      <p:sp>
        <p:nvSpPr>
          <p:cNvPr id="539" name="Google Shape;539;g38b3f887f9a_0_247"/>
          <p:cNvSpPr txBox="1"/>
          <p:nvPr/>
        </p:nvSpPr>
        <p:spPr>
          <a:xfrm>
            <a:off x="13482182" y="3868922"/>
            <a:ext cx="42138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20</a:t>
            </a:r>
            <a:endParaRPr b="0" i="0" sz="1400" u="none" cap="none" strike="noStrike">
              <a:solidFill>
                <a:srgbClr val="000000"/>
              </a:solidFill>
              <a:latin typeface="Arial"/>
              <a:ea typeface="Arial"/>
              <a:cs typeface="Arial"/>
              <a:sym typeface="Arial"/>
            </a:endParaRPr>
          </a:p>
        </p:txBody>
      </p:sp>
      <p:sp>
        <p:nvSpPr>
          <p:cNvPr id="540" name="Google Shape;540;g38b3f887f9a_0_247"/>
          <p:cNvSpPr txBox="1"/>
          <p:nvPr/>
        </p:nvSpPr>
        <p:spPr>
          <a:xfrm>
            <a:off x="588368" y="1931291"/>
            <a:ext cx="4166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800"/>
              <a:buFont typeface="Arial"/>
              <a:buNone/>
            </a:pPr>
            <a:r>
              <a:rPr b="1" i="0" lang="es-GT" sz="2800" u="none" cap="none" strike="noStrike">
                <a:solidFill>
                  <a:srgbClr val="000000"/>
                </a:solidFill>
                <a:latin typeface="DM Sans"/>
                <a:ea typeface="DM Sans"/>
                <a:cs typeface="DM Sans"/>
                <a:sym typeface="DM Sans"/>
              </a:rPr>
              <a:t>Nombre de la actividad</a:t>
            </a:r>
            <a:endParaRPr b="0" i="0" sz="1400" u="none" cap="none" strike="noStrike">
              <a:solidFill>
                <a:srgbClr val="000000"/>
              </a:solidFill>
              <a:latin typeface="Arial"/>
              <a:ea typeface="Arial"/>
              <a:cs typeface="Arial"/>
              <a:sym typeface="Arial"/>
            </a:endParaRPr>
          </a:p>
        </p:txBody>
      </p:sp>
      <p:sp>
        <p:nvSpPr>
          <p:cNvPr id="541" name="Google Shape;541;g38b3f887f9a_0_247"/>
          <p:cNvSpPr txBox="1"/>
          <p:nvPr/>
        </p:nvSpPr>
        <p:spPr>
          <a:xfrm>
            <a:off x="588368" y="2748334"/>
            <a:ext cx="4109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800"/>
              <a:buFont typeface="Arial"/>
              <a:buNone/>
            </a:pPr>
            <a:r>
              <a:rPr b="1" i="0" lang="es-GT" sz="2800" u="none" cap="none" strike="noStrike">
                <a:solidFill>
                  <a:srgbClr val="000000"/>
                </a:solidFill>
                <a:latin typeface="DM Sans"/>
                <a:ea typeface="DM Sans"/>
                <a:cs typeface="DM Sans"/>
                <a:sym typeface="DM Sans"/>
              </a:rPr>
              <a:t>Cantidad Participantes</a:t>
            </a:r>
            <a:endParaRPr b="0" i="0" sz="1400" u="none" cap="none" strike="noStrike">
              <a:solidFill>
                <a:srgbClr val="000000"/>
              </a:solidFill>
              <a:latin typeface="Arial"/>
              <a:ea typeface="Arial"/>
              <a:cs typeface="Arial"/>
              <a:sym typeface="Arial"/>
            </a:endParaRPr>
          </a:p>
        </p:txBody>
      </p:sp>
      <p:sp>
        <p:nvSpPr>
          <p:cNvPr id="542" name="Google Shape;542;g38b3f887f9a_0_247"/>
          <p:cNvSpPr txBox="1"/>
          <p:nvPr/>
        </p:nvSpPr>
        <p:spPr>
          <a:xfrm>
            <a:off x="5208072" y="1937664"/>
            <a:ext cx="4213800" cy="1108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HT5</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3000"/>
              <a:buFont typeface="Arial"/>
              <a:buNone/>
            </a:pPr>
            <a:r>
              <a:t/>
            </a:r>
            <a:endParaRPr b="0" i="0" sz="3000" u="none" cap="none" strike="noStrike">
              <a:solidFill>
                <a:srgbClr val="000000"/>
              </a:solidFill>
              <a:latin typeface="DM Sans"/>
              <a:ea typeface="DM Sans"/>
              <a:cs typeface="DM Sans"/>
              <a:sym typeface="DM Sans"/>
            </a:endParaRPr>
          </a:p>
        </p:txBody>
      </p:sp>
      <p:sp>
        <p:nvSpPr>
          <p:cNvPr id="543" name="Google Shape;543;g38b3f887f9a_0_247"/>
          <p:cNvSpPr txBox="1"/>
          <p:nvPr/>
        </p:nvSpPr>
        <p:spPr>
          <a:xfrm>
            <a:off x="5208072" y="2738809"/>
            <a:ext cx="22980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53</a:t>
            </a:r>
            <a:endParaRPr b="0" i="0" sz="1400" u="none" cap="none" strike="noStrike">
              <a:solidFill>
                <a:srgbClr val="000000"/>
              </a:solidFill>
              <a:latin typeface="Arial"/>
              <a:ea typeface="Arial"/>
              <a:cs typeface="Arial"/>
              <a:sym typeface="Arial"/>
            </a:endParaRPr>
          </a:p>
        </p:txBody>
      </p:sp>
      <p:sp>
        <p:nvSpPr>
          <p:cNvPr id="544" name="Google Shape;544;g38b3f887f9a_0_247"/>
          <p:cNvSpPr txBox="1"/>
          <p:nvPr/>
        </p:nvSpPr>
        <p:spPr>
          <a:xfrm>
            <a:off x="588368" y="3517417"/>
            <a:ext cx="4109400" cy="1761300"/>
          </a:xfrm>
          <a:prstGeom prst="rect">
            <a:avLst/>
          </a:prstGeom>
          <a:noFill/>
          <a:ln>
            <a:noFill/>
          </a:ln>
        </p:spPr>
        <p:txBody>
          <a:bodyPr anchorCtr="0" anchor="t" bIns="0" lIns="0" spcFirstLastPara="1" rIns="0" wrap="square" tIns="0">
            <a:spAutoFit/>
          </a:bodyPr>
          <a:lstStyle/>
          <a:p>
            <a:pPr indent="0" lvl="0" marL="0" marR="0" rtl="0" algn="l">
              <a:lnSpc>
                <a:spcPct val="140036"/>
              </a:lnSpc>
              <a:spcBef>
                <a:spcPts val="0"/>
              </a:spcBef>
              <a:spcAft>
                <a:spcPts val="0"/>
              </a:spcAft>
              <a:buClr>
                <a:srgbClr val="000000"/>
              </a:buClr>
              <a:buSzPts val="2200"/>
              <a:buFont typeface="Arial"/>
              <a:buNone/>
            </a:pPr>
            <a:r>
              <a:rPr b="1" i="0" lang="es-GT" sz="2200" u="none" cap="none" strike="noStrike">
                <a:solidFill>
                  <a:srgbClr val="000000"/>
                </a:solidFill>
                <a:latin typeface="DM Sans"/>
                <a:ea typeface="DM Sans"/>
                <a:cs typeface="DM Sans"/>
                <a:sym typeface="DM Sans"/>
              </a:rPr>
              <a:t>Doy fe que esta actividad está planificada en dtt (Sí/No):</a:t>
            </a:r>
            <a:endParaRPr b="0" i="0" sz="1400" u="none" cap="none" strike="noStrike">
              <a:solidFill>
                <a:srgbClr val="000000"/>
              </a:solidFill>
              <a:latin typeface="Arial"/>
              <a:ea typeface="Arial"/>
              <a:cs typeface="Arial"/>
              <a:sym typeface="Arial"/>
            </a:endParaRPr>
          </a:p>
          <a:p>
            <a:pPr indent="0" lvl="0" marL="0" marR="0" rtl="0" algn="l">
              <a:lnSpc>
                <a:spcPct val="140036"/>
              </a:lnSpc>
              <a:spcBef>
                <a:spcPts val="0"/>
              </a:spcBef>
              <a:spcAft>
                <a:spcPts val="0"/>
              </a:spcAft>
              <a:buClr>
                <a:srgbClr val="000000"/>
              </a:buClr>
              <a:buSzPts val="2200"/>
              <a:buFont typeface="Arial"/>
              <a:buNone/>
            </a:pPr>
            <a:r>
              <a:t/>
            </a:r>
            <a:endParaRPr b="1" i="0" sz="2200" u="none" cap="none" strike="noStrike">
              <a:solidFill>
                <a:srgbClr val="000000"/>
              </a:solidFill>
              <a:latin typeface="DM Sans"/>
              <a:ea typeface="DM Sans"/>
              <a:cs typeface="DM Sans"/>
              <a:sym typeface="DM Sans"/>
            </a:endParaRPr>
          </a:p>
        </p:txBody>
      </p:sp>
      <p:sp>
        <p:nvSpPr>
          <p:cNvPr id="545" name="Google Shape;545;g38b3f887f9a_0_247"/>
          <p:cNvSpPr txBox="1"/>
          <p:nvPr/>
        </p:nvSpPr>
        <p:spPr>
          <a:xfrm>
            <a:off x="5121884" y="3740625"/>
            <a:ext cx="42138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SI</a:t>
            </a:r>
            <a:endParaRPr b="0" i="0" sz="1400" u="none" cap="none" strike="noStrike">
              <a:solidFill>
                <a:srgbClr val="000000"/>
              </a:solidFill>
              <a:latin typeface="Arial"/>
              <a:ea typeface="Arial"/>
              <a:cs typeface="Arial"/>
              <a:sym typeface="Arial"/>
            </a:endParaRPr>
          </a:p>
        </p:txBody>
      </p:sp>
      <p:sp>
        <p:nvSpPr>
          <p:cNvPr id="546" name="Google Shape;546;g38b3f887f9a_0_247"/>
          <p:cNvSpPr txBox="1"/>
          <p:nvPr/>
        </p:nvSpPr>
        <p:spPr>
          <a:xfrm>
            <a:off x="517999" y="4738300"/>
            <a:ext cx="171780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Participantes: llenar las siguientes cajas de texto (tomar información del chat del meet)</a:t>
            </a:r>
            <a:endParaRPr b="0" i="0" sz="1400" u="none" cap="none" strike="noStrike">
              <a:solidFill>
                <a:srgbClr val="000000"/>
              </a:solidFill>
              <a:latin typeface="Arial"/>
              <a:ea typeface="Arial"/>
              <a:cs typeface="Arial"/>
              <a:sym typeface="Arial"/>
            </a:endParaRPr>
          </a:p>
        </p:txBody>
      </p:sp>
      <p:sp>
        <p:nvSpPr>
          <p:cNvPr id="547" name="Google Shape;547;g38b3f887f9a_0_247"/>
          <p:cNvSpPr txBox="1"/>
          <p:nvPr/>
        </p:nvSpPr>
        <p:spPr>
          <a:xfrm>
            <a:off x="588368" y="5776526"/>
            <a:ext cx="5606400" cy="457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JOSUE DANIEL SOLIS OSORIO</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202001574</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NAOMI RASHEL YOS CUJCUJ</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202001814</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LUIS EMILIO RIVERA YURRITA</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202004712</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ANGEL GUILLERMO ARREAGA BARRIENTOS</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202004762</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FREDY SAMUEL QUIJADA CEBALLOS</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202004812</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ANA LUCIA FLETES ORDOÑEZ</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202010003</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RAMIRO AGUSTÍN TÉLLES CARCUZ</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202010044</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SERGIO SEBASTIÁN SANDOVAL RUIZ</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202010298</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ANGELA MARÍA ESTHER ESCOBAR ALVAREZ</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202100019</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AIDA ALEJANDRA MANSILLA ORANTES</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202100239</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CARLOS JOSE BLANCO GUZMAN</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202100250</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KEVIN JOSUE SANTOS SALAZAR</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202101007</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548" name="Google Shape;548;g38b3f887f9a_0_247"/>
          <p:cNvGrpSpPr/>
          <p:nvPr/>
        </p:nvGrpSpPr>
        <p:grpSpPr>
          <a:xfrm>
            <a:off x="6356860" y="5493487"/>
            <a:ext cx="5782129" cy="4441351"/>
            <a:chOff x="0" y="-47625"/>
            <a:chExt cx="1522815" cy="1169700"/>
          </a:xfrm>
        </p:grpSpPr>
        <p:sp>
          <p:nvSpPr>
            <p:cNvPr id="549" name="Google Shape;549;g38b3f887f9a_0_247"/>
            <p:cNvSpPr/>
            <p:nvPr/>
          </p:nvSpPr>
          <p:spPr>
            <a:xfrm>
              <a:off x="0" y="0"/>
              <a:ext cx="1522815" cy="1122056"/>
            </a:xfrm>
            <a:custGeom>
              <a:rect b="b" l="l" r="r" t="t"/>
              <a:pathLst>
                <a:path extrusionOk="0" h="1122056" w="1522815">
                  <a:moveTo>
                    <a:pt x="0" y="0"/>
                  </a:moveTo>
                  <a:lnTo>
                    <a:pt x="1522815" y="0"/>
                  </a:lnTo>
                  <a:lnTo>
                    <a:pt x="1522815" y="1122056"/>
                  </a:lnTo>
                  <a:lnTo>
                    <a:pt x="0" y="1122056"/>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50" name="Google Shape;550;g38b3f887f9a_0_247"/>
            <p:cNvSpPr txBox="1"/>
            <p:nvPr/>
          </p:nvSpPr>
          <p:spPr>
            <a:xfrm>
              <a:off x="0" y="-47625"/>
              <a:ext cx="1522800" cy="11697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1" name="Google Shape;551;g38b3f887f9a_0_247"/>
          <p:cNvGrpSpPr/>
          <p:nvPr/>
        </p:nvGrpSpPr>
        <p:grpSpPr>
          <a:xfrm>
            <a:off x="12253100" y="5493494"/>
            <a:ext cx="5442743" cy="4441351"/>
            <a:chOff x="0" y="-47625"/>
            <a:chExt cx="1505100" cy="1169700"/>
          </a:xfrm>
        </p:grpSpPr>
        <p:sp>
          <p:nvSpPr>
            <p:cNvPr id="552" name="Google Shape;552;g38b3f887f9a_0_247"/>
            <p:cNvSpPr/>
            <p:nvPr/>
          </p:nvSpPr>
          <p:spPr>
            <a:xfrm>
              <a:off x="0" y="0"/>
              <a:ext cx="1505027" cy="1122056"/>
            </a:xfrm>
            <a:custGeom>
              <a:rect b="b" l="l" r="r" t="t"/>
              <a:pathLst>
                <a:path extrusionOk="0" h="1122056" w="1505027">
                  <a:moveTo>
                    <a:pt x="0" y="0"/>
                  </a:moveTo>
                  <a:lnTo>
                    <a:pt x="1505027" y="0"/>
                  </a:lnTo>
                  <a:lnTo>
                    <a:pt x="1505027" y="1122056"/>
                  </a:lnTo>
                  <a:lnTo>
                    <a:pt x="0" y="1122056"/>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53" name="Google Shape;553;g38b3f887f9a_0_247"/>
            <p:cNvSpPr txBox="1"/>
            <p:nvPr/>
          </p:nvSpPr>
          <p:spPr>
            <a:xfrm>
              <a:off x="0" y="-47625"/>
              <a:ext cx="1505100" cy="11697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54" name="Google Shape;554;g38b3f887f9a_0_247"/>
          <p:cNvSpPr txBox="1"/>
          <p:nvPr/>
        </p:nvSpPr>
        <p:spPr>
          <a:xfrm>
            <a:off x="6446197" y="5735926"/>
            <a:ext cx="5606400" cy="457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JUAN JOSÉ GERARDI HERNÁNDEZ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201900532</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KEVIN EDUARDO CASTAÑEDA HERNÁNDEZ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201901801</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CLAUDIA PAOLA ALONZO HERNÁNDEZ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201902246</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JONATHÁN ALEXANDER SÁNCHEZ BARRIOS</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201903022</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CARLOS ESTUARDO MONTERROSO SANTOS</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201903767</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LUIS RAFAEL MÉNDEZ LIVAR</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201903887</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RONY OMAR MIGUEL LOPEZ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201905750</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DANIEL MOISES CHAN PELICO</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201906099</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BYRON ESTUARDO SOLIS GONZALEZ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200"/>
              <a:buFont typeface="Arial"/>
              <a:buNone/>
            </a:pPr>
            <a:r>
              <a:rPr b="0" i="0" lang="es-GT" sz="1000" u="none" cap="none" strike="noStrike">
                <a:solidFill>
                  <a:schemeClr val="lt1"/>
                </a:solidFill>
                <a:latin typeface="Arial"/>
                <a:ea typeface="Arial"/>
                <a:cs typeface="Arial"/>
                <a:sym typeface="Arial"/>
              </a:rPr>
              <a:t>201906588</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JAVIER ALEJANDRO MONTERROSO LÓPEZ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201700831</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BYRON JOSUÉ PAR RANCHO</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201701078</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KEVIN ESTUARDO SOTOJ GARCÍA</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201710130</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t/>
            </a:r>
            <a:endParaRPr b="0" i="0" sz="1000" u="none" cap="none" strike="noStrike">
              <a:solidFill>
                <a:schemeClr val="lt1"/>
              </a:solidFill>
              <a:latin typeface="Arial"/>
              <a:ea typeface="Arial"/>
              <a:cs typeface="Arial"/>
              <a:sym typeface="Arial"/>
            </a:endParaRPr>
          </a:p>
        </p:txBody>
      </p:sp>
      <p:sp>
        <p:nvSpPr>
          <p:cNvPr id="555" name="Google Shape;555;g38b3f887f9a_0_247"/>
          <p:cNvSpPr txBox="1"/>
          <p:nvPr/>
        </p:nvSpPr>
        <p:spPr>
          <a:xfrm>
            <a:off x="12301094" y="5778551"/>
            <a:ext cx="5606400" cy="3871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JOSHUA ALEXANDER VASQUEZ DEL AGUILA</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202102407</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JORGE ALEJANDRO DE LEÓN BATRES</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202111277</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MELVIN ALEXANDER VALENCIA ESTRADA</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202111556</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JOSÉ DANIEL GUZMÁN HERNÁNDEZ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202111612</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EDGAR JOSÍAS CÁN AJQUEJAY</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202112012</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DOMINIC JUAN PABLO RUANO PEREZ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202200075</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ROBERTO MIGUEL GARCÍA SANTIZO</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202201724</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CARLOS FERNANDO ENRIQUE LOPEZ GARCIA</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200"/>
              <a:buFont typeface="Arial"/>
              <a:buNone/>
            </a:pPr>
            <a:r>
              <a:rPr b="0" i="0" lang="es-GT" sz="1000" u="none" cap="none" strike="noStrike">
                <a:solidFill>
                  <a:schemeClr val="lt1"/>
                </a:solidFill>
                <a:latin typeface="Arial"/>
                <a:ea typeface="Arial"/>
                <a:cs typeface="Arial"/>
                <a:sym typeface="Arial"/>
              </a:rPr>
              <a:t>202210108</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LUIS FERNANDO GÓMEZ RENDÓN</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201801391</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PABLO DANIEL FERNÁNDEZ CHACÓN</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201807411</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t/>
            </a:r>
            <a:endParaRPr b="0" i="0" sz="10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2026-04-07T23:25:58Z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2026-04-07T00:00:00Z</vt:filetime>
  </property>
  <property fmtid="{D5CDD505-2E9C-101B-9397-08002B2CF9AE}" pid="3" name="CreationClient">
    <vt:lpwstr>outline-to-presentation</vt:lpwstr>
  </property>
  <property fmtid="{D5CDD505-2E9C-101B-9397-08002B2CF9AE}" pid="4" name="Creator">
    <vt:lpwstr>Adobe Express</vt:lpwstr>
  </property>
  <property fmtid="{D5CDD505-2E9C-101B-9397-08002B2CF9AE}" pid="5" name="LastSaved">
    <vt:filetime>2026-04-07T00:00:00Z</vt:filetime>
  </property>
  <property fmtid="{D5CDD505-2E9C-101B-9397-08002B2CF9AE}" pid="6" name="Producer">
    <vt:lpwstr>Adobe Express</vt:lpwstr>
  </property>
</Properties>
</file>