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y="10287000" cx="18288000"/>
  <p:notesSz cx="18288000" cy="10287000"/>
  <p:embeddedFontLst>
    <p:embeddedFont>
      <p:font typeface="Geo"/>
      <p:regular r:id="rId57"/>
      <p:italic r:id="rId58"/>
    </p:embeddedFont>
    <p:embeddedFont>
      <p:font typeface="Gill Sans"/>
      <p:regular r:id="rId59"/>
      <p:bold r:id="rId60"/>
    </p:embeddedFont>
    <p:embeddedFont>
      <p:font typeface="DM Sans"/>
      <p:regular r:id="rId61"/>
      <p:bold r:id="rId62"/>
      <p:italic r:id="rId63"/>
      <p:boldItalic r:id="rId64"/>
    </p:embeddedFont>
    <p:embeddedFont>
      <p:font typeface="Open Sans"/>
      <p:bold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67" roundtripDataSignature="AMtx7miq4DpzW3o/ezh7+n/Vi+RhFDOr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DMSans-bold.fntdata"/><Relationship Id="rId61" Type="http://schemas.openxmlformats.org/officeDocument/2006/relationships/font" Target="fonts/DMSans-regular.fntdata"/><Relationship Id="rId20" Type="http://schemas.openxmlformats.org/officeDocument/2006/relationships/slide" Target="slides/slide15.xml"/><Relationship Id="rId64" Type="http://schemas.openxmlformats.org/officeDocument/2006/relationships/font" Target="fonts/DMSans-boldItalic.fntdata"/><Relationship Id="rId63" Type="http://schemas.openxmlformats.org/officeDocument/2006/relationships/font" Target="fonts/DMSans-italic.fntdata"/><Relationship Id="rId22" Type="http://schemas.openxmlformats.org/officeDocument/2006/relationships/slide" Target="slides/slide17.xml"/><Relationship Id="rId66" Type="http://schemas.openxmlformats.org/officeDocument/2006/relationships/font" Target="fonts/OpenSans-boldItalic.fntdata"/><Relationship Id="rId21" Type="http://schemas.openxmlformats.org/officeDocument/2006/relationships/slide" Target="slides/slide16.xml"/><Relationship Id="rId65" Type="http://schemas.openxmlformats.org/officeDocument/2006/relationships/font" Target="fonts/OpenSans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customschemas.google.com/relationships/presentationmetadata" Target="metadata"/><Relationship Id="rId60" Type="http://schemas.openxmlformats.org/officeDocument/2006/relationships/font" Target="fonts/GillSans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Geo-regular.fntdata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GillSans-regular.fntdata"/><Relationship Id="rId14" Type="http://schemas.openxmlformats.org/officeDocument/2006/relationships/slide" Target="slides/slide9.xml"/><Relationship Id="rId58" Type="http://schemas.openxmlformats.org/officeDocument/2006/relationships/font" Target="fonts/Ge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094b81c61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e094b81c61_0_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d082ef7fa_0_12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9" name="Google Shape;89;g3cd082ef7fa_0_12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d082ef7fa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cd082ef7fa_0_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d082ef7fa_0_50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cd082ef7fa_0_50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d082ef7fa_0_46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cd082ef7fa_0_469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cd082ef7fa_0_43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3cd082ef7fa_0_439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d082ef7fa_0_63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g3cd082ef7fa_0_63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d082ef7fa_0_51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g3cd082ef7fa_0_519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d082ef7fa_0_95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g3cd082ef7fa_0_95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8" name="Google Shape;388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4" name="Google Shape;414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8" name="Google Shape;448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7" name="Google Shape;467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4" name="Google Shape;484;p1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3" name="Google Shape;503;p1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8" name="Google Shape;528;p1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cd082ef7fa_0_112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5" name="Google Shape;565;g3cd082ef7fa_0_112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8" name="Google Shape;578;p1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7" name="Google Shape;597;p1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4" name="Google Shape;614;p2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3" name="Google Shape;643;p2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cd082ef7fa_0_137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2" name="Google Shape;662;g3cd082ef7fa_0_137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cd082ef7fa_0_25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1" name="Google Shape;671;g3cd082ef7fa_0_25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cd082ef7fa_0_242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0" name="Google Shape;680;g3cd082ef7fa_0_242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9" name="Google Shape;689;p2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herramienta de gestión financiera que actualiza las proyecciones de ingresos y gastos de forma periódica —generalmente mensual o trimestral—, manteniendo siempre un horizonte temporal constante</a:t>
            </a:r>
            <a:endParaRPr/>
          </a:p>
        </p:txBody>
      </p:sp>
      <p:sp>
        <p:nvSpPr>
          <p:cNvPr id="706" name="Google Shape;706;p2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5" name="Google Shape;725;p2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cd082ef7fa_0_15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4" name="Google Shape;744;g3cd082ef7fa_0_159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2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7" name="Google Shape;757;p2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2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4" name="Google Shape;774;p2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2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8" name="Google Shape;808;p2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cd082ef7fa_0_21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3" name="Google Shape;843;g3cd082ef7fa_0_21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2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6" name="Google Shape;856;p2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2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5" name="Google Shape;875;p2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2" name="Google Shape;892;p3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5" name="Google Shape;915;p3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3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7" name="Google Shape;947;p3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4" name="Google Shape;964;p3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3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3" name="Google Shape;983;p3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cd082ef7fa_0_223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2" name="Google Shape;1002;g3cd082ef7fa_0_223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3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5" name="Google Shape;1015;p3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cd082ef7fa_0_566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048" name="Google Shape;1048;g3cd082ef7fa_0_566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cd082ef7fa_0_435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" name="Google Shape;14;g3cd082ef7fa_0_435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5" name="Google Shape;15;g3cd082ef7fa_0_435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7"/>
          <p:cNvSpPr/>
          <p:nvPr/>
        </p:nvSpPr>
        <p:spPr>
          <a:xfrm>
            <a:off x="1048059" y="3222999"/>
            <a:ext cx="704215" cy="704215"/>
          </a:xfrm>
          <a:custGeom>
            <a:rect b="b" l="l" r="r" t="t"/>
            <a:pathLst>
              <a:path extrusionOk="0" h="704214" w="704214">
                <a:moveTo>
                  <a:pt x="226364" y="0"/>
                </a:moveTo>
                <a:lnTo>
                  <a:pt x="182146" y="4361"/>
                </a:lnTo>
                <a:lnTo>
                  <a:pt x="139604" y="17260"/>
                </a:lnTo>
                <a:lnTo>
                  <a:pt x="100402" y="38214"/>
                </a:lnTo>
                <a:lnTo>
                  <a:pt x="66230" y="66230"/>
                </a:lnTo>
                <a:lnTo>
                  <a:pt x="38214" y="100402"/>
                </a:lnTo>
                <a:lnTo>
                  <a:pt x="17260" y="139604"/>
                </a:lnTo>
                <a:lnTo>
                  <a:pt x="4361" y="182146"/>
                </a:lnTo>
                <a:lnTo>
                  <a:pt x="0" y="226364"/>
                </a:lnTo>
                <a:lnTo>
                  <a:pt x="486" y="241201"/>
                </a:lnTo>
                <a:lnTo>
                  <a:pt x="7734" y="285051"/>
                </a:lnTo>
                <a:lnTo>
                  <a:pt x="23380" y="326635"/>
                </a:lnTo>
                <a:lnTo>
                  <a:pt x="46855" y="364383"/>
                </a:lnTo>
                <a:lnTo>
                  <a:pt x="383438" y="703707"/>
                </a:lnTo>
                <a:lnTo>
                  <a:pt x="703707" y="383438"/>
                </a:lnTo>
                <a:lnTo>
                  <a:pt x="386689" y="66408"/>
                </a:lnTo>
                <a:lnTo>
                  <a:pt x="352329" y="38217"/>
                </a:lnTo>
                <a:lnTo>
                  <a:pt x="313131" y="17260"/>
                </a:lnTo>
                <a:lnTo>
                  <a:pt x="270593" y="4361"/>
                </a:lnTo>
                <a:lnTo>
                  <a:pt x="226364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7"/>
          <p:cNvSpPr/>
          <p:nvPr/>
        </p:nvSpPr>
        <p:spPr>
          <a:xfrm>
            <a:off x="1431486" y="3223002"/>
            <a:ext cx="704215" cy="704215"/>
          </a:xfrm>
          <a:custGeom>
            <a:rect b="b" l="l" r="r" t="t"/>
            <a:pathLst>
              <a:path extrusionOk="0" h="704214" w="704214">
                <a:moveTo>
                  <a:pt x="477342" y="0"/>
                </a:moveTo>
                <a:lnTo>
                  <a:pt x="433113" y="4361"/>
                </a:lnTo>
                <a:lnTo>
                  <a:pt x="390575" y="17260"/>
                </a:lnTo>
                <a:lnTo>
                  <a:pt x="351377" y="38217"/>
                </a:lnTo>
                <a:lnTo>
                  <a:pt x="317017" y="66408"/>
                </a:lnTo>
                <a:lnTo>
                  <a:pt x="0" y="383438"/>
                </a:lnTo>
                <a:lnTo>
                  <a:pt x="320268" y="703707"/>
                </a:lnTo>
                <a:lnTo>
                  <a:pt x="637298" y="386689"/>
                </a:lnTo>
                <a:lnTo>
                  <a:pt x="665489" y="352329"/>
                </a:lnTo>
                <a:lnTo>
                  <a:pt x="686446" y="313131"/>
                </a:lnTo>
                <a:lnTo>
                  <a:pt x="699345" y="270593"/>
                </a:lnTo>
                <a:lnTo>
                  <a:pt x="703707" y="226364"/>
                </a:lnTo>
                <a:lnTo>
                  <a:pt x="703220" y="211530"/>
                </a:lnTo>
                <a:lnTo>
                  <a:pt x="695972" y="167690"/>
                </a:lnTo>
                <a:lnTo>
                  <a:pt x="680326" y="126096"/>
                </a:lnTo>
                <a:lnTo>
                  <a:pt x="656874" y="88369"/>
                </a:lnTo>
                <a:lnTo>
                  <a:pt x="626746" y="56186"/>
                </a:lnTo>
                <a:lnTo>
                  <a:pt x="590702" y="30378"/>
                </a:lnTo>
                <a:lnTo>
                  <a:pt x="550222" y="12038"/>
                </a:lnTo>
                <a:lnTo>
                  <a:pt x="506931" y="1943"/>
                </a:lnTo>
                <a:lnTo>
                  <a:pt x="477342" y="0"/>
                </a:lnTo>
                <a:close/>
              </a:path>
            </a:pathLst>
          </a:custGeom>
          <a:solidFill>
            <a:srgbClr val="F1610F">
              <a:alpha val="5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7"/>
          <p:cNvSpPr/>
          <p:nvPr/>
        </p:nvSpPr>
        <p:spPr>
          <a:xfrm>
            <a:off x="1048054" y="3416731"/>
            <a:ext cx="1087755" cy="893444"/>
          </a:xfrm>
          <a:custGeom>
            <a:rect b="b" l="l" r="r" t="t"/>
            <a:pathLst>
              <a:path extrusionOk="0" h="893445" w="1087755">
                <a:moveTo>
                  <a:pt x="1087132" y="667042"/>
                </a:moveTo>
                <a:lnTo>
                  <a:pt x="1082763" y="622820"/>
                </a:lnTo>
                <a:lnTo>
                  <a:pt x="1069873" y="580275"/>
                </a:lnTo>
                <a:lnTo>
                  <a:pt x="1048918" y="541083"/>
                </a:lnTo>
                <a:lnTo>
                  <a:pt x="1020724" y="506717"/>
                </a:lnTo>
                <a:lnTo>
                  <a:pt x="863828" y="349846"/>
                </a:lnTo>
                <a:lnTo>
                  <a:pt x="543572" y="29565"/>
                </a:lnTo>
                <a:lnTo>
                  <a:pt x="513994" y="0"/>
                </a:lnTo>
                <a:lnTo>
                  <a:pt x="193725" y="320268"/>
                </a:lnTo>
                <a:lnTo>
                  <a:pt x="223291" y="349846"/>
                </a:lnTo>
                <a:lnTo>
                  <a:pt x="66408" y="506717"/>
                </a:lnTo>
                <a:lnTo>
                  <a:pt x="38214" y="541083"/>
                </a:lnTo>
                <a:lnTo>
                  <a:pt x="17259" y="580275"/>
                </a:lnTo>
                <a:lnTo>
                  <a:pt x="4356" y="622820"/>
                </a:lnTo>
                <a:lnTo>
                  <a:pt x="0" y="667042"/>
                </a:lnTo>
                <a:lnTo>
                  <a:pt x="482" y="681875"/>
                </a:lnTo>
                <a:lnTo>
                  <a:pt x="7734" y="725716"/>
                </a:lnTo>
                <a:lnTo>
                  <a:pt x="23380" y="767308"/>
                </a:lnTo>
                <a:lnTo>
                  <a:pt x="46824" y="805040"/>
                </a:lnTo>
                <a:lnTo>
                  <a:pt x="76962" y="837222"/>
                </a:lnTo>
                <a:lnTo>
                  <a:pt x="113004" y="863028"/>
                </a:lnTo>
                <a:lnTo>
                  <a:pt x="153479" y="881367"/>
                </a:lnTo>
                <a:lnTo>
                  <a:pt x="196773" y="891463"/>
                </a:lnTo>
                <a:lnTo>
                  <a:pt x="226364" y="893406"/>
                </a:lnTo>
                <a:lnTo>
                  <a:pt x="241198" y="892924"/>
                </a:lnTo>
                <a:lnTo>
                  <a:pt x="285051" y="885672"/>
                </a:lnTo>
                <a:lnTo>
                  <a:pt x="326631" y="870026"/>
                </a:lnTo>
                <a:lnTo>
                  <a:pt x="364375" y="846556"/>
                </a:lnTo>
                <a:lnTo>
                  <a:pt x="543560" y="670128"/>
                </a:lnTo>
                <a:lnTo>
                  <a:pt x="700443" y="826998"/>
                </a:lnTo>
                <a:lnTo>
                  <a:pt x="734796" y="855192"/>
                </a:lnTo>
                <a:lnTo>
                  <a:pt x="774001" y="876147"/>
                </a:lnTo>
                <a:lnTo>
                  <a:pt x="816533" y="889050"/>
                </a:lnTo>
                <a:lnTo>
                  <a:pt x="860767" y="893406"/>
                </a:lnTo>
                <a:lnTo>
                  <a:pt x="875601" y="892924"/>
                </a:lnTo>
                <a:lnTo>
                  <a:pt x="919441" y="885672"/>
                </a:lnTo>
                <a:lnTo>
                  <a:pt x="961034" y="870026"/>
                </a:lnTo>
                <a:lnTo>
                  <a:pt x="998766" y="846582"/>
                </a:lnTo>
                <a:lnTo>
                  <a:pt x="1030947" y="816444"/>
                </a:lnTo>
                <a:lnTo>
                  <a:pt x="1056754" y="780402"/>
                </a:lnTo>
                <a:lnTo>
                  <a:pt x="1075093" y="739927"/>
                </a:lnTo>
                <a:lnTo>
                  <a:pt x="1085189" y="696633"/>
                </a:lnTo>
                <a:lnTo>
                  <a:pt x="1086637" y="681875"/>
                </a:lnTo>
                <a:lnTo>
                  <a:pt x="1087132" y="667042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7"/>
          <p:cNvSpPr txBox="1"/>
          <p:nvPr>
            <p:ph type="ctrTitle"/>
          </p:nvPr>
        </p:nvSpPr>
        <p:spPr>
          <a:xfrm>
            <a:off x="3060589" y="2923483"/>
            <a:ext cx="9878060" cy="2887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7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374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3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cd082ef7fa_0_59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" name="Google Shape;28;g3cd082ef7fa_0_59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9" name="Google Shape;29;g3cd082ef7fa_0_59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8"/>
          <p:cNvSpPr txBox="1"/>
          <p:nvPr>
            <p:ph type="title"/>
          </p:nvPr>
        </p:nvSpPr>
        <p:spPr>
          <a:xfrm>
            <a:off x="3031356" y="1550978"/>
            <a:ext cx="1374394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8"/>
          <p:cNvSpPr txBox="1"/>
          <p:nvPr>
            <p:ph idx="1" type="body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8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8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374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9"/>
          <p:cNvSpPr txBox="1"/>
          <p:nvPr>
            <p:ph type="title"/>
          </p:nvPr>
        </p:nvSpPr>
        <p:spPr>
          <a:xfrm>
            <a:off x="3031356" y="1550978"/>
            <a:ext cx="1374394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9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9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9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374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0"/>
          <p:cNvSpPr txBox="1"/>
          <p:nvPr>
            <p:ph type="title"/>
          </p:nvPr>
        </p:nvSpPr>
        <p:spPr>
          <a:xfrm>
            <a:off x="3031356" y="1550978"/>
            <a:ext cx="1374394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0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0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0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0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0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374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BLANK_2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cd082ef7fa_0_723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0" name="Google Shape;50;g3cd082ef7fa_0_723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1" name="Google Shape;51;g3cd082ef7fa_0_723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1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1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1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37465" marR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374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>
  <p:cSld name="BLANK_4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094b81c61_0_8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e094b81c61_0_8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e094b81c61_0_8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36"/>
          <p:cNvSpPr txBox="1"/>
          <p:nvPr>
            <p:ph type="title"/>
          </p:nvPr>
        </p:nvSpPr>
        <p:spPr>
          <a:xfrm>
            <a:off x="3031356" y="1550978"/>
            <a:ext cx="1374394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6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" type="body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6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6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6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7465" marR="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37465" marR="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37465" marR="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37465" marR="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37465" marR="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37465" marR="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37465" marR="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37465" marR="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37465" marR="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3746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png"/><Relationship Id="rId4" Type="http://schemas.openxmlformats.org/officeDocument/2006/relationships/image" Target="../media/image13.png"/><Relationship Id="rId10" Type="http://schemas.openxmlformats.org/officeDocument/2006/relationships/image" Target="../media/image19.png"/><Relationship Id="rId9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1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094b81c61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" name="Google Shape;65;g3e094b81c61_0_0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" name="Google Shape;66;g3e094b81c61_0_0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g3e094b81c61_0_0"/>
          <p:cNvSpPr txBox="1"/>
          <p:nvPr/>
        </p:nvSpPr>
        <p:spPr>
          <a:xfrm>
            <a:off x="348649" y="9201150"/>
            <a:ext cx="72918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Javier Andrés Valdez González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g3e094b81c61_0_0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latin typeface="Open Sans"/>
                <a:ea typeface="Open Sans"/>
                <a:cs typeface="Open Sans"/>
                <a:sym typeface="Open Sans"/>
              </a:rPr>
              <a:t>SEMINARIO DE SISTEMAS 2 P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9" name="Google Shape;69;g3e094b81c61_0_0"/>
          <p:cNvGrpSpPr/>
          <p:nvPr/>
        </p:nvGrpSpPr>
        <p:grpSpPr>
          <a:xfrm>
            <a:off x="10813168" y="2130155"/>
            <a:ext cx="7106658" cy="1052501"/>
            <a:chOff x="0" y="-47625"/>
            <a:chExt cx="1871700" cy="277200"/>
          </a:xfrm>
        </p:grpSpPr>
        <p:sp>
          <p:nvSpPr>
            <p:cNvPr id="70" name="Google Shape;70;g3e094b81c61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71" name="Google Shape;71;g3e094b81c61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" name="Google Shape;72;g3e094b81c61_0_0"/>
          <p:cNvSpPr txBox="1"/>
          <p:nvPr/>
        </p:nvSpPr>
        <p:spPr>
          <a:xfrm>
            <a:off x="10955017" y="2452078"/>
            <a:ext cx="195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e094b81c61_0_0"/>
          <p:cNvSpPr txBox="1"/>
          <p:nvPr/>
        </p:nvSpPr>
        <p:spPr>
          <a:xfrm>
            <a:off x="13705893" y="2451289"/>
            <a:ext cx="421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19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/0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8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 txBox="1"/>
          <p:nvPr/>
        </p:nvSpPr>
        <p:spPr>
          <a:xfrm>
            <a:off x="941453" y="9621815"/>
            <a:ext cx="214376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JAVIER ANDRÉS V.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16253080" y="9624101"/>
            <a:ext cx="106362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3/3/2026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$PPTXTitle" id="80" name="Google Shape;80;p1"/>
          <p:cNvSpPr txBox="1"/>
          <p:nvPr>
            <p:ph type="ctrTitle"/>
          </p:nvPr>
        </p:nvSpPr>
        <p:spPr>
          <a:xfrm>
            <a:off x="3060600" y="2923475"/>
            <a:ext cx="121998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9850">
            <a:spAutoFit/>
          </a:bodyPr>
          <a:lstStyle/>
          <a:p>
            <a:pPr indent="0" lvl="0" marL="1270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800"/>
              <a:t>Visualización Estratégica en BI</a:t>
            </a:r>
            <a:endParaRPr sz="9800"/>
          </a:p>
        </p:txBody>
      </p:sp>
      <p:sp>
        <p:nvSpPr>
          <p:cNvPr id="81" name="Google Shape;81;p1"/>
          <p:cNvSpPr txBox="1"/>
          <p:nvPr/>
        </p:nvSpPr>
        <p:spPr>
          <a:xfrm>
            <a:off x="3060592" y="6241945"/>
            <a:ext cx="918464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KPI, Scorecards y Modelos Tabulares en Power BI</a:t>
            </a:r>
            <a:endParaRPr b="0" i="0" sz="3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82" name="Google Shape;82;p1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83" name="Google Shape;83;p1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1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626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d082ef7fa_0_12"/>
          <p:cNvSpPr txBox="1"/>
          <p:nvPr/>
        </p:nvSpPr>
        <p:spPr>
          <a:xfrm>
            <a:off x="7359254" y="450000"/>
            <a:ext cx="9455400" cy="26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1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Anuncios</a:t>
            </a:r>
            <a:endParaRPr b="0" i="0" sz="1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Geo"/>
              <a:ea typeface="Geo"/>
              <a:cs typeface="Geo"/>
              <a:sym typeface="Geo"/>
            </a:endParaRPr>
          </a:p>
        </p:txBody>
      </p:sp>
      <p:sp>
        <p:nvSpPr>
          <p:cNvPr id="92" name="Google Shape;92;g3cd082ef7fa_0_12"/>
          <p:cNvSpPr txBox="1"/>
          <p:nvPr/>
        </p:nvSpPr>
        <p:spPr>
          <a:xfrm>
            <a:off x="8136743" y="4184800"/>
            <a:ext cx="9618600" cy="40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7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Notas </a:t>
            </a:r>
            <a:r>
              <a:rPr lang="en-US" sz="7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Tarea 1</a:t>
            </a:r>
            <a:endParaRPr b="0" i="0" sz="7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7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Horarios de Practica 1</a:t>
            </a:r>
            <a:endParaRPr b="0" i="0" sz="7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7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3" name="Google Shape;93;g3cd082ef7fa_0_12"/>
          <p:cNvPicPr preferRelativeResize="0"/>
          <p:nvPr/>
        </p:nvPicPr>
        <p:blipFill rotWithShape="1">
          <a:blip r:embed="rId3">
            <a:alphaModFix/>
          </a:blip>
          <a:srcRect b="0" l="40533" r="24681" t="0"/>
          <a:stretch/>
        </p:blipFill>
        <p:spPr>
          <a:xfrm>
            <a:off x="0" y="0"/>
            <a:ext cx="6630577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d082ef7fa_0_0"/>
          <p:cNvSpPr txBox="1"/>
          <p:nvPr/>
        </p:nvSpPr>
        <p:spPr>
          <a:xfrm>
            <a:off x="941453" y="9621815"/>
            <a:ext cx="2143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JAVIER ANDRÉS V.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g3cd082ef7fa_0_0"/>
          <p:cNvSpPr txBox="1"/>
          <p:nvPr/>
        </p:nvSpPr>
        <p:spPr>
          <a:xfrm>
            <a:off x="16253080" y="9624101"/>
            <a:ext cx="1063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3/3/2026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$PPTXTitle" id="100" name="Google Shape;100;g3cd082ef7fa_0_0"/>
          <p:cNvSpPr txBox="1"/>
          <p:nvPr>
            <p:ph type="ctrTitle"/>
          </p:nvPr>
        </p:nvSpPr>
        <p:spPr>
          <a:xfrm>
            <a:off x="3060600" y="2923475"/>
            <a:ext cx="121998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9850">
            <a:spAutoFit/>
          </a:bodyPr>
          <a:lstStyle/>
          <a:p>
            <a:pPr indent="0" lvl="0" marL="1270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800"/>
              <a:t>Visualización Estratégica en BI</a:t>
            </a:r>
            <a:endParaRPr sz="9800"/>
          </a:p>
        </p:txBody>
      </p:sp>
      <p:sp>
        <p:nvSpPr>
          <p:cNvPr id="101" name="Google Shape;101;g3cd082ef7fa_0_0"/>
          <p:cNvSpPr txBox="1"/>
          <p:nvPr/>
        </p:nvSpPr>
        <p:spPr>
          <a:xfrm>
            <a:off x="3060592" y="6241945"/>
            <a:ext cx="91845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KPI, Scorecards y Modelos Tabulares en Power BI</a:t>
            </a:r>
            <a:endParaRPr b="0" i="0" sz="3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02" name="Google Shape;102;g3cd082ef7fa_0_0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103" name="Google Shape;103;g3cd082ef7fa_0_0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cd082ef7fa_0_0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cd082ef7fa_0_0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g3cd082ef7fa_0_0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>
            <a:off x="9583849" y="4324840"/>
            <a:ext cx="6793865" cy="4410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36550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Gill Sans"/>
              <a:buAutoNum type="arabicPeriod"/>
            </a:pPr>
            <a:r>
              <a:rPr b="0" i="0" lang="en-US" sz="21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Fundamentos y pensamiento estratégico en BI</a:t>
            </a:r>
            <a:endParaRPr b="0" i="0" sz="21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0" marL="349250" marR="0" rtl="0" algn="l">
              <a:lnSpc>
                <a:spcPct val="100000"/>
              </a:lnSpc>
              <a:spcBef>
                <a:spcPts val="205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Gill Sans"/>
              <a:buAutoNum type="arabicPeriod"/>
            </a:pPr>
            <a:r>
              <a:rPr b="0" i="0" lang="en-US" sz="21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Conceptos clave: visualización, indicadores y modelado</a:t>
            </a:r>
            <a:endParaRPr b="0" i="0" sz="21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0" marL="349250" marR="0" rtl="0" algn="l">
              <a:lnSpc>
                <a:spcPct val="100000"/>
              </a:lnSpc>
              <a:spcBef>
                <a:spcPts val="2055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Gill Sans"/>
              <a:buAutoNum type="arabicPeriod"/>
            </a:pPr>
            <a:r>
              <a:rPr b="0" i="0" lang="en-US" sz="21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Scorecards, semáforos y codiﬁcación visual</a:t>
            </a:r>
            <a:endParaRPr b="0" i="0" sz="21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0" marL="349250" marR="0" rtl="0" algn="l">
              <a:lnSpc>
                <a:spcPct val="100000"/>
              </a:lnSpc>
              <a:spcBef>
                <a:spcPts val="205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Gill Sans"/>
              <a:buAutoNum type="arabicPeriod"/>
            </a:pPr>
            <a:r>
              <a:rPr b="0" i="0" lang="en-US" sz="21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Interactividad y ﬁltros en reportes</a:t>
            </a:r>
            <a:endParaRPr b="0" i="0" sz="21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0" marL="349250" marR="0" rtl="0" algn="l">
              <a:lnSpc>
                <a:spcPct val="100000"/>
              </a:lnSpc>
              <a:spcBef>
                <a:spcPts val="205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Gill Sans"/>
              <a:buAutoNum type="arabicPeriod"/>
            </a:pPr>
            <a:r>
              <a:rPr b="0" i="0" lang="en-US" sz="21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Planeación presupuestaria y Rolling Forecast</a:t>
            </a:r>
            <a:endParaRPr b="0" i="0" sz="21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0" marL="349250" marR="0" rtl="0" algn="l">
              <a:lnSpc>
                <a:spcPct val="100000"/>
              </a:lnSpc>
              <a:spcBef>
                <a:spcPts val="205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Gill Sans"/>
              <a:buAutoNum type="arabicPeriod"/>
            </a:pPr>
            <a:r>
              <a:rPr b="0" i="0" lang="en-US" sz="21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Plataforma Power BI y diseño de dashboards</a:t>
            </a:r>
            <a:endParaRPr b="0" i="0" sz="21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0" marL="349250" marR="0" rtl="0" algn="l">
              <a:lnSpc>
                <a:spcPct val="100000"/>
              </a:lnSpc>
              <a:spcBef>
                <a:spcPts val="2055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Gill Sans"/>
              <a:buAutoNum type="arabicPeriod"/>
            </a:pPr>
            <a:r>
              <a:rPr b="0" i="0" lang="en-US" sz="21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Lenguajes analíticos y metodología para KPI</a:t>
            </a:r>
            <a:endParaRPr b="0" i="0" sz="21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0" marL="349250" marR="0" rtl="0" algn="l">
              <a:lnSpc>
                <a:spcPct val="100000"/>
              </a:lnSpc>
              <a:spcBef>
                <a:spcPts val="205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Gill Sans"/>
              <a:buAutoNum type="arabicPeriod"/>
            </a:pPr>
            <a:r>
              <a:rPr b="0" i="0" lang="en-US" sz="21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Caso práctico y recomendaciones ﬁnales</a:t>
            </a:r>
            <a:endParaRPr b="0" i="0" sz="21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$PPTXTitle" id="112" name="Google Shape;112;p2"/>
          <p:cNvSpPr txBox="1"/>
          <p:nvPr>
            <p:ph type="title"/>
          </p:nvPr>
        </p:nvSpPr>
        <p:spPr>
          <a:xfrm>
            <a:off x="3060592" y="2188318"/>
            <a:ext cx="282511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050"/>
              <a:t>Agenda</a:t>
            </a:r>
            <a:endParaRPr sz="6050"/>
          </a:p>
        </p:txBody>
      </p:sp>
      <p:grpSp>
        <p:nvGrpSpPr>
          <p:cNvPr id="113" name="Google Shape;113;p2"/>
          <p:cNvGrpSpPr/>
          <p:nvPr/>
        </p:nvGrpSpPr>
        <p:grpSpPr>
          <a:xfrm>
            <a:off x="1018832" y="2392780"/>
            <a:ext cx="845819" cy="846024"/>
            <a:chOff x="1018832" y="2392780"/>
            <a:chExt cx="845819" cy="846024"/>
          </a:xfrm>
        </p:grpSpPr>
        <p:sp>
          <p:nvSpPr>
            <p:cNvPr id="114" name="Google Shape;114;p2"/>
            <p:cNvSpPr/>
            <p:nvPr/>
          </p:nvSpPr>
          <p:spPr>
            <a:xfrm>
              <a:off x="1018832" y="2392787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317067" y="2392780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018832" y="2543479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27" y="518782"/>
                  </a:moveTo>
                  <a:lnTo>
                    <a:pt x="839520" y="473151"/>
                  </a:lnTo>
                  <a:lnTo>
                    <a:pt x="821905" y="430618"/>
                  </a:lnTo>
                  <a:lnTo>
                    <a:pt x="793877" y="394106"/>
                  </a:lnTo>
                  <a:lnTo>
                    <a:pt x="671855" y="272097"/>
                  </a:lnTo>
                  <a:lnTo>
                    <a:pt x="422757" y="22999"/>
                  </a:lnTo>
                  <a:lnTo>
                    <a:pt x="399770" y="0"/>
                  </a:lnTo>
                  <a:lnTo>
                    <a:pt x="150685" y="249085"/>
                  </a:lnTo>
                  <a:lnTo>
                    <a:pt x="173672" y="272084"/>
                  </a:lnTo>
                  <a:lnTo>
                    <a:pt x="51650" y="394119"/>
                  </a:lnTo>
                  <a:lnTo>
                    <a:pt x="23622" y="430631"/>
                  </a:lnTo>
                  <a:lnTo>
                    <a:pt x="6007" y="473163"/>
                  </a:lnTo>
                  <a:lnTo>
                    <a:pt x="0" y="518795"/>
                  </a:lnTo>
                  <a:lnTo>
                    <a:pt x="368" y="530339"/>
                  </a:lnTo>
                  <a:lnTo>
                    <a:pt x="9359" y="575487"/>
                  </a:lnTo>
                  <a:lnTo>
                    <a:pt x="29718" y="616762"/>
                  </a:lnTo>
                  <a:lnTo>
                    <a:pt x="59855" y="651154"/>
                  </a:lnTo>
                  <a:lnTo>
                    <a:pt x="98069" y="676668"/>
                  </a:lnTo>
                  <a:lnTo>
                    <a:pt x="141655" y="691464"/>
                  </a:lnTo>
                  <a:lnTo>
                    <a:pt x="176060" y="694855"/>
                  </a:lnTo>
                  <a:lnTo>
                    <a:pt x="187591" y="694474"/>
                  </a:lnTo>
                  <a:lnTo>
                    <a:pt x="232740" y="685495"/>
                  </a:lnTo>
                  <a:lnTo>
                    <a:pt x="274027" y="665124"/>
                  </a:lnTo>
                  <a:lnTo>
                    <a:pt x="422770" y="521182"/>
                  </a:lnTo>
                  <a:lnTo>
                    <a:pt x="544791" y="643191"/>
                  </a:lnTo>
                  <a:lnTo>
                    <a:pt x="581304" y="671220"/>
                  </a:lnTo>
                  <a:lnTo>
                    <a:pt x="623836" y="688835"/>
                  </a:lnTo>
                  <a:lnTo>
                    <a:pt x="669467" y="694842"/>
                  </a:lnTo>
                  <a:lnTo>
                    <a:pt x="681012" y="694461"/>
                  </a:lnTo>
                  <a:lnTo>
                    <a:pt x="726160" y="685482"/>
                  </a:lnTo>
                  <a:lnTo>
                    <a:pt x="767435" y="665124"/>
                  </a:lnTo>
                  <a:lnTo>
                    <a:pt x="801827" y="634987"/>
                  </a:lnTo>
                  <a:lnTo>
                    <a:pt x="827354" y="596773"/>
                  </a:lnTo>
                  <a:lnTo>
                    <a:pt x="842149" y="553186"/>
                  </a:lnTo>
                  <a:lnTo>
                    <a:pt x="845159" y="530326"/>
                  </a:lnTo>
                  <a:lnTo>
                    <a:pt x="845527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118" name="Google Shape;118;p2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2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123" name="Google Shape;123;p2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124" name="Google Shape;124;p2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3"/>
          <p:cNvGrpSpPr/>
          <p:nvPr/>
        </p:nvGrpSpPr>
        <p:grpSpPr>
          <a:xfrm>
            <a:off x="1018823" y="4081279"/>
            <a:ext cx="845828" cy="846028"/>
            <a:chOff x="1018823" y="4081279"/>
            <a:chExt cx="845828" cy="846028"/>
          </a:xfrm>
        </p:grpSpPr>
        <p:sp>
          <p:nvSpPr>
            <p:cNvPr id="130" name="Google Shape;130;p3"/>
            <p:cNvSpPr/>
            <p:nvPr/>
          </p:nvSpPr>
          <p:spPr>
            <a:xfrm>
              <a:off x="1018823" y="4081282"/>
              <a:ext cx="547370" cy="547370"/>
            </a:xfrm>
            <a:custGeom>
              <a:rect b="b" l="l" r="r" t="t"/>
              <a:pathLst>
                <a:path extrusionOk="0" h="547370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1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1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1317061" y="4081279"/>
              <a:ext cx="547370" cy="547370"/>
            </a:xfrm>
            <a:custGeom>
              <a:rect b="b" l="l" r="r" t="t"/>
              <a:pathLst>
                <a:path extrusionOk="0" h="547370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1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5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1018832" y="4231982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27" y="518782"/>
                  </a:moveTo>
                  <a:lnTo>
                    <a:pt x="839520" y="473151"/>
                  </a:lnTo>
                  <a:lnTo>
                    <a:pt x="821905" y="430618"/>
                  </a:lnTo>
                  <a:lnTo>
                    <a:pt x="793877" y="394106"/>
                  </a:lnTo>
                  <a:lnTo>
                    <a:pt x="671855" y="272084"/>
                  </a:lnTo>
                  <a:lnTo>
                    <a:pt x="422757" y="22987"/>
                  </a:lnTo>
                  <a:lnTo>
                    <a:pt x="399770" y="0"/>
                  </a:lnTo>
                  <a:lnTo>
                    <a:pt x="150685" y="249085"/>
                  </a:lnTo>
                  <a:lnTo>
                    <a:pt x="173672" y="272084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81" y="530326"/>
                  </a:lnTo>
                  <a:lnTo>
                    <a:pt x="9359" y="575475"/>
                  </a:lnTo>
                  <a:lnTo>
                    <a:pt x="29718" y="616750"/>
                  </a:lnTo>
                  <a:lnTo>
                    <a:pt x="59855" y="651141"/>
                  </a:lnTo>
                  <a:lnTo>
                    <a:pt x="98069" y="676656"/>
                  </a:lnTo>
                  <a:lnTo>
                    <a:pt x="141655" y="691451"/>
                  </a:lnTo>
                  <a:lnTo>
                    <a:pt x="176060" y="694842"/>
                  </a:lnTo>
                  <a:lnTo>
                    <a:pt x="187591" y="694461"/>
                  </a:lnTo>
                  <a:lnTo>
                    <a:pt x="232740" y="685482"/>
                  </a:lnTo>
                  <a:lnTo>
                    <a:pt x="274027" y="665124"/>
                  </a:lnTo>
                  <a:lnTo>
                    <a:pt x="422757" y="521169"/>
                  </a:lnTo>
                  <a:lnTo>
                    <a:pt x="544791" y="643191"/>
                  </a:lnTo>
                  <a:lnTo>
                    <a:pt x="581304" y="671220"/>
                  </a:lnTo>
                  <a:lnTo>
                    <a:pt x="623836" y="688835"/>
                  </a:lnTo>
                  <a:lnTo>
                    <a:pt x="669467" y="694842"/>
                  </a:lnTo>
                  <a:lnTo>
                    <a:pt x="681012" y="694474"/>
                  </a:lnTo>
                  <a:lnTo>
                    <a:pt x="726160" y="685482"/>
                  </a:lnTo>
                  <a:lnTo>
                    <a:pt x="767435" y="665124"/>
                  </a:lnTo>
                  <a:lnTo>
                    <a:pt x="801827" y="634987"/>
                  </a:lnTo>
                  <a:lnTo>
                    <a:pt x="827341" y="596773"/>
                  </a:lnTo>
                  <a:lnTo>
                    <a:pt x="842137" y="553186"/>
                  </a:lnTo>
                  <a:lnTo>
                    <a:pt x="845146" y="530326"/>
                  </a:lnTo>
                  <a:lnTo>
                    <a:pt x="845527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$PPTXTitle" id="133" name="Google Shape;133;p3"/>
          <p:cNvSpPr txBox="1"/>
          <p:nvPr>
            <p:ph type="title"/>
          </p:nvPr>
        </p:nvSpPr>
        <p:spPr>
          <a:xfrm>
            <a:off x="3060600" y="3808833"/>
            <a:ext cx="1404874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0">
            <a:spAutoFit/>
          </a:bodyPr>
          <a:lstStyle/>
          <a:p>
            <a:pPr indent="0" lvl="0" marL="1270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0"/>
              <a:t>Fundamentos y pensamiento estratégico en BI</a:t>
            </a:r>
            <a:endParaRPr sz="8000"/>
          </a:p>
        </p:txBody>
      </p:sp>
      <p:grpSp>
        <p:nvGrpSpPr>
          <p:cNvPr id="134" name="Google Shape;134;p3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135" name="Google Shape;135;p3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3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140" name="Google Shape;140;p3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141" name="Google Shape;141;p3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4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147" name="Google Shape;147;p4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$PPTXTitle" id="150" name="Google Shape;150;p4"/>
          <p:cNvSpPr txBox="1"/>
          <p:nvPr>
            <p:ph type="title"/>
          </p:nvPr>
        </p:nvSpPr>
        <p:spPr>
          <a:xfrm>
            <a:off x="3031356" y="1550978"/>
            <a:ext cx="1374394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Introducción a la visualización BI</a:t>
            </a:r>
            <a:endParaRPr/>
          </a:p>
        </p:txBody>
      </p:sp>
      <p:grpSp>
        <p:nvGrpSpPr>
          <p:cNvPr id="151" name="Google Shape;151;p4"/>
          <p:cNvGrpSpPr/>
          <p:nvPr/>
        </p:nvGrpSpPr>
        <p:grpSpPr>
          <a:xfrm>
            <a:off x="989533" y="1692474"/>
            <a:ext cx="845844" cy="846052"/>
            <a:chOff x="989533" y="1692474"/>
            <a:chExt cx="845844" cy="846052"/>
          </a:xfrm>
        </p:grpSpPr>
        <p:sp>
          <p:nvSpPr>
            <p:cNvPr id="152" name="Google Shape;152;p4"/>
            <p:cNvSpPr/>
            <p:nvPr/>
          </p:nvSpPr>
          <p:spPr>
            <a:xfrm>
              <a:off x="989533" y="1692498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4"/>
            <p:cNvSpPr/>
            <p:nvPr/>
          </p:nvSpPr>
          <p:spPr>
            <a:xfrm>
              <a:off x="1287800" y="1692474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989558" y="1843201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15" y="518782"/>
                  </a:moveTo>
                  <a:lnTo>
                    <a:pt x="839508" y="473151"/>
                  </a:lnTo>
                  <a:lnTo>
                    <a:pt x="821893" y="430618"/>
                  </a:lnTo>
                  <a:lnTo>
                    <a:pt x="793864" y="394106"/>
                  </a:lnTo>
                  <a:lnTo>
                    <a:pt x="671830" y="272084"/>
                  </a:lnTo>
                  <a:lnTo>
                    <a:pt x="422757" y="22961"/>
                  </a:lnTo>
                  <a:lnTo>
                    <a:pt x="399757" y="0"/>
                  </a:lnTo>
                  <a:lnTo>
                    <a:pt x="150672" y="249085"/>
                  </a:lnTo>
                  <a:lnTo>
                    <a:pt x="173647" y="272072"/>
                  </a:lnTo>
                  <a:lnTo>
                    <a:pt x="51650" y="394081"/>
                  </a:lnTo>
                  <a:lnTo>
                    <a:pt x="23622" y="430593"/>
                  </a:lnTo>
                  <a:lnTo>
                    <a:pt x="6007" y="473125"/>
                  </a:lnTo>
                  <a:lnTo>
                    <a:pt x="0" y="518756"/>
                  </a:lnTo>
                  <a:lnTo>
                    <a:pt x="368" y="530301"/>
                  </a:lnTo>
                  <a:lnTo>
                    <a:pt x="9359" y="575449"/>
                  </a:lnTo>
                  <a:lnTo>
                    <a:pt x="29718" y="616724"/>
                  </a:lnTo>
                  <a:lnTo>
                    <a:pt x="59855" y="651116"/>
                  </a:lnTo>
                  <a:lnTo>
                    <a:pt x="98069" y="676630"/>
                  </a:lnTo>
                  <a:lnTo>
                    <a:pt x="141655" y="691426"/>
                  </a:lnTo>
                  <a:lnTo>
                    <a:pt x="176060" y="694817"/>
                  </a:lnTo>
                  <a:lnTo>
                    <a:pt x="187591" y="694436"/>
                  </a:lnTo>
                  <a:lnTo>
                    <a:pt x="232740" y="685457"/>
                  </a:lnTo>
                  <a:lnTo>
                    <a:pt x="274027" y="665099"/>
                  </a:lnTo>
                  <a:lnTo>
                    <a:pt x="422744" y="521169"/>
                  </a:lnTo>
                  <a:lnTo>
                    <a:pt x="544779" y="643191"/>
                  </a:lnTo>
                  <a:lnTo>
                    <a:pt x="581291" y="671220"/>
                  </a:lnTo>
                  <a:lnTo>
                    <a:pt x="623824" y="688835"/>
                  </a:lnTo>
                  <a:lnTo>
                    <a:pt x="669455" y="694842"/>
                  </a:lnTo>
                  <a:lnTo>
                    <a:pt x="680999" y="694474"/>
                  </a:lnTo>
                  <a:lnTo>
                    <a:pt x="726147" y="685482"/>
                  </a:lnTo>
                  <a:lnTo>
                    <a:pt x="767422" y="665124"/>
                  </a:lnTo>
                  <a:lnTo>
                    <a:pt x="801814" y="634987"/>
                  </a:lnTo>
                  <a:lnTo>
                    <a:pt x="827328" y="596773"/>
                  </a:lnTo>
                  <a:lnTo>
                    <a:pt x="842124" y="553186"/>
                  </a:lnTo>
                  <a:lnTo>
                    <a:pt x="845134" y="530326"/>
                  </a:lnTo>
                  <a:lnTo>
                    <a:pt x="845515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4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" name="Google Shape;156;p4"/>
          <p:cNvGrpSpPr/>
          <p:nvPr/>
        </p:nvGrpSpPr>
        <p:grpSpPr>
          <a:xfrm>
            <a:off x="12909053" y="4271914"/>
            <a:ext cx="4449445" cy="3448050"/>
            <a:chOff x="12909053" y="4271914"/>
            <a:chExt cx="4449445" cy="3448050"/>
          </a:xfrm>
        </p:grpSpPr>
        <p:sp>
          <p:nvSpPr>
            <p:cNvPr id="157" name="Google Shape;157;p4"/>
            <p:cNvSpPr/>
            <p:nvPr/>
          </p:nvSpPr>
          <p:spPr>
            <a:xfrm>
              <a:off x="12909053" y="4271914"/>
              <a:ext cx="4449445" cy="3448050"/>
            </a:xfrm>
            <a:custGeom>
              <a:rect b="b" l="l" r="r" t="t"/>
              <a:pathLst>
                <a:path extrusionOk="0" h="3448050" w="4449444">
                  <a:moveTo>
                    <a:pt x="4009047" y="0"/>
                  </a:moveTo>
                  <a:lnTo>
                    <a:pt x="447675" y="0"/>
                  </a:lnTo>
                  <a:lnTo>
                    <a:pt x="433031" y="177"/>
                  </a:lnTo>
                  <a:lnTo>
                    <a:pt x="389229" y="3771"/>
                  </a:lnTo>
                  <a:lnTo>
                    <a:pt x="346011" y="11633"/>
                  </a:lnTo>
                  <a:lnTo>
                    <a:pt x="303758" y="23698"/>
                  </a:lnTo>
                  <a:lnTo>
                    <a:pt x="262890" y="39852"/>
                  </a:lnTo>
                  <a:lnTo>
                    <a:pt x="223812" y="59918"/>
                  </a:lnTo>
                  <a:lnTo>
                    <a:pt x="186880" y="83731"/>
                  </a:lnTo>
                  <a:lnTo>
                    <a:pt x="152463" y="111048"/>
                  </a:lnTo>
                  <a:lnTo>
                    <a:pt x="120891" y="141605"/>
                  </a:lnTo>
                  <a:lnTo>
                    <a:pt x="92468" y="175107"/>
                  </a:lnTo>
                  <a:lnTo>
                    <a:pt x="67462" y="211239"/>
                  </a:lnTo>
                  <a:lnTo>
                    <a:pt x="46113" y="249643"/>
                  </a:lnTo>
                  <a:lnTo>
                    <a:pt x="28638" y="289953"/>
                  </a:lnTo>
                  <a:lnTo>
                    <a:pt x="15201" y="331787"/>
                  </a:lnTo>
                  <a:lnTo>
                    <a:pt x="5918" y="374738"/>
                  </a:lnTo>
                  <a:lnTo>
                    <a:pt x="901" y="418388"/>
                  </a:lnTo>
                  <a:lnTo>
                    <a:pt x="0" y="440347"/>
                  </a:lnTo>
                  <a:lnTo>
                    <a:pt x="0" y="2999879"/>
                  </a:lnTo>
                  <a:lnTo>
                    <a:pt x="3771" y="3058312"/>
                  </a:lnTo>
                  <a:lnTo>
                    <a:pt x="11633" y="3101555"/>
                  </a:lnTo>
                  <a:lnTo>
                    <a:pt x="23698" y="3143796"/>
                  </a:lnTo>
                  <a:lnTo>
                    <a:pt x="39852" y="3184664"/>
                  </a:lnTo>
                  <a:lnTo>
                    <a:pt x="59931" y="3223742"/>
                  </a:lnTo>
                  <a:lnTo>
                    <a:pt x="83731" y="3260674"/>
                  </a:lnTo>
                  <a:lnTo>
                    <a:pt x="111048" y="3295091"/>
                  </a:lnTo>
                  <a:lnTo>
                    <a:pt x="141604" y="3326663"/>
                  </a:lnTo>
                  <a:lnTo>
                    <a:pt x="175107" y="3355086"/>
                  </a:lnTo>
                  <a:lnTo>
                    <a:pt x="211239" y="3380092"/>
                  </a:lnTo>
                  <a:lnTo>
                    <a:pt x="249643" y="3401441"/>
                  </a:lnTo>
                  <a:lnTo>
                    <a:pt x="289953" y="3418916"/>
                  </a:lnTo>
                  <a:lnTo>
                    <a:pt x="331787" y="3432352"/>
                  </a:lnTo>
                  <a:lnTo>
                    <a:pt x="374738" y="3441636"/>
                  </a:lnTo>
                  <a:lnTo>
                    <a:pt x="418388" y="3446653"/>
                  </a:lnTo>
                  <a:lnTo>
                    <a:pt x="440347" y="3447554"/>
                  </a:lnTo>
                  <a:lnTo>
                    <a:pt x="4001719" y="3447554"/>
                  </a:lnTo>
                  <a:lnTo>
                    <a:pt x="4060164" y="3443782"/>
                  </a:lnTo>
                  <a:lnTo>
                    <a:pt x="4103395" y="3435921"/>
                  </a:lnTo>
                  <a:lnTo>
                    <a:pt x="4145635" y="3423843"/>
                  </a:lnTo>
                  <a:lnTo>
                    <a:pt x="4186504" y="3407702"/>
                  </a:lnTo>
                  <a:lnTo>
                    <a:pt x="4225582" y="3387623"/>
                  </a:lnTo>
                  <a:lnTo>
                    <a:pt x="4262513" y="3363823"/>
                  </a:lnTo>
                  <a:lnTo>
                    <a:pt x="4296943" y="3336493"/>
                  </a:lnTo>
                  <a:lnTo>
                    <a:pt x="4328502" y="3305949"/>
                  </a:lnTo>
                  <a:lnTo>
                    <a:pt x="4356938" y="3272434"/>
                  </a:lnTo>
                  <a:lnTo>
                    <a:pt x="4381931" y="3236315"/>
                  </a:lnTo>
                  <a:lnTo>
                    <a:pt x="4403280" y="3197910"/>
                  </a:lnTo>
                  <a:lnTo>
                    <a:pt x="4420755" y="3157601"/>
                  </a:lnTo>
                  <a:lnTo>
                    <a:pt x="4434192" y="3115767"/>
                  </a:lnTo>
                  <a:lnTo>
                    <a:pt x="4443476" y="3072815"/>
                  </a:lnTo>
                  <a:lnTo>
                    <a:pt x="4448505" y="3029165"/>
                  </a:lnTo>
                  <a:lnTo>
                    <a:pt x="4449394" y="3007207"/>
                  </a:lnTo>
                  <a:lnTo>
                    <a:pt x="4449394" y="447675"/>
                  </a:lnTo>
                  <a:lnTo>
                    <a:pt x="4445635" y="389229"/>
                  </a:lnTo>
                  <a:lnTo>
                    <a:pt x="4437761" y="346011"/>
                  </a:lnTo>
                  <a:lnTo>
                    <a:pt x="4425696" y="303758"/>
                  </a:lnTo>
                  <a:lnTo>
                    <a:pt x="4409541" y="262890"/>
                  </a:lnTo>
                  <a:lnTo>
                    <a:pt x="4389475" y="223812"/>
                  </a:lnTo>
                  <a:lnTo>
                    <a:pt x="4365663" y="186880"/>
                  </a:lnTo>
                  <a:lnTo>
                    <a:pt x="4338345" y="152463"/>
                  </a:lnTo>
                  <a:lnTo>
                    <a:pt x="4307789" y="120891"/>
                  </a:lnTo>
                  <a:lnTo>
                    <a:pt x="4274286" y="92468"/>
                  </a:lnTo>
                  <a:lnTo>
                    <a:pt x="4238155" y="67462"/>
                  </a:lnTo>
                  <a:lnTo>
                    <a:pt x="4199750" y="46113"/>
                  </a:lnTo>
                  <a:lnTo>
                    <a:pt x="4159440" y="28638"/>
                  </a:lnTo>
                  <a:lnTo>
                    <a:pt x="4117606" y="15201"/>
                  </a:lnTo>
                  <a:lnTo>
                    <a:pt x="4074655" y="5918"/>
                  </a:lnTo>
                  <a:lnTo>
                    <a:pt x="4031005" y="901"/>
                  </a:lnTo>
                  <a:lnTo>
                    <a:pt x="4009047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12909082" y="4406437"/>
              <a:ext cx="1235710" cy="1040130"/>
            </a:xfrm>
            <a:custGeom>
              <a:rect b="b" l="l" r="r" t="t"/>
              <a:pathLst>
                <a:path extrusionOk="0" h="1040129" w="1235709">
                  <a:moveTo>
                    <a:pt x="760387" y="0"/>
                  </a:moveTo>
                  <a:lnTo>
                    <a:pt x="0" y="0"/>
                  </a:lnTo>
                  <a:lnTo>
                    <a:pt x="0" y="1039571"/>
                  </a:lnTo>
                  <a:lnTo>
                    <a:pt x="760387" y="1039571"/>
                  </a:lnTo>
                  <a:lnTo>
                    <a:pt x="791455" y="1038552"/>
                  </a:lnTo>
                  <a:lnTo>
                    <a:pt x="852991" y="1030446"/>
                  </a:lnTo>
                  <a:lnTo>
                    <a:pt x="913000" y="1014365"/>
                  </a:lnTo>
                  <a:lnTo>
                    <a:pt x="970338" y="990617"/>
                  </a:lnTo>
                  <a:lnTo>
                    <a:pt x="1024144" y="959551"/>
                  </a:lnTo>
                  <a:lnTo>
                    <a:pt x="1073386" y="921766"/>
                  </a:lnTo>
                  <a:lnTo>
                    <a:pt x="1117320" y="877833"/>
                  </a:lnTo>
                  <a:lnTo>
                    <a:pt x="1155100" y="828600"/>
                  </a:lnTo>
                  <a:lnTo>
                    <a:pt x="1186161" y="774796"/>
                  </a:lnTo>
                  <a:lnTo>
                    <a:pt x="1209912" y="717458"/>
                  </a:lnTo>
                  <a:lnTo>
                    <a:pt x="1225994" y="656740"/>
                  </a:lnTo>
                  <a:lnTo>
                    <a:pt x="1234095" y="576902"/>
                  </a:lnTo>
                  <a:lnTo>
                    <a:pt x="1235113" y="519785"/>
                  </a:lnTo>
                  <a:lnTo>
                    <a:pt x="1234095" y="462669"/>
                  </a:lnTo>
                  <a:lnTo>
                    <a:pt x="1231052" y="418393"/>
                  </a:lnTo>
                  <a:lnTo>
                    <a:pt x="1218933" y="351853"/>
                  </a:lnTo>
                  <a:lnTo>
                    <a:pt x="1198975" y="293055"/>
                  </a:lnTo>
                  <a:lnTo>
                    <a:pt x="1171511" y="237362"/>
                  </a:lnTo>
                  <a:lnTo>
                    <a:pt x="1137016" y="185735"/>
                  </a:lnTo>
                  <a:lnTo>
                    <a:pt x="1096073" y="139052"/>
                  </a:lnTo>
                  <a:lnTo>
                    <a:pt x="1049383" y="98107"/>
                  </a:lnTo>
                  <a:lnTo>
                    <a:pt x="997750" y="63601"/>
                  </a:lnTo>
                  <a:lnTo>
                    <a:pt x="942057" y="36142"/>
                  </a:lnTo>
                  <a:lnTo>
                    <a:pt x="883259" y="16179"/>
                  </a:lnTo>
                  <a:lnTo>
                    <a:pt x="822356" y="4065"/>
                  </a:lnTo>
                  <a:lnTo>
                    <a:pt x="760387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13186804" y="4654409"/>
              <a:ext cx="614045" cy="615950"/>
            </a:xfrm>
            <a:custGeom>
              <a:rect b="b" l="l" r="r" t="t"/>
              <a:pathLst>
                <a:path extrusionOk="0" h="615950" w="614044">
                  <a:moveTo>
                    <a:pt x="90652" y="330720"/>
                  </a:moveTo>
                  <a:lnTo>
                    <a:pt x="85813" y="325882"/>
                  </a:lnTo>
                  <a:lnTo>
                    <a:pt x="25679" y="325882"/>
                  </a:lnTo>
                  <a:lnTo>
                    <a:pt x="20840" y="330720"/>
                  </a:lnTo>
                  <a:lnTo>
                    <a:pt x="20840" y="387718"/>
                  </a:lnTo>
                  <a:lnTo>
                    <a:pt x="90652" y="387718"/>
                  </a:lnTo>
                  <a:lnTo>
                    <a:pt x="90652" y="330720"/>
                  </a:lnTo>
                  <a:close/>
                </a:path>
                <a:path extrusionOk="0" h="615950" w="614044">
                  <a:moveTo>
                    <a:pt x="162585" y="157060"/>
                  </a:moveTo>
                  <a:lnTo>
                    <a:pt x="157746" y="152222"/>
                  </a:lnTo>
                  <a:lnTo>
                    <a:pt x="145808" y="152222"/>
                  </a:lnTo>
                  <a:lnTo>
                    <a:pt x="140970" y="157060"/>
                  </a:lnTo>
                  <a:lnTo>
                    <a:pt x="140970" y="188239"/>
                  </a:lnTo>
                  <a:lnTo>
                    <a:pt x="145808" y="193078"/>
                  </a:lnTo>
                  <a:lnTo>
                    <a:pt x="157746" y="193078"/>
                  </a:lnTo>
                  <a:lnTo>
                    <a:pt x="162585" y="188239"/>
                  </a:lnTo>
                  <a:lnTo>
                    <a:pt x="162585" y="157060"/>
                  </a:lnTo>
                  <a:close/>
                </a:path>
                <a:path extrusionOk="0" h="615950" w="614044">
                  <a:moveTo>
                    <a:pt x="184619" y="295249"/>
                  </a:moveTo>
                  <a:lnTo>
                    <a:pt x="179781" y="290410"/>
                  </a:lnTo>
                  <a:lnTo>
                    <a:pt x="119646" y="290410"/>
                  </a:lnTo>
                  <a:lnTo>
                    <a:pt x="114808" y="295249"/>
                  </a:lnTo>
                  <a:lnTo>
                    <a:pt x="114808" y="387718"/>
                  </a:lnTo>
                  <a:lnTo>
                    <a:pt x="184619" y="387718"/>
                  </a:lnTo>
                  <a:lnTo>
                    <a:pt x="184619" y="295249"/>
                  </a:lnTo>
                  <a:close/>
                </a:path>
                <a:path extrusionOk="0" h="615950" w="614044">
                  <a:moveTo>
                    <a:pt x="210172" y="4851"/>
                  </a:moveTo>
                  <a:lnTo>
                    <a:pt x="205320" y="0"/>
                  </a:lnTo>
                  <a:lnTo>
                    <a:pt x="98234" y="0"/>
                  </a:lnTo>
                  <a:lnTo>
                    <a:pt x="93383" y="4851"/>
                  </a:lnTo>
                  <a:lnTo>
                    <a:pt x="93383" y="65659"/>
                  </a:lnTo>
                  <a:lnTo>
                    <a:pt x="115049" y="65659"/>
                  </a:lnTo>
                  <a:lnTo>
                    <a:pt x="115049" y="21628"/>
                  </a:lnTo>
                  <a:lnTo>
                    <a:pt x="188518" y="21628"/>
                  </a:lnTo>
                  <a:lnTo>
                    <a:pt x="188518" y="65659"/>
                  </a:lnTo>
                  <a:lnTo>
                    <a:pt x="210172" y="65659"/>
                  </a:lnTo>
                  <a:lnTo>
                    <a:pt x="210172" y="21628"/>
                  </a:lnTo>
                  <a:lnTo>
                    <a:pt x="210172" y="4851"/>
                  </a:lnTo>
                  <a:close/>
                </a:path>
                <a:path extrusionOk="0" h="615950" w="614044">
                  <a:moveTo>
                    <a:pt x="278587" y="275272"/>
                  </a:moveTo>
                  <a:lnTo>
                    <a:pt x="273735" y="270421"/>
                  </a:lnTo>
                  <a:lnTo>
                    <a:pt x="213614" y="270421"/>
                  </a:lnTo>
                  <a:lnTo>
                    <a:pt x="208762" y="275272"/>
                  </a:lnTo>
                  <a:lnTo>
                    <a:pt x="208762" y="387718"/>
                  </a:lnTo>
                  <a:lnTo>
                    <a:pt x="278587" y="387718"/>
                  </a:lnTo>
                  <a:lnTo>
                    <a:pt x="278587" y="275272"/>
                  </a:lnTo>
                  <a:close/>
                </a:path>
                <a:path extrusionOk="0" h="615950" w="614044">
                  <a:moveTo>
                    <a:pt x="290791" y="177838"/>
                  </a:moveTo>
                  <a:lnTo>
                    <a:pt x="172986" y="177838"/>
                  </a:lnTo>
                  <a:lnTo>
                    <a:pt x="172986" y="182232"/>
                  </a:lnTo>
                  <a:lnTo>
                    <a:pt x="171323" y="190500"/>
                  </a:lnTo>
                  <a:lnTo>
                    <a:pt x="166763" y="197256"/>
                  </a:lnTo>
                  <a:lnTo>
                    <a:pt x="160032" y="201803"/>
                  </a:lnTo>
                  <a:lnTo>
                    <a:pt x="151777" y="203479"/>
                  </a:lnTo>
                  <a:lnTo>
                    <a:pt x="143510" y="201803"/>
                  </a:lnTo>
                  <a:lnTo>
                    <a:pt x="136779" y="197256"/>
                  </a:lnTo>
                  <a:lnTo>
                    <a:pt x="132232" y="190500"/>
                  </a:lnTo>
                  <a:lnTo>
                    <a:pt x="130568" y="182232"/>
                  </a:lnTo>
                  <a:lnTo>
                    <a:pt x="130568" y="177838"/>
                  </a:lnTo>
                  <a:lnTo>
                    <a:pt x="12763" y="177838"/>
                  </a:lnTo>
                  <a:lnTo>
                    <a:pt x="12763" y="232613"/>
                  </a:lnTo>
                  <a:lnTo>
                    <a:pt x="17602" y="237451"/>
                  </a:lnTo>
                  <a:lnTo>
                    <a:pt x="285953" y="237451"/>
                  </a:lnTo>
                  <a:lnTo>
                    <a:pt x="290791" y="232613"/>
                  </a:lnTo>
                  <a:lnTo>
                    <a:pt x="290791" y="203479"/>
                  </a:lnTo>
                  <a:lnTo>
                    <a:pt x="290791" y="177838"/>
                  </a:lnTo>
                  <a:close/>
                </a:path>
                <a:path extrusionOk="0" h="615950" w="614044">
                  <a:moveTo>
                    <a:pt x="302666" y="70497"/>
                  </a:moveTo>
                  <a:lnTo>
                    <a:pt x="297827" y="65659"/>
                  </a:lnTo>
                  <a:lnTo>
                    <a:pt x="210172" y="65659"/>
                  </a:lnTo>
                  <a:lnTo>
                    <a:pt x="210172" y="82473"/>
                  </a:lnTo>
                  <a:lnTo>
                    <a:pt x="205320" y="87312"/>
                  </a:lnTo>
                  <a:lnTo>
                    <a:pt x="98234" y="87312"/>
                  </a:lnTo>
                  <a:lnTo>
                    <a:pt x="93383" y="82473"/>
                  </a:lnTo>
                  <a:lnTo>
                    <a:pt x="93383" y="65659"/>
                  </a:lnTo>
                  <a:lnTo>
                    <a:pt x="5740" y="65659"/>
                  </a:lnTo>
                  <a:lnTo>
                    <a:pt x="889" y="70497"/>
                  </a:lnTo>
                  <a:lnTo>
                    <a:pt x="889" y="162623"/>
                  </a:lnTo>
                  <a:lnTo>
                    <a:pt x="5740" y="167462"/>
                  </a:lnTo>
                  <a:lnTo>
                    <a:pt x="130568" y="167462"/>
                  </a:lnTo>
                  <a:lnTo>
                    <a:pt x="130657" y="162623"/>
                  </a:lnTo>
                  <a:lnTo>
                    <a:pt x="132232" y="154800"/>
                  </a:lnTo>
                  <a:lnTo>
                    <a:pt x="136779" y="148043"/>
                  </a:lnTo>
                  <a:lnTo>
                    <a:pt x="143510" y="143484"/>
                  </a:lnTo>
                  <a:lnTo>
                    <a:pt x="151777" y="141820"/>
                  </a:lnTo>
                  <a:lnTo>
                    <a:pt x="160032" y="143484"/>
                  </a:lnTo>
                  <a:lnTo>
                    <a:pt x="166763" y="148043"/>
                  </a:lnTo>
                  <a:lnTo>
                    <a:pt x="171323" y="154800"/>
                  </a:lnTo>
                  <a:lnTo>
                    <a:pt x="172897" y="162623"/>
                  </a:lnTo>
                  <a:lnTo>
                    <a:pt x="172986" y="167462"/>
                  </a:lnTo>
                  <a:lnTo>
                    <a:pt x="297827" y="167462"/>
                  </a:lnTo>
                  <a:lnTo>
                    <a:pt x="302666" y="162623"/>
                  </a:lnTo>
                  <a:lnTo>
                    <a:pt x="302666" y="141820"/>
                  </a:lnTo>
                  <a:lnTo>
                    <a:pt x="302666" y="87312"/>
                  </a:lnTo>
                  <a:lnTo>
                    <a:pt x="302666" y="70497"/>
                  </a:lnTo>
                  <a:close/>
                </a:path>
                <a:path extrusionOk="0" h="615950" w="614044">
                  <a:moveTo>
                    <a:pt x="303517" y="402971"/>
                  </a:moveTo>
                  <a:lnTo>
                    <a:pt x="298678" y="398132"/>
                  </a:lnTo>
                  <a:lnTo>
                    <a:pt x="4813" y="398132"/>
                  </a:lnTo>
                  <a:lnTo>
                    <a:pt x="0" y="402971"/>
                  </a:lnTo>
                  <a:lnTo>
                    <a:pt x="101" y="415010"/>
                  </a:lnTo>
                  <a:lnTo>
                    <a:pt x="4851" y="419747"/>
                  </a:lnTo>
                  <a:lnTo>
                    <a:pt x="298678" y="419747"/>
                  </a:lnTo>
                  <a:lnTo>
                    <a:pt x="303415" y="415010"/>
                  </a:lnTo>
                  <a:lnTo>
                    <a:pt x="303517" y="402971"/>
                  </a:lnTo>
                  <a:close/>
                </a:path>
                <a:path extrusionOk="0" h="615950" w="614044">
                  <a:moveTo>
                    <a:pt x="474014" y="286423"/>
                  </a:moveTo>
                  <a:lnTo>
                    <a:pt x="470382" y="268478"/>
                  </a:lnTo>
                  <a:lnTo>
                    <a:pt x="460489" y="253809"/>
                  </a:lnTo>
                  <a:lnTo>
                    <a:pt x="445820" y="243916"/>
                  </a:lnTo>
                  <a:lnTo>
                    <a:pt x="427875" y="240284"/>
                  </a:lnTo>
                  <a:lnTo>
                    <a:pt x="409930" y="243916"/>
                  </a:lnTo>
                  <a:lnTo>
                    <a:pt x="395262" y="253809"/>
                  </a:lnTo>
                  <a:lnTo>
                    <a:pt x="385356" y="268478"/>
                  </a:lnTo>
                  <a:lnTo>
                    <a:pt x="381723" y="286423"/>
                  </a:lnTo>
                  <a:lnTo>
                    <a:pt x="385356" y="304368"/>
                  </a:lnTo>
                  <a:lnTo>
                    <a:pt x="395262" y="319036"/>
                  </a:lnTo>
                  <a:lnTo>
                    <a:pt x="409930" y="328942"/>
                  </a:lnTo>
                  <a:lnTo>
                    <a:pt x="427875" y="332574"/>
                  </a:lnTo>
                  <a:lnTo>
                    <a:pt x="445820" y="328942"/>
                  </a:lnTo>
                  <a:lnTo>
                    <a:pt x="460489" y="319036"/>
                  </a:lnTo>
                  <a:lnTo>
                    <a:pt x="470382" y="304368"/>
                  </a:lnTo>
                  <a:lnTo>
                    <a:pt x="474014" y="286423"/>
                  </a:lnTo>
                  <a:close/>
                </a:path>
                <a:path extrusionOk="0" h="615950" w="614044">
                  <a:moveTo>
                    <a:pt x="554850" y="242125"/>
                  </a:moveTo>
                  <a:lnTo>
                    <a:pt x="547306" y="229031"/>
                  </a:lnTo>
                  <a:lnTo>
                    <a:pt x="534238" y="206375"/>
                  </a:lnTo>
                  <a:lnTo>
                    <a:pt x="529717" y="198602"/>
                  </a:lnTo>
                  <a:lnTo>
                    <a:pt x="524497" y="196557"/>
                  </a:lnTo>
                  <a:lnTo>
                    <a:pt x="493217" y="206375"/>
                  </a:lnTo>
                  <a:lnTo>
                    <a:pt x="486562" y="201371"/>
                  </a:lnTo>
                  <a:lnTo>
                    <a:pt x="485267" y="200558"/>
                  </a:lnTo>
                  <a:lnTo>
                    <a:pt x="485267" y="286423"/>
                  </a:lnTo>
                  <a:lnTo>
                    <a:pt x="480745" y="308749"/>
                  </a:lnTo>
                  <a:lnTo>
                    <a:pt x="468439" y="326999"/>
                  </a:lnTo>
                  <a:lnTo>
                    <a:pt x="450202" y="339305"/>
                  </a:lnTo>
                  <a:lnTo>
                    <a:pt x="427875" y="343827"/>
                  </a:lnTo>
                  <a:lnTo>
                    <a:pt x="405549" y="339305"/>
                  </a:lnTo>
                  <a:lnTo>
                    <a:pt x="387299" y="326999"/>
                  </a:lnTo>
                  <a:lnTo>
                    <a:pt x="374992" y="308749"/>
                  </a:lnTo>
                  <a:lnTo>
                    <a:pt x="370471" y="286423"/>
                  </a:lnTo>
                  <a:lnTo>
                    <a:pt x="374992" y="264096"/>
                  </a:lnTo>
                  <a:lnTo>
                    <a:pt x="387299" y="245859"/>
                  </a:lnTo>
                  <a:lnTo>
                    <a:pt x="405549" y="233553"/>
                  </a:lnTo>
                  <a:lnTo>
                    <a:pt x="427875" y="229031"/>
                  </a:lnTo>
                  <a:lnTo>
                    <a:pt x="450202" y="233553"/>
                  </a:lnTo>
                  <a:lnTo>
                    <a:pt x="468439" y="245859"/>
                  </a:lnTo>
                  <a:lnTo>
                    <a:pt x="480745" y="264096"/>
                  </a:lnTo>
                  <a:lnTo>
                    <a:pt x="485267" y="286423"/>
                  </a:lnTo>
                  <a:lnTo>
                    <a:pt x="485267" y="200558"/>
                  </a:lnTo>
                  <a:lnTo>
                    <a:pt x="479526" y="196926"/>
                  </a:lnTo>
                  <a:lnTo>
                    <a:pt x="472186" y="193078"/>
                  </a:lnTo>
                  <a:lnTo>
                    <a:pt x="464502" y="189801"/>
                  </a:lnTo>
                  <a:lnTo>
                    <a:pt x="457403" y="157810"/>
                  </a:lnTo>
                  <a:lnTo>
                    <a:pt x="453009" y="154305"/>
                  </a:lnTo>
                  <a:lnTo>
                    <a:pt x="402729" y="154305"/>
                  </a:lnTo>
                  <a:lnTo>
                    <a:pt x="398335" y="157810"/>
                  </a:lnTo>
                  <a:lnTo>
                    <a:pt x="391236" y="189801"/>
                  </a:lnTo>
                  <a:lnTo>
                    <a:pt x="383578" y="193078"/>
                  </a:lnTo>
                  <a:lnTo>
                    <a:pt x="376250" y="196926"/>
                  </a:lnTo>
                  <a:lnTo>
                    <a:pt x="369214" y="201371"/>
                  </a:lnTo>
                  <a:lnTo>
                    <a:pt x="362559" y="206375"/>
                  </a:lnTo>
                  <a:lnTo>
                    <a:pt x="331279" y="196557"/>
                  </a:lnTo>
                  <a:lnTo>
                    <a:pt x="326021" y="198602"/>
                  </a:lnTo>
                  <a:lnTo>
                    <a:pt x="300888" y="242125"/>
                  </a:lnTo>
                  <a:lnTo>
                    <a:pt x="301739" y="247688"/>
                  </a:lnTo>
                  <a:lnTo>
                    <a:pt x="325894" y="269849"/>
                  </a:lnTo>
                  <a:lnTo>
                    <a:pt x="325005" y="275310"/>
                  </a:lnTo>
                  <a:lnTo>
                    <a:pt x="324561" y="280873"/>
                  </a:lnTo>
                  <a:lnTo>
                    <a:pt x="324561" y="291985"/>
                  </a:lnTo>
                  <a:lnTo>
                    <a:pt x="325005" y="297510"/>
                  </a:lnTo>
                  <a:lnTo>
                    <a:pt x="325894" y="303009"/>
                  </a:lnTo>
                  <a:lnTo>
                    <a:pt x="301739" y="325145"/>
                  </a:lnTo>
                  <a:lnTo>
                    <a:pt x="300888" y="330695"/>
                  </a:lnTo>
                  <a:lnTo>
                    <a:pt x="303415" y="335102"/>
                  </a:lnTo>
                  <a:lnTo>
                    <a:pt x="323507" y="369849"/>
                  </a:lnTo>
                  <a:lnTo>
                    <a:pt x="326021" y="374256"/>
                  </a:lnTo>
                  <a:lnTo>
                    <a:pt x="331279" y="376301"/>
                  </a:lnTo>
                  <a:lnTo>
                    <a:pt x="362559" y="366445"/>
                  </a:lnTo>
                  <a:lnTo>
                    <a:pt x="369214" y="371449"/>
                  </a:lnTo>
                  <a:lnTo>
                    <a:pt x="376250" y="375894"/>
                  </a:lnTo>
                  <a:lnTo>
                    <a:pt x="383603" y="379780"/>
                  </a:lnTo>
                  <a:lnTo>
                    <a:pt x="391236" y="383057"/>
                  </a:lnTo>
                  <a:lnTo>
                    <a:pt x="398335" y="415010"/>
                  </a:lnTo>
                  <a:lnTo>
                    <a:pt x="402729" y="418528"/>
                  </a:lnTo>
                  <a:lnTo>
                    <a:pt x="453009" y="418528"/>
                  </a:lnTo>
                  <a:lnTo>
                    <a:pt x="457403" y="415010"/>
                  </a:lnTo>
                  <a:lnTo>
                    <a:pt x="464502" y="383057"/>
                  </a:lnTo>
                  <a:lnTo>
                    <a:pt x="472147" y="379780"/>
                  </a:lnTo>
                  <a:lnTo>
                    <a:pt x="479513" y="375894"/>
                  </a:lnTo>
                  <a:lnTo>
                    <a:pt x="486549" y="371449"/>
                  </a:lnTo>
                  <a:lnTo>
                    <a:pt x="493217" y="366445"/>
                  </a:lnTo>
                  <a:lnTo>
                    <a:pt x="524459" y="376301"/>
                  </a:lnTo>
                  <a:lnTo>
                    <a:pt x="529717" y="374256"/>
                  </a:lnTo>
                  <a:lnTo>
                    <a:pt x="534225" y="366445"/>
                  </a:lnTo>
                  <a:lnTo>
                    <a:pt x="547281" y="343827"/>
                  </a:lnTo>
                  <a:lnTo>
                    <a:pt x="554850" y="330695"/>
                  </a:lnTo>
                  <a:lnTo>
                    <a:pt x="553999" y="325145"/>
                  </a:lnTo>
                  <a:lnTo>
                    <a:pt x="550278" y="321691"/>
                  </a:lnTo>
                  <a:lnTo>
                    <a:pt x="529882" y="303009"/>
                  </a:lnTo>
                  <a:lnTo>
                    <a:pt x="530733" y="297510"/>
                  </a:lnTo>
                  <a:lnTo>
                    <a:pt x="531215" y="291985"/>
                  </a:lnTo>
                  <a:lnTo>
                    <a:pt x="531215" y="280873"/>
                  </a:lnTo>
                  <a:lnTo>
                    <a:pt x="530733" y="275310"/>
                  </a:lnTo>
                  <a:lnTo>
                    <a:pt x="529882" y="269849"/>
                  </a:lnTo>
                  <a:lnTo>
                    <a:pt x="553999" y="247688"/>
                  </a:lnTo>
                  <a:lnTo>
                    <a:pt x="554850" y="242125"/>
                  </a:lnTo>
                  <a:close/>
                </a:path>
                <a:path extrusionOk="0" h="615950" w="614044">
                  <a:moveTo>
                    <a:pt x="613575" y="538543"/>
                  </a:moveTo>
                  <a:lnTo>
                    <a:pt x="613384" y="537616"/>
                  </a:lnTo>
                  <a:lnTo>
                    <a:pt x="604951" y="495922"/>
                  </a:lnTo>
                  <a:lnTo>
                    <a:pt x="588721" y="471868"/>
                  </a:lnTo>
                  <a:lnTo>
                    <a:pt x="581456" y="461098"/>
                  </a:lnTo>
                  <a:lnTo>
                    <a:pt x="546620" y="437603"/>
                  </a:lnTo>
                  <a:lnTo>
                    <a:pt x="504024" y="428993"/>
                  </a:lnTo>
                  <a:lnTo>
                    <a:pt x="481279" y="428993"/>
                  </a:lnTo>
                  <a:lnTo>
                    <a:pt x="478853" y="429844"/>
                  </a:lnTo>
                  <a:lnTo>
                    <a:pt x="427875" y="471868"/>
                  </a:lnTo>
                  <a:lnTo>
                    <a:pt x="376910" y="429844"/>
                  </a:lnTo>
                  <a:lnTo>
                    <a:pt x="374497" y="428993"/>
                  </a:lnTo>
                  <a:lnTo>
                    <a:pt x="351739" y="428993"/>
                  </a:lnTo>
                  <a:lnTo>
                    <a:pt x="309143" y="437603"/>
                  </a:lnTo>
                  <a:lnTo>
                    <a:pt x="274320" y="461098"/>
                  </a:lnTo>
                  <a:lnTo>
                    <a:pt x="250812" y="495922"/>
                  </a:lnTo>
                  <a:lnTo>
                    <a:pt x="242189" y="538543"/>
                  </a:lnTo>
                  <a:lnTo>
                    <a:pt x="242189" y="610819"/>
                  </a:lnTo>
                  <a:lnTo>
                    <a:pt x="247040" y="615657"/>
                  </a:lnTo>
                  <a:lnTo>
                    <a:pt x="315417" y="615657"/>
                  </a:lnTo>
                  <a:lnTo>
                    <a:pt x="315417" y="540118"/>
                  </a:lnTo>
                  <a:lnTo>
                    <a:pt x="317944" y="537616"/>
                  </a:lnTo>
                  <a:lnTo>
                    <a:pt x="324154" y="537616"/>
                  </a:lnTo>
                  <a:lnTo>
                    <a:pt x="326669" y="540118"/>
                  </a:lnTo>
                  <a:lnTo>
                    <a:pt x="326669" y="615657"/>
                  </a:lnTo>
                  <a:lnTo>
                    <a:pt x="529094" y="615657"/>
                  </a:lnTo>
                  <a:lnTo>
                    <a:pt x="529094" y="540118"/>
                  </a:lnTo>
                  <a:lnTo>
                    <a:pt x="531622" y="537616"/>
                  </a:lnTo>
                  <a:lnTo>
                    <a:pt x="537832" y="537616"/>
                  </a:lnTo>
                  <a:lnTo>
                    <a:pt x="540346" y="540118"/>
                  </a:lnTo>
                  <a:lnTo>
                    <a:pt x="540346" y="615657"/>
                  </a:lnTo>
                  <a:lnTo>
                    <a:pt x="608736" y="615657"/>
                  </a:lnTo>
                  <a:lnTo>
                    <a:pt x="613575" y="610819"/>
                  </a:lnTo>
                  <a:lnTo>
                    <a:pt x="613575" y="538543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4"/>
          <p:cNvGrpSpPr/>
          <p:nvPr/>
        </p:nvGrpSpPr>
        <p:grpSpPr>
          <a:xfrm>
            <a:off x="7976592" y="4271914"/>
            <a:ext cx="4449445" cy="3448050"/>
            <a:chOff x="7976592" y="4271914"/>
            <a:chExt cx="4449445" cy="3448050"/>
          </a:xfrm>
        </p:grpSpPr>
        <p:sp>
          <p:nvSpPr>
            <p:cNvPr id="161" name="Google Shape;161;p4"/>
            <p:cNvSpPr/>
            <p:nvPr/>
          </p:nvSpPr>
          <p:spPr>
            <a:xfrm>
              <a:off x="7976592" y="4271914"/>
              <a:ext cx="4449445" cy="3448050"/>
            </a:xfrm>
            <a:custGeom>
              <a:rect b="b" l="l" r="r" t="t"/>
              <a:pathLst>
                <a:path extrusionOk="0" h="3448050" w="4449445">
                  <a:moveTo>
                    <a:pt x="4009047" y="0"/>
                  </a:moveTo>
                  <a:lnTo>
                    <a:pt x="447675" y="0"/>
                  </a:lnTo>
                  <a:lnTo>
                    <a:pt x="433031" y="177"/>
                  </a:lnTo>
                  <a:lnTo>
                    <a:pt x="389229" y="3771"/>
                  </a:lnTo>
                  <a:lnTo>
                    <a:pt x="346011" y="11633"/>
                  </a:lnTo>
                  <a:lnTo>
                    <a:pt x="303758" y="23698"/>
                  </a:lnTo>
                  <a:lnTo>
                    <a:pt x="262890" y="39852"/>
                  </a:lnTo>
                  <a:lnTo>
                    <a:pt x="223812" y="59918"/>
                  </a:lnTo>
                  <a:lnTo>
                    <a:pt x="186880" y="83731"/>
                  </a:lnTo>
                  <a:lnTo>
                    <a:pt x="152463" y="111048"/>
                  </a:lnTo>
                  <a:lnTo>
                    <a:pt x="120891" y="141605"/>
                  </a:lnTo>
                  <a:lnTo>
                    <a:pt x="92468" y="175107"/>
                  </a:lnTo>
                  <a:lnTo>
                    <a:pt x="67462" y="211239"/>
                  </a:lnTo>
                  <a:lnTo>
                    <a:pt x="46113" y="249643"/>
                  </a:lnTo>
                  <a:lnTo>
                    <a:pt x="28638" y="289953"/>
                  </a:lnTo>
                  <a:lnTo>
                    <a:pt x="15201" y="331787"/>
                  </a:lnTo>
                  <a:lnTo>
                    <a:pt x="5918" y="374738"/>
                  </a:lnTo>
                  <a:lnTo>
                    <a:pt x="901" y="418388"/>
                  </a:lnTo>
                  <a:lnTo>
                    <a:pt x="0" y="440347"/>
                  </a:lnTo>
                  <a:lnTo>
                    <a:pt x="0" y="2999879"/>
                  </a:lnTo>
                  <a:lnTo>
                    <a:pt x="3771" y="3058312"/>
                  </a:lnTo>
                  <a:lnTo>
                    <a:pt x="11633" y="3101555"/>
                  </a:lnTo>
                  <a:lnTo>
                    <a:pt x="23698" y="3143796"/>
                  </a:lnTo>
                  <a:lnTo>
                    <a:pt x="39852" y="3184664"/>
                  </a:lnTo>
                  <a:lnTo>
                    <a:pt x="59931" y="3223742"/>
                  </a:lnTo>
                  <a:lnTo>
                    <a:pt x="83731" y="3260674"/>
                  </a:lnTo>
                  <a:lnTo>
                    <a:pt x="111048" y="3295091"/>
                  </a:lnTo>
                  <a:lnTo>
                    <a:pt x="141604" y="3326663"/>
                  </a:lnTo>
                  <a:lnTo>
                    <a:pt x="175107" y="3355086"/>
                  </a:lnTo>
                  <a:lnTo>
                    <a:pt x="211239" y="3380092"/>
                  </a:lnTo>
                  <a:lnTo>
                    <a:pt x="249643" y="3401441"/>
                  </a:lnTo>
                  <a:lnTo>
                    <a:pt x="289953" y="3418916"/>
                  </a:lnTo>
                  <a:lnTo>
                    <a:pt x="331787" y="3432352"/>
                  </a:lnTo>
                  <a:lnTo>
                    <a:pt x="374738" y="3441636"/>
                  </a:lnTo>
                  <a:lnTo>
                    <a:pt x="418388" y="3446653"/>
                  </a:lnTo>
                  <a:lnTo>
                    <a:pt x="440347" y="3447554"/>
                  </a:lnTo>
                  <a:lnTo>
                    <a:pt x="4001719" y="3447554"/>
                  </a:lnTo>
                  <a:lnTo>
                    <a:pt x="4060164" y="3443782"/>
                  </a:lnTo>
                  <a:lnTo>
                    <a:pt x="4103395" y="3435921"/>
                  </a:lnTo>
                  <a:lnTo>
                    <a:pt x="4145635" y="3423843"/>
                  </a:lnTo>
                  <a:lnTo>
                    <a:pt x="4186504" y="3407702"/>
                  </a:lnTo>
                  <a:lnTo>
                    <a:pt x="4225594" y="3387623"/>
                  </a:lnTo>
                  <a:lnTo>
                    <a:pt x="4262513" y="3363823"/>
                  </a:lnTo>
                  <a:lnTo>
                    <a:pt x="4296930" y="3336493"/>
                  </a:lnTo>
                  <a:lnTo>
                    <a:pt x="4328502" y="3305949"/>
                  </a:lnTo>
                  <a:lnTo>
                    <a:pt x="4356938" y="3272434"/>
                  </a:lnTo>
                  <a:lnTo>
                    <a:pt x="4381931" y="3236315"/>
                  </a:lnTo>
                  <a:lnTo>
                    <a:pt x="4403280" y="3197910"/>
                  </a:lnTo>
                  <a:lnTo>
                    <a:pt x="4420755" y="3157601"/>
                  </a:lnTo>
                  <a:lnTo>
                    <a:pt x="4434192" y="3115767"/>
                  </a:lnTo>
                  <a:lnTo>
                    <a:pt x="4443476" y="3072815"/>
                  </a:lnTo>
                  <a:lnTo>
                    <a:pt x="4448505" y="3029165"/>
                  </a:lnTo>
                  <a:lnTo>
                    <a:pt x="4449394" y="3007207"/>
                  </a:lnTo>
                  <a:lnTo>
                    <a:pt x="4449394" y="447675"/>
                  </a:lnTo>
                  <a:lnTo>
                    <a:pt x="4445622" y="389229"/>
                  </a:lnTo>
                  <a:lnTo>
                    <a:pt x="4437761" y="346011"/>
                  </a:lnTo>
                  <a:lnTo>
                    <a:pt x="4425696" y="303758"/>
                  </a:lnTo>
                  <a:lnTo>
                    <a:pt x="4409541" y="262890"/>
                  </a:lnTo>
                  <a:lnTo>
                    <a:pt x="4389475" y="223812"/>
                  </a:lnTo>
                  <a:lnTo>
                    <a:pt x="4365663" y="186880"/>
                  </a:lnTo>
                  <a:lnTo>
                    <a:pt x="4338345" y="152463"/>
                  </a:lnTo>
                  <a:lnTo>
                    <a:pt x="4307801" y="120891"/>
                  </a:lnTo>
                  <a:lnTo>
                    <a:pt x="4274286" y="92468"/>
                  </a:lnTo>
                  <a:lnTo>
                    <a:pt x="4238155" y="67462"/>
                  </a:lnTo>
                  <a:lnTo>
                    <a:pt x="4199750" y="46113"/>
                  </a:lnTo>
                  <a:lnTo>
                    <a:pt x="4159440" y="28638"/>
                  </a:lnTo>
                  <a:lnTo>
                    <a:pt x="4117606" y="15201"/>
                  </a:lnTo>
                  <a:lnTo>
                    <a:pt x="4074655" y="5918"/>
                  </a:lnTo>
                  <a:lnTo>
                    <a:pt x="4031005" y="901"/>
                  </a:lnTo>
                  <a:lnTo>
                    <a:pt x="4009047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7976621" y="4406437"/>
              <a:ext cx="1235710" cy="1040130"/>
            </a:xfrm>
            <a:custGeom>
              <a:rect b="b" l="l" r="r" t="t"/>
              <a:pathLst>
                <a:path extrusionOk="0" h="1040129" w="1235709">
                  <a:moveTo>
                    <a:pt x="760387" y="0"/>
                  </a:moveTo>
                  <a:lnTo>
                    <a:pt x="0" y="0"/>
                  </a:lnTo>
                  <a:lnTo>
                    <a:pt x="0" y="1039571"/>
                  </a:lnTo>
                  <a:lnTo>
                    <a:pt x="760387" y="1039571"/>
                  </a:lnTo>
                  <a:lnTo>
                    <a:pt x="791455" y="1038552"/>
                  </a:lnTo>
                  <a:lnTo>
                    <a:pt x="852991" y="1030446"/>
                  </a:lnTo>
                  <a:lnTo>
                    <a:pt x="913000" y="1014365"/>
                  </a:lnTo>
                  <a:lnTo>
                    <a:pt x="970338" y="990617"/>
                  </a:lnTo>
                  <a:lnTo>
                    <a:pt x="1024144" y="959551"/>
                  </a:lnTo>
                  <a:lnTo>
                    <a:pt x="1073386" y="921766"/>
                  </a:lnTo>
                  <a:lnTo>
                    <a:pt x="1117320" y="877833"/>
                  </a:lnTo>
                  <a:lnTo>
                    <a:pt x="1155100" y="828600"/>
                  </a:lnTo>
                  <a:lnTo>
                    <a:pt x="1186161" y="774796"/>
                  </a:lnTo>
                  <a:lnTo>
                    <a:pt x="1209912" y="717458"/>
                  </a:lnTo>
                  <a:lnTo>
                    <a:pt x="1225994" y="656740"/>
                  </a:lnTo>
                  <a:lnTo>
                    <a:pt x="1234095" y="576902"/>
                  </a:lnTo>
                  <a:lnTo>
                    <a:pt x="1235113" y="519785"/>
                  </a:lnTo>
                  <a:lnTo>
                    <a:pt x="1234095" y="462669"/>
                  </a:lnTo>
                  <a:lnTo>
                    <a:pt x="1231052" y="418393"/>
                  </a:lnTo>
                  <a:lnTo>
                    <a:pt x="1218933" y="351853"/>
                  </a:lnTo>
                  <a:lnTo>
                    <a:pt x="1198975" y="293055"/>
                  </a:lnTo>
                  <a:lnTo>
                    <a:pt x="1171511" y="237362"/>
                  </a:lnTo>
                  <a:lnTo>
                    <a:pt x="1137016" y="185735"/>
                  </a:lnTo>
                  <a:lnTo>
                    <a:pt x="1096073" y="139052"/>
                  </a:lnTo>
                  <a:lnTo>
                    <a:pt x="1049383" y="98107"/>
                  </a:lnTo>
                  <a:lnTo>
                    <a:pt x="997750" y="63601"/>
                  </a:lnTo>
                  <a:lnTo>
                    <a:pt x="942057" y="36142"/>
                  </a:lnTo>
                  <a:lnTo>
                    <a:pt x="883259" y="16179"/>
                  </a:lnTo>
                  <a:lnTo>
                    <a:pt x="822356" y="4065"/>
                  </a:lnTo>
                  <a:lnTo>
                    <a:pt x="760387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"/>
            <p:cNvSpPr/>
            <p:nvPr/>
          </p:nvSpPr>
          <p:spPr>
            <a:xfrm>
              <a:off x="8273504" y="4654422"/>
              <a:ext cx="593725" cy="615315"/>
            </a:xfrm>
            <a:custGeom>
              <a:rect b="b" l="l" r="r" t="t"/>
              <a:pathLst>
                <a:path extrusionOk="0" h="615314" w="593725">
                  <a:moveTo>
                    <a:pt x="84797" y="95377"/>
                  </a:moveTo>
                  <a:lnTo>
                    <a:pt x="21209" y="95377"/>
                  </a:lnTo>
                  <a:lnTo>
                    <a:pt x="21209" y="208788"/>
                  </a:lnTo>
                  <a:lnTo>
                    <a:pt x="84797" y="164274"/>
                  </a:lnTo>
                  <a:lnTo>
                    <a:pt x="84797" y="95377"/>
                  </a:lnTo>
                  <a:close/>
                </a:path>
                <a:path extrusionOk="0" h="615314" w="593725">
                  <a:moveTo>
                    <a:pt x="116586" y="38"/>
                  </a:moveTo>
                  <a:lnTo>
                    <a:pt x="83667" y="7658"/>
                  </a:lnTo>
                  <a:lnTo>
                    <a:pt x="56705" y="25438"/>
                  </a:lnTo>
                  <a:lnTo>
                    <a:pt x="38493" y="52108"/>
                  </a:lnTo>
                  <a:lnTo>
                    <a:pt x="31800" y="85128"/>
                  </a:lnTo>
                  <a:lnTo>
                    <a:pt x="52997" y="85128"/>
                  </a:lnTo>
                  <a:lnTo>
                    <a:pt x="58013" y="60998"/>
                  </a:lnTo>
                  <a:lnTo>
                    <a:pt x="71678" y="40678"/>
                  </a:lnTo>
                  <a:lnTo>
                    <a:pt x="91897" y="26708"/>
                  </a:lnTo>
                  <a:lnTo>
                    <a:pt x="116586" y="21628"/>
                  </a:lnTo>
                  <a:lnTo>
                    <a:pt x="116586" y="38"/>
                  </a:lnTo>
                  <a:close/>
                </a:path>
                <a:path extrusionOk="0" h="615314" w="593725">
                  <a:moveTo>
                    <a:pt x="145211" y="548678"/>
                  </a:moveTo>
                  <a:lnTo>
                    <a:pt x="142417" y="542328"/>
                  </a:lnTo>
                  <a:lnTo>
                    <a:pt x="140309" y="535978"/>
                  </a:lnTo>
                  <a:lnTo>
                    <a:pt x="138798" y="529628"/>
                  </a:lnTo>
                  <a:lnTo>
                    <a:pt x="138303" y="525818"/>
                  </a:lnTo>
                  <a:lnTo>
                    <a:pt x="137795" y="522008"/>
                  </a:lnTo>
                  <a:lnTo>
                    <a:pt x="131432" y="525818"/>
                  </a:lnTo>
                  <a:lnTo>
                    <a:pt x="102819" y="525818"/>
                  </a:lnTo>
                  <a:lnTo>
                    <a:pt x="95389" y="522008"/>
                  </a:lnTo>
                  <a:lnTo>
                    <a:pt x="94335" y="522008"/>
                  </a:lnTo>
                  <a:lnTo>
                    <a:pt x="94005" y="525818"/>
                  </a:lnTo>
                  <a:lnTo>
                    <a:pt x="93891" y="527088"/>
                  </a:lnTo>
                  <a:lnTo>
                    <a:pt x="93776" y="528358"/>
                  </a:lnTo>
                  <a:lnTo>
                    <a:pt x="92214" y="534708"/>
                  </a:lnTo>
                  <a:lnTo>
                    <a:pt x="89865" y="541058"/>
                  </a:lnTo>
                  <a:lnTo>
                    <a:pt x="86918" y="546138"/>
                  </a:lnTo>
                  <a:lnTo>
                    <a:pt x="115531" y="561378"/>
                  </a:lnTo>
                  <a:lnTo>
                    <a:pt x="145211" y="548678"/>
                  </a:lnTo>
                  <a:close/>
                </a:path>
                <a:path extrusionOk="0" h="615314" w="593725">
                  <a:moveTo>
                    <a:pt x="148386" y="43218"/>
                  </a:moveTo>
                  <a:lnTo>
                    <a:pt x="127190" y="43218"/>
                  </a:lnTo>
                  <a:lnTo>
                    <a:pt x="110731" y="45758"/>
                  </a:lnTo>
                  <a:lnTo>
                    <a:pt x="97256" y="55918"/>
                  </a:lnTo>
                  <a:lnTo>
                    <a:pt x="88150" y="68618"/>
                  </a:lnTo>
                  <a:lnTo>
                    <a:pt x="84797" y="85128"/>
                  </a:lnTo>
                  <a:lnTo>
                    <a:pt x="105994" y="85128"/>
                  </a:lnTo>
                  <a:lnTo>
                    <a:pt x="107670" y="77508"/>
                  </a:lnTo>
                  <a:lnTo>
                    <a:pt x="112217" y="69888"/>
                  </a:lnTo>
                  <a:lnTo>
                    <a:pt x="118960" y="66078"/>
                  </a:lnTo>
                  <a:lnTo>
                    <a:pt x="127190" y="64808"/>
                  </a:lnTo>
                  <a:lnTo>
                    <a:pt x="148386" y="64808"/>
                  </a:lnTo>
                  <a:lnTo>
                    <a:pt x="148386" y="43218"/>
                  </a:lnTo>
                  <a:close/>
                </a:path>
                <a:path extrusionOk="0" h="615314" w="593725">
                  <a:moveTo>
                    <a:pt x="158991" y="0"/>
                  </a:moveTo>
                  <a:lnTo>
                    <a:pt x="137795" y="0"/>
                  </a:lnTo>
                  <a:lnTo>
                    <a:pt x="137795" y="21183"/>
                  </a:lnTo>
                  <a:lnTo>
                    <a:pt x="158991" y="21183"/>
                  </a:lnTo>
                  <a:lnTo>
                    <a:pt x="158991" y="0"/>
                  </a:lnTo>
                  <a:close/>
                </a:path>
                <a:path extrusionOk="0" h="615314" w="593725">
                  <a:moveTo>
                    <a:pt x="179120" y="435648"/>
                  </a:moveTo>
                  <a:lnTo>
                    <a:pt x="166852" y="431838"/>
                  </a:lnTo>
                  <a:lnTo>
                    <a:pt x="155676" y="425488"/>
                  </a:lnTo>
                  <a:lnTo>
                    <a:pt x="145897" y="416598"/>
                  </a:lnTo>
                  <a:lnTo>
                    <a:pt x="137795" y="406438"/>
                  </a:lnTo>
                  <a:lnTo>
                    <a:pt x="127723" y="417868"/>
                  </a:lnTo>
                  <a:lnTo>
                    <a:pt x="115265" y="426758"/>
                  </a:lnTo>
                  <a:lnTo>
                    <a:pt x="100825" y="433108"/>
                  </a:lnTo>
                  <a:lnTo>
                    <a:pt x="84797" y="435648"/>
                  </a:lnTo>
                  <a:lnTo>
                    <a:pt x="52997" y="435648"/>
                  </a:lnTo>
                  <a:lnTo>
                    <a:pt x="58242" y="457238"/>
                  </a:lnTo>
                  <a:lnTo>
                    <a:pt x="68770" y="476288"/>
                  </a:lnTo>
                  <a:lnTo>
                    <a:pt x="83858" y="491528"/>
                  </a:lnTo>
                  <a:lnTo>
                    <a:pt x="102819" y="502958"/>
                  </a:lnTo>
                  <a:lnTo>
                    <a:pt x="115531" y="505498"/>
                  </a:lnTo>
                  <a:lnTo>
                    <a:pt x="128244" y="502958"/>
                  </a:lnTo>
                  <a:lnTo>
                    <a:pt x="147828" y="491528"/>
                  </a:lnTo>
                  <a:lnTo>
                    <a:pt x="163233" y="476288"/>
                  </a:lnTo>
                  <a:lnTo>
                    <a:pt x="173863" y="457238"/>
                  </a:lnTo>
                  <a:lnTo>
                    <a:pt x="179120" y="435648"/>
                  </a:lnTo>
                  <a:close/>
                </a:path>
                <a:path extrusionOk="0" h="615314" w="593725">
                  <a:moveTo>
                    <a:pt x="180187" y="392468"/>
                  </a:moveTo>
                  <a:lnTo>
                    <a:pt x="164820" y="355638"/>
                  </a:lnTo>
                  <a:lnTo>
                    <a:pt x="127190" y="340398"/>
                  </a:lnTo>
                  <a:lnTo>
                    <a:pt x="105994" y="340398"/>
                  </a:lnTo>
                  <a:lnTo>
                    <a:pt x="85191" y="344208"/>
                  </a:lnTo>
                  <a:lnTo>
                    <a:pt x="68364" y="355638"/>
                  </a:lnTo>
                  <a:lnTo>
                    <a:pt x="57111" y="372148"/>
                  </a:lnTo>
                  <a:lnTo>
                    <a:pt x="52997" y="392468"/>
                  </a:lnTo>
                  <a:lnTo>
                    <a:pt x="52997" y="415328"/>
                  </a:lnTo>
                  <a:lnTo>
                    <a:pt x="84797" y="415328"/>
                  </a:lnTo>
                  <a:lnTo>
                    <a:pt x="101257" y="411518"/>
                  </a:lnTo>
                  <a:lnTo>
                    <a:pt x="114744" y="402628"/>
                  </a:lnTo>
                  <a:lnTo>
                    <a:pt x="123850" y="388658"/>
                  </a:lnTo>
                  <a:lnTo>
                    <a:pt x="127190" y="372148"/>
                  </a:lnTo>
                  <a:lnTo>
                    <a:pt x="127190" y="367068"/>
                  </a:lnTo>
                  <a:lnTo>
                    <a:pt x="131432" y="361988"/>
                  </a:lnTo>
                  <a:lnTo>
                    <a:pt x="136728" y="361988"/>
                  </a:lnTo>
                  <a:lnTo>
                    <a:pt x="142024" y="360718"/>
                  </a:lnTo>
                  <a:lnTo>
                    <a:pt x="147332" y="365798"/>
                  </a:lnTo>
                  <a:lnTo>
                    <a:pt x="148386" y="370878"/>
                  </a:lnTo>
                  <a:lnTo>
                    <a:pt x="150507" y="382308"/>
                  </a:lnTo>
                  <a:lnTo>
                    <a:pt x="154393" y="393738"/>
                  </a:lnTo>
                  <a:lnTo>
                    <a:pt x="160972" y="402628"/>
                  </a:lnTo>
                  <a:lnTo>
                    <a:pt x="169735" y="408978"/>
                  </a:lnTo>
                  <a:lnTo>
                    <a:pt x="180187" y="414058"/>
                  </a:lnTo>
                  <a:lnTo>
                    <a:pt x="180187" y="392468"/>
                  </a:lnTo>
                  <a:close/>
                </a:path>
                <a:path extrusionOk="0" h="615314" w="593725">
                  <a:moveTo>
                    <a:pt x="211988" y="0"/>
                  </a:moveTo>
                  <a:lnTo>
                    <a:pt x="190792" y="0"/>
                  </a:lnTo>
                  <a:lnTo>
                    <a:pt x="190792" y="21183"/>
                  </a:lnTo>
                  <a:lnTo>
                    <a:pt x="211988" y="21183"/>
                  </a:lnTo>
                  <a:lnTo>
                    <a:pt x="211988" y="0"/>
                  </a:lnTo>
                  <a:close/>
                </a:path>
                <a:path extrusionOk="0" h="615314" w="593725">
                  <a:moveTo>
                    <a:pt x="222580" y="604558"/>
                  </a:moveTo>
                  <a:lnTo>
                    <a:pt x="220141" y="591858"/>
                  </a:lnTo>
                  <a:lnTo>
                    <a:pt x="214274" y="582968"/>
                  </a:lnTo>
                  <a:lnTo>
                    <a:pt x="213436" y="581698"/>
                  </a:lnTo>
                  <a:lnTo>
                    <a:pt x="203352" y="575348"/>
                  </a:lnTo>
                  <a:lnTo>
                    <a:pt x="190779" y="572808"/>
                  </a:lnTo>
                  <a:lnTo>
                    <a:pt x="183057" y="572808"/>
                  </a:lnTo>
                  <a:lnTo>
                    <a:pt x="175818" y="570268"/>
                  </a:lnTo>
                  <a:lnTo>
                    <a:pt x="169176" y="567728"/>
                  </a:lnTo>
                  <a:lnTo>
                    <a:pt x="163233" y="563918"/>
                  </a:lnTo>
                  <a:lnTo>
                    <a:pt x="120827" y="582968"/>
                  </a:lnTo>
                  <a:lnTo>
                    <a:pt x="112356" y="582968"/>
                  </a:lnTo>
                  <a:lnTo>
                    <a:pt x="73139" y="563918"/>
                  </a:lnTo>
                  <a:lnTo>
                    <a:pt x="66395" y="567728"/>
                  </a:lnTo>
                  <a:lnTo>
                    <a:pt x="58966" y="570268"/>
                  </a:lnTo>
                  <a:lnTo>
                    <a:pt x="50927" y="572808"/>
                  </a:lnTo>
                  <a:lnTo>
                    <a:pt x="42392" y="572808"/>
                  </a:lnTo>
                  <a:lnTo>
                    <a:pt x="29832" y="575348"/>
                  </a:lnTo>
                  <a:lnTo>
                    <a:pt x="19748" y="581698"/>
                  </a:lnTo>
                  <a:lnTo>
                    <a:pt x="13042" y="591858"/>
                  </a:lnTo>
                  <a:lnTo>
                    <a:pt x="10604" y="604558"/>
                  </a:lnTo>
                  <a:lnTo>
                    <a:pt x="10604" y="614718"/>
                  </a:lnTo>
                  <a:lnTo>
                    <a:pt x="222580" y="614718"/>
                  </a:lnTo>
                  <a:lnTo>
                    <a:pt x="222580" y="604558"/>
                  </a:lnTo>
                  <a:close/>
                </a:path>
                <a:path extrusionOk="0" h="615314" w="593725">
                  <a:moveTo>
                    <a:pt x="402767" y="334048"/>
                  </a:moveTo>
                  <a:lnTo>
                    <a:pt x="401701" y="330238"/>
                  </a:lnTo>
                  <a:lnTo>
                    <a:pt x="401548" y="328968"/>
                  </a:lnTo>
                  <a:lnTo>
                    <a:pt x="401256" y="326428"/>
                  </a:lnTo>
                  <a:lnTo>
                    <a:pt x="400646" y="321348"/>
                  </a:lnTo>
                  <a:lnTo>
                    <a:pt x="393230" y="314998"/>
                  </a:lnTo>
                  <a:lnTo>
                    <a:pt x="385800" y="313728"/>
                  </a:lnTo>
                  <a:lnTo>
                    <a:pt x="379501" y="312458"/>
                  </a:lnTo>
                  <a:lnTo>
                    <a:pt x="373481" y="314998"/>
                  </a:lnTo>
                  <a:lnTo>
                    <a:pt x="368071" y="317538"/>
                  </a:lnTo>
                  <a:lnTo>
                    <a:pt x="363550" y="322618"/>
                  </a:lnTo>
                  <a:lnTo>
                    <a:pt x="361429" y="326428"/>
                  </a:lnTo>
                  <a:lnTo>
                    <a:pt x="351891" y="326428"/>
                  </a:lnTo>
                  <a:lnTo>
                    <a:pt x="348703" y="325158"/>
                  </a:lnTo>
                  <a:lnTo>
                    <a:pt x="346583" y="322618"/>
                  </a:lnTo>
                  <a:lnTo>
                    <a:pt x="342353" y="316268"/>
                  </a:lnTo>
                  <a:lnTo>
                    <a:pt x="335991" y="313728"/>
                  </a:lnTo>
                  <a:lnTo>
                    <a:pt x="321157" y="313728"/>
                  </a:lnTo>
                  <a:lnTo>
                    <a:pt x="314794" y="316268"/>
                  </a:lnTo>
                  <a:lnTo>
                    <a:pt x="306311" y="328968"/>
                  </a:lnTo>
                  <a:lnTo>
                    <a:pt x="296773" y="328968"/>
                  </a:lnTo>
                  <a:lnTo>
                    <a:pt x="292531" y="322618"/>
                  </a:lnTo>
                  <a:lnTo>
                    <a:pt x="287235" y="314998"/>
                  </a:lnTo>
                  <a:lnTo>
                    <a:pt x="278752" y="312458"/>
                  </a:lnTo>
                  <a:lnTo>
                    <a:pt x="261797" y="314998"/>
                  </a:lnTo>
                  <a:lnTo>
                    <a:pt x="255435" y="321348"/>
                  </a:lnTo>
                  <a:lnTo>
                    <a:pt x="254381" y="330238"/>
                  </a:lnTo>
                  <a:lnTo>
                    <a:pt x="253314" y="335318"/>
                  </a:lnTo>
                  <a:lnTo>
                    <a:pt x="254381" y="340398"/>
                  </a:lnTo>
                  <a:lnTo>
                    <a:pt x="256501" y="344208"/>
                  </a:lnTo>
                  <a:lnTo>
                    <a:pt x="262788" y="355638"/>
                  </a:lnTo>
                  <a:lnTo>
                    <a:pt x="268693" y="368338"/>
                  </a:lnTo>
                  <a:lnTo>
                    <a:pt x="273786" y="381038"/>
                  </a:lnTo>
                  <a:lnTo>
                    <a:pt x="277698" y="395008"/>
                  </a:lnTo>
                  <a:lnTo>
                    <a:pt x="289204" y="389928"/>
                  </a:lnTo>
                  <a:lnTo>
                    <a:pt x="301409" y="384848"/>
                  </a:lnTo>
                  <a:lnTo>
                    <a:pt x="327507" y="382308"/>
                  </a:lnTo>
                  <a:lnTo>
                    <a:pt x="354533" y="384848"/>
                  </a:lnTo>
                  <a:lnTo>
                    <a:pt x="366864" y="389928"/>
                  </a:lnTo>
                  <a:lnTo>
                    <a:pt x="378383" y="395008"/>
                  </a:lnTo>
                  <a:lnTo>
                    <a:pt x="381939" y="382308"/>
                  </a:lnTo>
                  <a:lnTo>
                    <a:pt x="399580" y="344208"/>
                  </a:lnTo>
                  <a:lnTo>
                    <a:pt x="401701" y="340398"/>
                  </a:lnTo>
                  <a:lnTo>
                    <a:pt x="402767" y="334048"/>
                  </a:lnTo>
                  <a:close/>
                </a:path>
                <a:path extrusionOk="0" h="615314" w="593725">
                  <a:moveTo>
                    <a:pt x="410184" y="467398"/>
                  </a:moveTo>
                  <a:lnTo>
                    <a:pt x="400621" y="445808"/>
                  </a:lnTo>
                  <a:lnTo>
                    <a:pt x="398932" y="441998"/>
                  </a:lnTo>
                  <a:lnTo>
                    <a:pt x="380517" y="421678"/>
                  </a:lnTo>
                  <a:lnTo>
                    <a:pt x="360362" y="409943"/>
                  </a:lnTo>
                  <a:lnTo>
                    <a:pt x="360362" y="494068"/>
                  </a:lnTo>
                  <a:lnTo>
                    <a:pt x="360362" y="499148"/>
                  </a:lnTo>
                  <a:lnTo>
                    <a:pt x="339166" y="499148"/>
                  </a:lnTo>
                  <a:lnTo>
                    <a:pt x="339166" y="485178"/>
                  </a:lnTo>
                  <a:lnTo>
                    <a:pt x="331749" y="477558"/>
                  </a:lnTo>
                  <a:lnTo>
                    <a:pt x="314794" y="477558"/>
                  </a:lnTo>
                  <a:lnTo>
                    <a:pt x="307378" y="485178"/>
                  </a:lnTo>
                  <a:lnTo>
                    <a:pt x="307378" y="501688"/>
                  </a:lnTo>
                  <a:lnTo>
                    <a:pt x="314794" y="509308"/>
                  </a:lnTo>
                  <a:lnTo>
                    <a:pt x="323265" y="509308"/>
                  </a:lnTo>
                  <a:lnTo>
                    <a:pt x="337566" y="511848"/>
                  </a:lnTo>
                  <a:lnTo>
                    <a:pt x="349364" y="520738"/>
                  </a:lnTo>
                  <a:lnTo>
                    <a:pt x="357403" y="532168"/>
                  </a:lnTo>
                  <a:lnTo>
                    <a:pt x="360362" y="546138"/>
                  </a:lnTo>
                  <a:lnTo>
                    <a:pt x="357936" y="560108"/>
                  </a:lnTo>
                  <a:lnTo>
                    <a:pt x="351218" y="570268"/>
                  </a:lnTo>
                  <a:lnTo>
                    <a:pt x="341147" y="579158"/>
                  </a:lnTo>
                  <a:lnTo>
                    <a:pt x="328574" y="582968"/>
                  </a:lnTo>
                  <a:lnTo>
                    <a:pt x="328574" y="594398"/>
                  </a:lnTo>
                  <a:lnTo>
                    <a:pt x="307378" y="594398"/>
                  </a:lnTo>
                  <a:lnTo>
                    <a:pt x="307378" y="579158"/>
                  </a:lnTo>
                  <a:lnTo>
                    <a:pt x="298704" y="574078"/>
                  </a:lnTo>
                  <a:lnTo>
                    <a:pt x="291998" y="565188"/>
                  </a:lnTo>
                  <a:lnTo>
                    <a:pt x="287693" y="556298"/>
                  </a:lnTo>
                  <a:lnTo>
                    <a:pt x="286169" y="546138"/>
                  </a:lnTo>
                  <a:lnTo>
                    <a:pt x="286169" y="541058"/>
                  </a:lnTo>
                  <a:lnTo>
                    <a:pt x="307378" y="541058"/>
                  </a:lnTo>
                  <a:lnTo>
                    <a:pt x="307378" y="555028"/>
                  </a:lnTo>
                  <a:lnTo>
                    <a:pt x="314794" y="562648"/>
                  </a:lnTo>
                  <a:lnTo>
                    <a:pt x="331749" y="562648"/>
                  </a:lnTo>
                  <a:lnTo>
                    <a:pt x="339166" y="555028"/>
                  </a:lnTo>
                  <a:lnTo>
                    <a:pt x="339166" y="541058"/>
                  </a:lnTo>
                  <a:lnTo>
                    <a:pt x="339166" y="538518"/>
                  </a:lnTo>
                  <a:lnTo>
                    <a:pt x="331749" y="530898"/>
                  </a:lnTo>
                  <a:lnTo>
                    <a:pt x="323265" y="530898"/>
                  </a:lnTo>
                  <a:lnTo>
                    <a:pt x="308978" y="527088"/>
                  </a:lnTo>
                  <a:lnTo>
                    <a:pt x="297167" y="519468"/>
                  </a:lnTo>
                  <a:lnTo>
                    <a:pt x="289140" y="508038"/>
                  </a:lnTo>
                  <a:lnTo>
                    <a:pt x="286169" y="494068"/>
                  </a:lnTo>
                  <a:lnTo>
                    <a:pt x="287693" y="482638"/>
                  </a:lnTo>
                  <a:lnTo>
                    <a:pt x="291998" y="473748"/>
                  </a:lnTo>
                  <a:lnTo>
                    <a:pt x="298704" y="466128"/>
                  </a:lnTo>
                  <a:lnTo>
                    <a:pt x="307378" y="461048"/>
                  </a:lnTo>
                  <a:lnTo>
                    <a:pt x="307378" y="445808"/>
                  </a:lnTo>
                  <a:lnTo>
                    <a:pt x="328574" y="445808"/>
                  </a:lnTo>
                  <a:lnTo>
                    <a:pt x="328574" y="457238"/>
                  </a:lnTo>
                  <a:lnTo>
                    <a:pt x="341147" y="461048"/>
                  </a:lnTo>
                  <a:lnTo>
                    <a:pt x="351218" y="469938"/>
                  </a:lnTo>
                  <a:lnTo>
                    <a:pt x="357936" y="480098"/>
                  </a:lnTo>
                  <a:lnTo>
                    <a:pt x="360362" y="494068"/>
                  </a:lnTo>
                  <a:lnTo>
                    <a:pt x="360362" y="409943"/>
                  </a:lnTo>
                  <a:lnTo>
                    <a:pt x="356527" y="407708"/>
                  </a:lnTo>
                  <a:lnTo>
                    <a:pt x="328574" y="403898"/>
                  </a:lnTo>
                  <a:lnTo>
                    <a:pt x="295656" y="410248"/>
                  </a:lnTo>
                  <a:lnTo>
                    <a:pt x="268693" y="428028"/>
                  </a:lnTo>
                  <a:lnTo>
                    <a:pt x="250469" y="454698"/>
                  </a:lnTo>
                  <a:lnTo>
                    <a:pt x="243776" y="487718"/>
                  </a:lnTo>
                  <a:lnTo>
                    <a:pt x="243776" y="582968"/>
                  </a:lnTo>
                  <a:lnTo>
                    <a:pt x="246214" y="595668"/>
                  </a:lnTo>
                  <a:lnTo>
                    <a:pt x="252920" y="605828"/>
                  </a:lnTo>
                  <a:lnTo>
                    <a:pt x="263004" y="613448"/>
                  </a:lnTo>
                  <a:lnTo>
                    <a:pt x="275577" y="614718"/>
                  </a:lnTo>
                  <a:lnTo>
                    <a:pt x="381571" y="614718"/>
                  </a:lnTo>
                  <a:lnTo>
                    <a:pt x="381571" y="594398"/>
                  </a:lnTo>
                  <a:lnTo>
                    <a:pt x="381571" y="499148"/>
                  </a:lnTo>
                  <a:lnTo>
                    <a:pt x="381571" y="471208"/>
                  </a:lnTo>
                  <a:lnTo>
                    <a:pt x="385800" y="467398"/>
                  </a:lnTo>
                  <a:lnTo>
                    <a:pt x="410184" y="467398"/>
                  </a:lnTo>
                  <a:close/>
                </a:path>
                <a:path extrusionOk="0" h="615314" w="593725">
                  <a:moveTo>
                    <a:pt x="508749" y="487527"/>
                  </a:moveTo>
                  <a:lnTo>
                    <a:pt x="487565" y="487527"/>
                  </a:lnTo>
                  <a:lnTo>
                    <a:pt x="487565" y="540524"/>
                  </a:lnTo>
                  <a:lnTo>
                    <a:pt x="508749" y="540524"/>
                  </a:lnTo>
                  <a:lnTo>
                    <a:pt x="508749" y="487527"/>
                  </a:lnTo>
                  <a:close/>
                </a:path>
                <a:path extrusionOk="0" h="615314" w="593725">
                  <a:moveTo>
                    <a:pt x="593547" y="487718"/>
                  </a:moveTo>
                  <a:lnTo>
                    <a:pt x="529945" y="487718"/>
                  </a:lnTo>
                  <a:lnTo>
                    <a:pt x="529945" y="557568"/>
                  </a:lnTo>
                  <a:lnTo>
                    <a:pt x="525716" y="562648"/>
                  </a:lnTo>
                  <a:lnTo>
                    <a:pt x="470598" y="562648"/>
                  </a:lnTo>
                  <a:lnTo>
                    <a:pt x="466356" y="557568"/>
                  </a:lnTo>
                  <a:lnTo>
                    <a:pt x="466356" y="487718"/>
                  </a:lnTo>
                  <a:lnTo>
                    <a:pt x="402767" y="487718"/>
                  </a:lnTo>
                  <a:lnTo>
                    <a:pt x="402767" y="614718"/>
                  </a:lnTo>
                  <a:lnTo>
                    <a:pt x="593547" y="614718"/>
                  </a:lnTo>
                  <a:lnTo>
                    <a:pt x="593547" y="562648"/>
                  </a:lnTo>
                  <a:lnTo>
                    <a:pt x="593547" y="487718"/>
                  </a:lnTo>
                  <a:close/>
                </a:path>
                <a:path extrusionOk="0" h="615314" w="593725">
                  <a:moveTo>
                    <a:pt x="593547" y="31788"/>
                  </a:moveTo>
                  <a:lnTo>
                    <a:pt x="540550" y="71018"/>
                  </a:lnTo>
                  <a:lnTo>
                    <a:pt x="540550" y="170218"/>
                  </a:lnTo>
                  <a:lnTo>
                    <a:pt x="540550" y="191808"/>
                  </a:lnTo>
                  <a:lnTo>
                    <a:pt x="540550" y="212128"/>
                  </a:lnTo>
                  <a:lnTo>
                    <a:pt x="540550" y="233718"/>
                  </a:lnTo>
                  <a:lnTo>
                    <a:pt x="508749" y="233718"/>
                  </a:lnTo>
                  <a:lnTo>
                    <a:pt x="508749" y="212128"/>
                  </a:lnTo>
                  <a:lnTo>
                    <a:pt x="540550" y="212128"/>
                  </a:lnTo>
                  <a:lnTo>
                    <a:pt x="540550" y="191808"/>
                  </a:lnTo>
                  <a:lnTo>
                    <a:pt x="508749" y="191808"/>
                  </a:lnTo>
                  <a:lnTo>
                    <a:pt x="508749" y="170218"/>
                  </a:lnTo>
                  <a:lnTo>
                    <a:pt x="540550" y="170218"/>
                  </a:lnTo>
                  <a:lnTo>
                    <a:pt x="540550" y="71018"/>
                  </a:lnTo>
                  <a:lnTo>
                    <a:pt x="476961" y="118071"/>
                  </a:lnTo>
                  <a:lnTo>
                    <a:pt x="476961" y="170218"/>
                  </a:lnTo>
                  <a:lnTo>
                    <a:pt x="476961" y="191808"/>
                  </a:lnTo>
                  <a:lnTo>
                    <a:pt x="476961" y="212128"/>
                  </a:lnTo>
                  <a:lnTo>
                    <a:pt x="476961" y="233718"/>
                  </a:lnTo>
                  <a:lnTo>
                    <a:pt x="445160" y="233718"/>
                  </a:lnTo>
                  <a:lnTo>
                    <a:pt x="445160" y="212128"/>
                  </a:lnTo>
                  <a:lnTo>
                    <a:pt x="476961" y="212128"/>
                  </a:lnTo>
                  <a:lnTo>
                    <a:pt x="476961" y="191808"/>
                  </a:lnTo>
                  <a:lnTo>
                    <a:pt x="445160" y="191808"/>
                  </a:lnTo>
                  <a:lnTo>
                    <a:pt x="445160" y="170218"/>
                  </a:lnTo>
                  <a:lnTo>
                    <a:pt x="476961" y="170218"/>
                  </a:lnTo>
                  <a:lnTo>
                    <a:pt x="476961" y="118071"/>
                  </a:lnTo>
                  <a:lnTo>
                    <a:pt x="413359" y="165138"/>
                  </a:lnTo>
                  <a:lnTo>
                    <a:pt x="413359" y="265468"/>
                  </a:lnTo>
                  <a:lnTo>
                    <a:pt x="392163" y="265468"/>
                  </a:lnTo>
                  <a:lnTo>
                    <a:pt x="392163" y="31788"/>
                  </a:lnTo>
                  <a:lnTo>
                    <a:pt x="339178" y="71005"/>
                  </a:lnTo>
                  <a:lnTo>
                    <a:pt x="339178" y="170218"/>
                  </a:lnTo>
                  <a:lnTo>
                    <a:pt x="339178" y="191808"/>
                  </a:lnTo>
                  <a:lnTo>
                    <a:pt x="339178" y="212128"/>
                  </a:lnTo>
                  <a:lnTo>
                    <a:pt x="339178" y="233718"/>
                  </a:lnTo>
                  <a:lnTo>
                    <a:pt x="307378" y="233718"/>
                  </a:lnTo>
                  <a:lnTo>
                    <a:pt x="307378" y="212128"/>
                  </a:lnTo>
                  <a:lnTo>
                    <a:pt x="339178" y="212128"/>
                  </a:lnTo>
                  <a:lnTo>
                    <a:pt x="339178" y="191808"/>
                  </a:lnTo>
                  <a:lnTo>
                    <a:pt x="307378" y="191808"/>
                  </a:lnTo>
                  <a:lnTo>
                    <a:pt x="307378" y="170218"/>
                  </a:lnTo>
                  <a:lnTo>
                    <a:pt x="339178" y="170218"/>
                  </a:lnTo>
                  <a:lnTo>
                    <a:pt x="339178" y="71005"/>
                  </a:lnTo>
                  <a:lnTo>
                    <a:pt x="275577" y="118084"/>
                  </a:lnTo>
                  <a:lnTo>
                    <a:pt x="275577" y="170218"/>
                  </a:lnTo>
                  <a:lnTo>
                    <a:pt x="275577" y="191808"/>
                  </a:lnTo>
                  <a:lnTo>
                    <a:pt x="275577" y="212128"/>
                  </a:lnTo>
                  <a:lnTo>
                    <a:pt x="275577" y="233718"/>
                  </a:lnTo>
                  <a:lnTo>
                    <a:pt x="243776" y="233718"/>
                  </a:lnTo>
                  <a:lnTo>
                    <a:pt x="243776" y="212128"/>
                  </a:lnTo>
                  <a:lnTo>
                    <a:pt x="275577" y="212128"/>
                  </a:lnTo>
                  <a:lnTo>
                    <a:pt x="275577" y="191808"/>
                  </a:lnTo>
                  <a:lnTo>
                    <a:pt x="243776" y="191808"/>
                  </a:lnTo>
                  <a:lnTo>
                    <a:pt x="243776" y="170218"/>
                  </a:lnTo>
                  <a:lnTo>
                    <a:pt x="275577" y="170218"/>
                  </a:lnTo>
                  <a:lnTo>
                    <a:pt x="275577" y="118084"/>
                  </a:lnTo>
                  <a:lnTo>
                    <a:pt x="211988" y="165138"/>
                  </a:lnTo>
                  <a:lnTo>
                    <a:pt x="211988" y="318808"/>
                  </a:lnTo>
                  <a:lnTo>
                    <a:pt x="190779" y="318808"/>
                  </a:lnTo>
                  <a:lnTo>
                    <a:pt x="190779" y="115608"/>
                  </a:lnTo>
                  <a:lnTo>
                    <a:pt x="0" y="250228"/>
                  </a:lnTo>
                  <a:lnTo>
                    <a:pt x="0" y="424218"/>
                  </a:lnTo>
                  <a:lnTo>
                    <a:pt x="31800" y="424218"/>
                  </a:lnTo>
                  <a:lnTo>
                    <a:pt x="31800" y="392468"/>
                  </a:lnTo>
                  <a:lnTo>
                    <a:pt x="37579" y="363258"/>
                  </a:lnTo>
                  <a:lnTo>
                    <a:pt x="53403" y="340398"/>
                  </a:lnTo>
                  <a:lnTo>
                    <a:pt x="76962" y="323888"/>
                  </a:lnTo>
                  <a:lnTo>
                    <a:pt x="105994" y="318808"/>
                  </a:lnTo>
                  <a:lnTo>
                    <a:pt x="127190" y="318808"/>
                  </a:lnTo>
                  <a:lnTo>
                    <a:pt x="156222" y="323888"/>
                  </a:lnTo>
                  <a:lnTo>
                    <a:pt x="179793" y="340398"/>
                  </a:lnTo>
                  <a:lnTo>
                    <a:pt x="195605" y="363258"/>
                  </a:lnTo>
                  <a:lnTo>
                    <a:pt x="201383" y="392468"/>
                  </a:lnTo>
                  <a:lnTo>
                    <a:pt x="201383" y="424218"/>
                  </a:lnTo>
                  <a:lnTo>
                    <a:pt x="243776" y="424218"/>
                  </a:lnTo>
                  <a:lnTo>
                    <a:pt x="248018" y="417868"/>
                  </a:lnTo>
                  <a:lnTo>
                    <a:pt x="253314" y="412788"/>
                  </a:lnTo>
                  <a:lnTo>
                    <a:pt x="259676" y="407708"/>
                  </a:lnTo>
                  <a:lnTo>
                    <a:pt x="257556" y="400088"/>
                  </a:lnTo>
                  <a:lnTo>
                    <a:pt x="254431" y="388658"/>
                  </a:lnTo>
                  <a:lnTo>
                    <a:pt x="250012" y="377228"/>
                  </a:lnTo>
                  <a:lnTo>
                    <a:pt x="244602" y="365798"/>
                  </a:lnTo>
                  <a:lnTo>
                    <a:pt x="238480" y="354368"/>
                  </a:lnTo>
                  <a:lnTo>
                    <a:pt x="235292" y="348018"/>
                  </a:lnTo>
                  <a:lnTo>
                    <a:pt x="233578" y="341668"/>
                  </a:lnTo>
                  <a:lnTo>
                    <a:pt x="233311" y="335318"/>
                  </a:lnTo>
                  <a:lnTo>
                    <a:pt x="233260" y="334048"/>
                  </a:lnTo>
                  <a:lnTo>
                    <a:pt x="234238" y="326428"/>
                  </a:lnTo>
                  <a:lnTo>
                    <a:pt x="267093" y="292138"/>
                  </a:lnTo>
                  <a:lnTo>
                    <a:pt x="276593" y="290868"/>
                  </a:lnTo>
                  <a:lnTo>
                    <a:pt x="285775" y="292138"/>
                  </a:lnTo>
                  <a:lnTo>
                    <a:pt x="294373" y="295948"/>
                  </a:lnTo>
                  <a:lnTo>
                    <a:pt x="302069" y="301028"/>
                  </a:lnTo>
                  <a:lnTo>
                    <a:pt x="314528" y="293408"/>
                  </a:lnTo>
                  <a:lnTo>
                    <a:pt x="328574" y="292138"/>
                  </a:lnTo>
                  <a:lnTo>
                    <a:pt x="342620" y="293408"/>
                  </a:lnTo>
                  <a:lnTo>
                    <a:pt x="355066" y="301028"/>
                  </a:lnTo>
                  <a:lnTo>
                    <a:pt x="362775" y="295948"/>
                  </a:lnTo>
                  <a:lnTo>
                    <a:pt x="371360" y="292138"/>
                  </a:lnTo>
                  <a:lnTo>
                    <a:pt x="380555" y="290868"/>
                  </a:lnTo>
                  <a:lnTo>
                    <a:pt x="390042" y="292138"/>
                  </a:lnTo>
                  <a:lnTo>
                    <a:pt x="422897" y="326428"/>
                  </a:lnTo>
                  <a:lnTo>
                    <a:pt x="423722" y="332778"/>
                  </a:lnTo>
                  <a:lnTo>
                    <a:pt x="423164" y="340398"/>
                  </a:lnTo>
                  <a:lnTo>
                    <a:pt x="421411" y="348018"/>
                  </a:lnTo>
                  <a:lnTo>
                    <a:pt x="418668" y="354368"/>
                  </a:lnTo>
                  <a:lnTo>
                    <a:pt x="412102" y="367068"/>
                  </a:lnTo>
                  <a:lnTo>
                    <a:pt x="406742" y="378498"/>
                  </a:lnTo>
                  <a:lnTo>
                    <a:pt x="402564" y="388658"/>
                  </a:lnTo>
                  <a:lnTo>
                    <a:pt x="399580" y="400088"/>
                  </a:lnTo>
                  <a:lnTo>
                    <a:pt x="397459" y="407708"/>
                  </a:lnTo>
                  <a:lnTo>
                    <a:pt x="403821" y="412788"/>
                  </a:lnTo>
                  <a:lnTo>
                    <a:pt x="413359" y="424218"/>
                  </a:lnTo>
                  <a:lnTo>
                    <a:pt x="593547" y="424218"/>
                  </a:lnTo>
                  <a:lnTo>
                    <a:pt x="593547" y="170218"/>
                  </a:lnTo>
                  <a:lnTo>
                    <a:pt x="593547" y="31788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" name="Google Shape;164;p4"/>
          <p:cNvGrpSpPr/>
          <p:nvPr/>
        </p:nvGrpSpPr>
        <p:grpSpPr>
          <a:xfrm>
            <a:off x="3044130" y="4271914"/>
            <a:ext cx="4449445" cy="3448050"/>
            <a:chOff x="3044130" y="4271914"/>
            <a:chExt cx="4449445" cy="3448050"/>
          </a:xfrm>
        </p:grpSpPr>
        <p:sp>
          <p:nvSpPr>
            <p:cNvPr id="165" name="Google Shape;165;p4"/>
            <p:cNvSpPr/>
            <p:nvPr/>
          </p:nvSpPr>
          <p:spPr>
            <a:xfrm>
              <a:off x="3044130" y="4271914"/>
              <a:ext cx="4449445" cy="3448050"/>
            </a:xfrm>
            <a:custGeom>
              <a:rect b="b" l="l" r="r" t="t"/>
              <a:pathLst>
                <a:path extrusionOk="0" h="3448050" w="4449445">
                  <a:moveTo>
                    <a:pt x="4009047" y="0"/>
                  </a:moveTo>
                  <a:lnTo>
                    <a:pt x="447675" y="0"/>
                  </a:lnTo>
                  <a:lnTo>
                    <a:pt x="433031" y="177"/>
                  </a:lnTo>
                  <a:lnTo>
                    <a:pt x="389229" y="3771"/>
                  </a:lnTo>
                  <a:lnTo>
                    <a:pt x="346011" y="11633"/>
                  </a:lnTo>
                  <a:lnTo>
                    <a:pt x="303758" y="23698"/>
                  </a:lnTo>
                  <a:lnTo>
                    <a:pt x="262890" y="39852"/>
                  </a:lnTo>
                  <a:lnTo>
                    <a:pt x="223812" y="59918"/>
                  </a:lnTo>
                  <a:lnTo>
                    <a:pt x="186880" y="83731"/>
                  </a:lnTo>
                  <a:lnTo>
                    <a:pt x="152463" y="111048"/>
                  </a:lnTo>
                  <a:lnTo>
                    <a:pt x="120891" y="141605"/>
                  </a:lnTo>
                  <a:lnTo>
                    <a:pt x="92468" y="175107"/>
                  </a:lnTo>
                  <a:lnTo>
                    <a:pt x="67462" y="211239"/>
                  </a:lnTo>
                  <a:lnTo>
                    <a:pt x="46113" y="249643"/>
                  </a:lnTo>
                  <a:lnTo>
                    <a:pt x="28638" y="289953"/>
                  </a:lnTo>
                  <a:lnTo>
                    <a:pt x="15201" y="331787"/>
                  </a:lnTo>
                  <a:lnTo>
                    <a:pt x="5918" y="374738"/>
                  </a:lnTo>
                  <a:lnTo>
                    <a:pt x="901" y="418388"/>
                  </a:lnTo>
                  <a:lnTo>
                    <a:pt x="0" y="440347"/>
                  </a:lnTo>
                  <a:lnTo>
                    <a:pt x="0" y="2999879"/>
                  </a:lnTo>
                  <a:lnTo>
                    <a:pt x="3771" y="3058312"/>
                  </a:lnTo>
                  <a:lnTo>
                    <a:pt x="11633" y="3101555"/>
                  </a:lnTo>
                  <a:lnTo>
                    <a:pt x="23698" y="3143796"/>
                  </a:lnTo>
                  <a:lnTo>
                    <a:pt x="39852" y="3184664"/>
                  </a:lnTo>
                  <a:lnTo>
                    <a:pt x="59918" y="3223742"/>
                  </a:lnTo>
                  <a:lnTo>
                    <a:pt x="83731" y="3260674"/>
                  </a:lnTo>
                  <a:lnTo>
                    <a:pt x="111048" y="3295091"/>
                  </a:lnTo>
                  <a:lnTo>
                    <a:pt x="141604" y="3326663"/>
                  </a:lnTo>
                  <a:lnTo>
                    <a:pt x="175107" y="3355086"/>
                  </a:lnTo>
                  <a:lnTo>
                    <a:pt x="211239" y="3380092"/>
                  </a:lnTo>
                  <a:lnTo>
                    <a:pt x="249643" y="3401441"/>
                  </a:lnTo>
                  <a:lnTo>
                    <a:pt x="289953" y="3418916"/>
                  </a:lnTo>
                  <a:lnTo>
                    <a:pt x="331787" y="3432352"/>
                  </a:lnTo>
                  <a:lnTo>
                    <a:pt x="374738" y="3441636"/>
                  </a:lnTo>
                  <a:lnTo>
                    <a:pt x="418388" y="3446653"/>
                  </a:lnTo>
                  <a:lnTo>
                    <a:pt x="440347" y="3447554"/>
                  </a:lnTo>
                  <a:lnTo>
                    <a:pt x="4001719" y="3447554"/>
                  </a:lnTo>
                  <a:lnTo>
                    <a:pt x="4060164" y="3443782"/>
                  </a:lnTo>
                  <a:lnTo>
                    <a:pt x="4103395" y="3435921"/>
                  </a:lnTo>
                  <a:lnTo>
                    <a:pt x="4145635" y="3423843"/>
                  </a:lnTo>
                  <a:lnTo>
                    <a:pt x="4186504" y="3407702"/>
                  </a:lnTo>
                  <a:lnTo>
                    <a:pt x="4225594" y="3387623"/>
                  </a:lnTo>
                  <a:lnTo>
                    <a:pt x="4262513" y="3363823"/>
                  </a:lnTo>
                  <a:lnTo>
                    <a:pt x="4296930" y="3336493"/>
                  </a:lnTo>
                  <a:lnTo>
                    <a:pt x="4328502" y="3305949"/>
                  </a:lnTo>
                  <a:lnTo>
                    <a:pt x="4356938" y="3272434"/>
                  </a:lnTo>
                  <a:lnTo>
                    <a:pt x="4381931" y="3236315"/>
                  </a:lnTo>
                  <a:lnTo>
                    <a:pt x="4403280" y="3197910"/>
                  </a:lnTo>
                  <a:lnTo>
                    <a:pt x="4420755" y="3157601"/>
                  </a:lnTo>
                  <a:lnTo>
                    <a:pt x="4434192" y="3115767"/>
                  </a:lnTo>
                  <a:lnTo>
                    <a:pt x="4443476" y="3072815"/>
                  </a:lnTo>
                  <a:lnTo>
                    <a:pt x="4448505" y="3029165"/>
                  </a:lnTo>
                  <a:lnTo>
                    <a:pt x="4449394" y="3007207"/>
                  </a:lnTo>
                  <a:lnTo>
                    <a:pt x="4449394" y="447675"/>
                  </a:lnTo>
                  <a:lnTo>
                    <a:pt x="4445622" y="389229"/>
                  </a:lnTo>
                  <a:lnTo>
                    <a:pt x="4437761" y="346011"/>
                  </a:lnTo>
                  <a:lnTo>
                    <a:pt x="4425696" y="303758"/>
                  </a:lnTo>
                  <a:lnTo>
                    <a:pt x="4409541" y="262890"/>
                  </a:lnTo>
                  <a:lnTo>
                    <a:pt x="4389475" y="223812"/>
                  </a:lnTo>
                  <a:lnTo>
                    <a:pt x="4365663" y="186880"/>
                  </a:lnTo>
                  <a:lnTo>
                    <a:pt x="4338345" y="152463"/>
                  </a:lnTo>
                  <a:lnTo>
                    <a:pt x="4307801" y="120891"/>
                  </a:lnTo>
                  <a:lnTo>
                    <a:pt x="4274286" y="92468"/>
                  </a:lnTo>
                  <a:lnTo>
                    <a:pt x="4238155" y="67462"/>
                  </a:lnTo>
                  <a:lnTo>
                    <a:pt x="4199750" y="46113"/>
                  </a:lnTo>
                  <a:lnTo>
                    <a:pt x="4159440" y="28638"/>
                  </a:lnTo>
                  <a:lnTo>
                    <a:pt x="4117606" y="15201"/>
                  </a:lnTo>
                  <a:lnTo>
                    <a:pt x="4074655" y="5918"/>
                  </a:lnTo>
                  <a:lnTo>
                    <a:pt x="4031005" y="901"/>
                  </a:lnTo>
                  <a:lnTo>
                    <a:pt x="4009047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3044146" y="4406437"/>
              <a:ext cx="1235710" cy="1040130"/>
            </a:xfrm>
            <a:custGeom>
              <a:rect b="b" l="l" r="r" t="t"/>
              <a:pathLst>
                <a:path extrusionOk="0" h="1040129" w="1235710">
                  <a:moveTo>
                    <a:pt x="760399" y="0"/>
                  </a:moveTo>
                  <a:lnTo>
                    <a:pt x="0" y="0"/>
                  </a:lnTo>
                  <a:lnTo>
                    <a:pt x="0" y="1039571"/>
                  </a:lnTo>
                  <a:lnTo>
                    <a:pt x="760399" y="1039571"/>
                  </a:lnTo>
                  <a:lnTo>
                    <a:pt x="791467" y="1038552"/>
                  </a:lnTo>
                  <a:lnTo>
                    <a:pt x="853004" y="1030446"/>
                  </a:lnTo>
                  <a:lnTo>
                    <a:pt x="913012" y="1014365"/>
                  </a:lnTo>
                  <a:lnTo>
                    <a:pt x="970351" y="990617"/>
                  </a:lnTo>
                  <a:lnTo>
                    <a:pt x="1024157" y="959551"/>
                  </a:lnTo>
                  <a:lnTo>
                    <a:pt x="1073399" y="921766"/>
                  </a:lnTo>
                  <a:lnTo>
                    <a:pt x="1117333" y="877833"/>
                  </a:lnTo>
                  <a:lnTo>
                    <a:pt x="1155113" y="828600"/>
                  </a:lnTo>
                  <a:lnTo>
                    <a:pt x="1186174" y="774796"/>
                  </a:lnTo>
                  <a:lnTo>
                    <a:pt x="1209925" y="717458"/>
                  </a:lnTo>
                  <a:lnTo>
                    <a:pt x="1226006" y="656740"/>
                  </a:lnTo>
                  <a:lnTo>
                    <a:pt x="1234108" y="576902"/>
                  </a:lnTo>
                  <a:lnTo>
                    <a:pt x="1235125" y="519785"/>
                  </a:lnTo>
                  <a:lnTo>
                    <a:pt x="1234108" y="462669"/>
                  </a:lnTo>
                  <a:lnTo>
                    <a:pt x="1231064" y="418393"/>
                  </a:lnTo>
                  <a:lnTo>
                    <a:pt x="1218946" y="351853"/>
                  </a:lnTo>
                  <a:lnTo>
                    <a:pt x="1198987" y="293055"/>
                  </a:lnTo>
                  <a:lnTo>
                    <a:pt x="1171524" y="237362"/>
                  </a:lnTo>
                  <a:lnTo>
                    <a:pt x="1137029" y="185735"/>
                  </a:lnTo>
                  <a:lnTo>
                    <a:pt x="1096086" y="139052"/>
                  </a:lnTo>
                  <a:lnTo>
                    <a:pt x="1049396" y="98107"/>
                  </a:lnTo>
                  <a:lnTo>
                    <a:pt x="997762" y="63601"/>
                  </a:lnTo>
                  <a:lnTo>
                    <a:pt x="942070" y="36142"/>
                  </a:lnTo>
                  <a:lnTo>
                    <a:pt x="883272" y="16179"/>
                  </a:lnTo>
                  <a:lnTo>
                    <a:pt x="822369" y="4065"/>
                  </a:lnTo>
                  <a:lnTo>
                    <a:pt x="760399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3420443" y="4654401"/>
              <a:ext cx="514350" cy="615315"/>
            </a:xfrm>
            <a:custGeom>
              <a:rect b="b" l="l" r="r" t="t"/>
              <a:pathLst>
                <a:path extrusionOk="0" h="615314" w="514350">
                  <a:moveTo>
                    <a:pt x="277113" y="551522"/>
                  </a:moveTo>
                  <a:lnTo>
                    <a:pt x="223164" y="551522"/>
                  </a:lnTo>
                  <a:lnTo>
                    <a:pt x="212582" y="553666"/>
                  </a:lnTo>
                  <a:lnTo>
                    <a:pt x="203938" y="559495"/>
                  </a:lnTo>
                  <a:lnTo>
                    <a:pt x="198105" y="568139"/>
                  </a:lnTo>
                  <a:lnTo>
                    <a:pt x="195997" y="578548"/>
                  </a:lnTo>
                  <a:lnTo>
                    <a:pt x="195960" y="614489"/>
                  </a:lnTo>
                  <a:lnTo>
                    <a:pt x="304317" y="614489"/>
                  </a:lnTo>
                  <a:lnTo>
                    <a:pt x="304317" y="581329"/>
                  </a:lnTo>
                  <a:lnTo>
                    <a:pt x="268668" y="581329"/>
                  </a:lnTo>
                  <a:lnTo>
                    <a:pt x="265874" y="578548"/>
                  </a:lnTo>
                  <a:lnTo>
                    <a:pt x="265874" y="571677"/>
                  </a:lnTo>
                  <a:lnTo>
                    <a:pt x="268668" y="568883"/>
                  </a:lnTo>
                  <a:lnTo>
                    <a:pt x="302324" y="568883"/>
                  </a:lnTo>
                  <a:lnTo>
                    <a:pt x="302174" y="568139"/>
                  </a:lnTo>
                  <a:lnTo>
                    <a:pt x="296344" y="559495"/>
                  </a:lnTo>
                  <a:lnTo>
                    <a:pt x="287701" y="553666"/>
                  </a:lnTo>
                  <a:lnTo>
                    <a:pt x="277113" y="551522"/>
                  </a:lnTo>
                  <a:close/>
                </a:path>
                <a:path extrusionOk="0" h="615314" w="514350">
                  <a:moveTo>
                    <a:pt x="302324" y="568883"/>
                  </a:moveTo>
                  <a:lnTo>
                    <a:pt x="287591" y="568883"/>
                  </a:lnTo>
                  <a:lnTo>
                    <a:pt x="290372" y="571677"/>
                  </a:lnTo>
                  <a:lnTo>
                    <a:pt x="290372" y="578548"/>
                  </a:lnTo>
                  <a:lnTo>
                    <a:pt x="287591" y="581329"/>
                  </a:lnTo>
                  <a:lnTo>
                    <a:pt x="304317" y="581329"/>
                  </a:lnTo>
                  <a:lnTo>
                    <a:pt x="304281" y="578548"/>
                  </a:lnTo>
                  <a:lnTo>
                    <a:pt x="302324" y="568883"/>
                  </a:lnTo>
                  <a:close/>
                </a:path>
                <a:path extrusionOk="0" h="615314" w="514350">
                  <a:moveTo>
                    <a:pt x="298680" y="442188"/>
                  </a:moveTo>
                  <a:lnTo>
                    <a:pt x="295935" y="442188"/>
                  </a:lnTo>
                  <a:lnTo>
                    <a:pt x="298805" y="448602"/>
                  </a:lnTo>
                  <a:lnTo>
                    <a:pt x="300291" y="455549"/>
                  </a:lnTo>
                  <a:lnTo>
                    <a:pt x="300291" y="481126"/>
                  </a:lnTo>
                  <a:lnTo>
                    <a:pt x="307535" y="479052"/>
                  </a:lnTo>
                  <a:lnTo>
                    <a:pt x="313285" y="474573"/>
                  </a:lnTo>
                  <a:lnTo>
                    <a:pt x="316998" y="468303"/>
                  </a:lnTo>
                  <a:lnTo>
                    <a:pt x="318134" y="460857"/>
                  </a:lnTo>
                  <a:lnTo>
                    <a:pt x="316363" y="453527"/>
                  </a:lnTo>
                  <a:lnTo>
                    <a:pt x="312127" y="447592"/>
                  </a:lnTo>
                  <a:lnTo>
                    <a:pt x="306015" y="443619"/>
                  </a:lnTo>
                  <a:lnTo>
                    <a:pt x="298680" y="442188"/>
                  </a:lnTo>
                  <a:close/>
                </a:path>
                <a:path extrusionOk="0" h="615314" w="514350">
                  <a:moveTo>
                    <a:pt x="266699" y="460679"/>
                  </a:moveTo>
                  <a:lnTo>
                    <a:pt x="255256" y="468376"/>
                  </a:lnTo>
                  <a:lnTo>
                    <a:pt x="242771" y="474006"/>
                  </a:lnTo>
                  <a:lnTo>
                    <a:pt x="229522" y="477472"/>
                  </a:lnTo>
                  <a:lnTo>
                    <a:pt x="215785" y="478675"/>
                  </a:lnTo>
                  <a:lnTo>
                    <a:pt x="212432" y="478675"/>
                  </a:lnTo>
                  <a:lnTo>
                    <a:pt x="212432" y="481609"/>
                  </a:lnTo>
                  <a:lnTo>
                    <a:pt x="240428" y="518253"/>
                  </a:lnTo>
                  <a:lnTo>
                    <a:pt x="250140" y="519525"/>
                  </a:lnTo>
                  <a:lnTo>
                    <a:pt x="259855" y="518253"/>
                  </a:lnTo>
                  <a:lnTo>
                    <a:pt x="287845" y="481609"/>
                  </a:lnTo>
                  <a:lnTo>
                    <a:pt x="287845" y="479107"/>
                  </a:lnTo>
                  <a:lnTo>
                    <a:pt x="281232" y="476876"/>
                  </a:lnTo>
                  <a:lnTo>
                    <a:pt x="275467" y="472593"/>
                  </a:lnTo>
                  <a:lnTo>
                    <a:pt x="270605" y="466961"/>
                  </a:lnTo>
                  <a:lnTo>
                    <a:pt x="266699" y="460679"/>
                  </a:lnTo>
                  <a:close/>
                </a:path>
                <a:path extrusionOk="0" h="615314" w="514350">
                  <a:moveTo>
                    <a:pt x="250140" y="424656"/>
                  </a:moveTo>
                  <a:lnTo>
                    <a:pt x="213692" y="452695"/>
                  </a:lnTo>
                  <a:lnTo>
                    <a:pt x="212432" y="462572"/>
                  </a:lnTo>
                  <a:lnTo>
                    <a:pt x="212432" y="466242"/>
                  </a:lnTo>
                  <a:lnTo>
                    <a:pt x="215785" y="466242"/>
                  </a:lnTo>
                  <a:lnTo>
                    <a:pt x="229289" y="464870"/>
                  </a:lnTo>
                  <a:lnTo>
                    <a:pt x="242147" y="460930"/>
                  </a:lnTo>
                  <a:lnTo>
                    <a:pt x="254001" y="454576"/>
                  </a:lnTo>
                  <a:lnTo>
                    <a:pt x="264490" y="445960"/>
                  </a:lnTo>
                  <a:lnTo>
                    <a:pt x="265988" y="444436"/>
                  </a:lnTo>
                  <a:lnTo>
                    <a:pt x="268173" y="443801"/>
                  </a:lnTo>
                  <a:lnTo>
                    <a:pt x="282937" y="443801"/>
                  </a:lnTo>
                  <a:lnTo>
                    <a:pt x="282868" y="443633"/>
                  </a:lnTo>
                  <a:lnTo>
                    <a:pt x="276942" y="435833"/>
                  </a:lnTo>
                  <a:lnTo>
                    <a:pt x="269062" y="429742"/>
                  </a:lnTo>
                  <a:lnTo>
                    <a:pt x="259855" y="425927"/>
                  </a:lnTo>
                  <a:lnTo>
                    <a:pt x="250140" y="424656"/>
                  </a:lnTo>
                  <a:close/>
                </a:path>
                <a:path extrusionOk="0" h="615314" w="514350">
                  <a:moveTo>
                    <a:pt x="282937" y="443801"/>
                  </a:moveTo>
                  <a:lnTo>
                    <a:pt x="268173" y="443801"/>
                  </a:lnTo>
                  <a:lnTo>
                    <a:pt x="272351" y="444741"/>
                  </a:lnTo>
                  <a:lnTo>
                    <a:pt x="274053" y="446239"/>
                  </a:lnTo>
                  <a:lnTo>
                    <a:pt x="276085" y="451942"/>
                  </a:lnTo>
                  <a:lnTo>
                    <a:pt x="281457" y="463524"/>
                  </a:lnTo>
                  <a:lnTo>
                    <a:pt x="287905" y="466242"/>
                  </a:lnTo>
                  <a:lnTo>
                    <a:pt x="287845" y="462572"/>
                  </a:lnTo>
                  <a:lnTo>
                    <a:pt x="286587" y="452695"/>
                  </a:lnTo>
                  <a:lnTo>
                    <a:pt x="282937" y="443801"/>
                  </a:lnTo>
                  <a:close/>
                </a:path>
                <a:path extrusionOk="0" h="615314" w="514350">
                  <a:moveTo>
                    <a:pt x="43662" y="454063"/>
                  </a:moveTo>
                  <a:lnTo>
                    <a:pt x="15887" y="457962"/>
                  </a:lnTo>
                  <a:lnTo>
                    <a:pt x="15887" y="487553"/>
                  </a:lnTo>
                  <a:lnTo>
                    <a:pt x="18742" y="501623"/>
                  </a:lnTo>
                  <a:lnTo>
                    <a:pt x="26495" y="513113"/>
                  </a:lnTo>
                  <a:lnTo>
                    <a:pt x="37986" y="520862"/>
                  </a:lnTo>
                  <a:lnTo>
                    <a:pt x="52057" y="523709"/>
                  </a:lnTo>
                  <a:lnTo>
                    <a:pt x="66093" y="520862"/>
                  </a:lnTo>
                  <a:lnTo>
                    <a:pt x="77601" y="513113"/>
                  </a:lnTo>
                  <a:lnTo>
                    <a:pt x="85358" y="501623"/>
                  </a:lnTo>
                  <a:lnTo>
                    <a:pt x="88214" y="487553"/>
                  </a:lnTo>
                  <a:lnTo>
                    <a:pt x="88214" y="463786"/>
                  </a:lnTo>
                  <a:lnTo>
                    <a:pt x="69338" y="463786"/>
                  </a:lnTo>
                  <a:lnTo>
                    <a:pt x="61357" y="461967"/>
                  </a:lnTo>
                  <a:lnTo>
                    <a:pt x="53911" y="458317"/>
                  </a:lnTo>
                  <a:lnTo>
                    <a:pt x="49250" y="455295"/>
                  </a:lnTo>
                  <a:lnTo>
                    <a:pt x="43662" y="454063"/>
                  </a:lnTo>
                  <a:close/>
                </a:path>
                <a:path extrusionOk="0" h="615314" w="514350">
                  <a:moveTo>
                    <a:pt x="88214" y="460819"/>
                  </a:moveTo>
                  <a:lnTo>
                    <a:pt x="85585" y="461797"/>
                  </a:lnTo>
                  <a:lnTo>
                    <a:pt x="77338" y="463786"/>
                  </a:lnTo>
                  <a:lnTo>
                    <a:pt x="88214" y="463786"/>
                  </a:lnTo>
                  <a:lnTo>
                    <a:pt x="88214" y="460819"/>
                  </a:lnTo>
                  <a:close/>
                </a:path>
                <a:path extrusionOk="0" h="615314" w="514350">
                  <a:moveTo>
                    <a:pt x="83556" y="442204"/>
                  </a:moveTo>
                  <a:lnTo>
                    <a:pt x="42783" y="442204"/>
                  </a:lnTo>
                  <a:lnTo>
                    <a:pt x="49037" y="443012"/>
                  </a:lnTo>
                  <a:lnTo>
                    <a:pt x="55049" y="444913"/>
                  </a:lnTo>
                  <a:lnTo>
                    <a:pt x="60667" y="447878"/>
                  </a:lnTo>
                  <a:lnTo>
                    <a:pt x="66789" y="451815"/>
                  </a:lnTo>
                  <a:lnTo>
                    <a:pt x="74421" y="452653"/>
                  </a:lnTo>
                  <a:lnTo>
                    <a:pt x="86550" y="448170"/>
                  </a:lnTo>
                  <a:lnTo>
                    <a:pt x="83556" y="442204"/>
                  </a:lnTo>
                  <a:close/>
                </a:path>
                <a:path extrusionOk="0" h="615314" w="514350">
                  <a:moveTo>
                    <a:pt x="52057" y="422846"/>
                  </a:moveTo>
                  <a:lnTo>
                    <a:pt x="15887" y="422846"/>
                  </a:lnTo>
                  <a:lnTo>
                    <a:pt x="15887" y="445401"/>
                  </a:lnTo>
                  <a:lnTo>
                    <a:pt x="36436" y="442518"/>
                  </a:lnTo>
                  <a:lnTo>
                    <a:pt x="42783" y="442204"/>
                  </a:lnTo>
                  <a:lnTo>
                    <a:pt x="83556" y="442204"/>
                  </a:lnTo>
                  <a:lnTo>
                    <a:pt x="81377" y="437862"/>
                  </a:lnTo>
                  <a:lnTo>
                    <a:pt x="73442" y="429869"/>
                  </a:lnTo>
                  <a:lnTo>
                    <a:pt x="63438" y="424695"/>
                  </a:lnTo>
                  <a:lnTo>
                    <a:pt x="52057" y="422846"/>
                  </a:lnTo>
                  <a:close/>
                </a:path>
                <a:path extrusionOk="0" h="615314" w="514350">
                  <a:moveTo>
                    <a:pt x="78079" y="555231"/>
                  </a:moveTo>
                  <a:lnTo>
                    <a:pt x="26022" y="555231"/>
                  </a:lnTo>
                  <a:lnTo>
                    <a:pt x="15898" y="557282"/>
                  </a:lnTo>
                  <a:lnTo>
                    <a:pt x="7629" y="562860"/>
                  </a:lnTo>
                  <a:lnTo>
                    <a:pt x="2051" y="571129"/>
                  </a:lnTo>
                  <a:lnTo>
                    <a:pt x="54" y="580986"/>
                  </a:lnTo>
                  <a:lnTo>
                    <a:pt x="0" y="614730"/>
                  </a:lnTo>
                  <a:lnTo>
                    <a:pt x="104101" y="614730"/>
                  </a:lnTo>
                  <a:lnTo>
                    <a:pt x="104101" y="583768"/>
                  </a:lnTo>
                  <a:lnTo>
                    <a:pt x="69811" y="583768"/>
                  </a:lnTo>
                  <a:lnTo>
                    <a:pt x="67017" y="580986"/>
                  </a:lnTo>
                  <a:lnTo>
                    <a:pt x="67017" y="574116"/>
                  </a:lnTo>
                  <a:lnTo>
                    <a:pt x="69811" y="571322"/>
                  </a:lnTo>
                  <a:lnTo>
                    <a:pt x="102089" y="571322"/>
                  </a:lnTo>
                  <a:lnTo>
                    <a:pt x="102050" y="571129"/>
                  </a:lnTo>
                  <a:lnTo>
                    <a:pt x="96472" y="562860"/>
                  </a:lnTo>
                  <a:lnTo>
                    <a:pt x="88203" y="557282"/>
                  </a:lnTo>
                  <a:lnTo>
                    <a:pt x="78079" y="555231"/>
                  </a:lnTo>
                  <a:close/>
                </a:path>
                <a:path extrusionOk="0" h="615314" w="514350">
                  <a:moveTo>
                    <a:pt x="102089" y="571322"/>
                  </a:moveTo>
                  <a:lnTo>
                    <a:pt x="88315" y="571322"/>
                  </a:lnTo>
                  <a:lnTo>
                    <a:pt x="91097" y="574116"/>
                  </a:lnTo>
                  <a:lnTo>
                    <a:pt x="91097" y="580986"/>
                  </a:lnTo>
                  <a:lnTo>
                    <a:pt x="88315" y="583768"/>
                  </a:lnTo>
                  <a:lnTo>
                    <a:pt x="104101" y="583768"/>
                  </a:lnTo>
                  <a:lnTo>
                    <a:pt x="104047" y="580986"/>
                  </a:lnTo>
                  <a:lnTo>
                    <a:pt x="102089" y="571322"/>
                  </a:lnTo>
                  <a:close/>
                </a:path>
                <a:path extrusionOk="0" h="615314" w="514350">
                  <a:moveTo>
                    <a:pt x="453656" y="454063"/>
                  </a:moveTo>
                  <a:lnTo>
                    <a:pt x="425881" y="457962"/>
                  </a:lnTo>
                  <a:lnTo>
                    <a:pt x="425881" y="487553"/>
                  </a:lnTo>
                  <a:lnTo>
                    <a:pt x="452762" y="522500"/>
                  </a:lnTo>
                  <a:lnTo>
                    <a:pt x="462045" y="523709"/>
                  </a:lnTo>
                  <a:lnTo>
                    <a:pt x="471327" y="522500"/>
                  </a:lnTo>
                  <a:lnTo>
                    <a:pt x="498208" y="487553"/>
                  </a:lnTo>
                  <a:lnTo>
                    <a:pt x="498208" y="464007"/>
                  </a:lnTo>
                  <a:lnTo>
                    <a:pt x="476389" y="464007"/>
                  </a:lnTo>
                  <a:lnTo>
                    <a:pt x="469671" y="462038"/>
                  </a:lnTo>
                  <a:lnTo>
                    <a:pt x="459244" y="455307"/>
                  </a:lnTo>
                  <a:lnTo>
                    <a:pt x="453656" y="454063"/>
                  </a:lnTo>
                  <a:close/>
                </a:path>
                <a:path extrusionOk="0" h="615314" w="514350">
                  <a:moveTo>
                    <a:pt x="498208" y="460819"/>
                  </a:moveTo>
                  <a:lnTo>
                    <a:pt x="491629" y="463257"/>
                  </a:lnTo>
                  <a:lnTo>
                    <a:pt x="487451" y="464007"/>
                  </a:lnTo>
                  <a:lnTo>
                    <a:pt x="498208" y="464007"/>
                  </a:lnTo>
                  <a:lnTo>
                    <a:pt x="498208" y="460819"/>
                  </a:lnTo>
                  <a:close/>
                </a:path>
                <a:path extrusionOk="0" h="615314" w="514350">
                  <a:moveTo>
                    <a:pt x="493554" y="442204"/>
                  </a:moveTo>
                  <a:lnTo>
                    <a:pt x="452775" y="442204"/>
                  </a:lnTo>
                  <a:lnTo>
                    <a:pt x="459027" y="443010"/>
                  </a:lnTo>
                  <a:lnTo>
                    <a:pt x="465038" y="444908"/>
                  </a:lnTo>
                  <a:lnTo>
                    <a:pt x="470661" y="447865"/>
                  </a:lnTo>
                  <a:lnTo>
                    <a:pt x="476783" y="451815"/>
                  </a:lnTo>
                  <a:lnTo>
                    <a:pt x="484416" y="452653"/>
                  </a:lnTo>
                  <a:lnTo>
                    <a:pt x="496544" y="448157"/>
                  </a:lnTo>
                  <a:lnTo>
                    <a:pt x="493554" y="442204"/>
                  </a:lnTo>
                  <a:close/>
                </a:path>
                <a:path extrusionOk="0" h="615314" w="514350">
                  <a:moveTo>
                    <a:pt x="462116" y="422846"/>
                  </a:moveTo>
                  <a:lnTo>
                    <a:pt x="425881" y="422846"/>
                  </a:lnTo>
                  <a:lnTo>
                    <a:pt x="425881" y="445401"/>
                  </a:lnTo>
                  <a:lnTo>
                    <a:pt x="446430" y="442518"/>
                  </a:lnTo>
                  <a:lnTo>
                    <a:pt x="452775" y="442204"/>
                  </a:lnTo>
                  <a:lnTo>
                    <a:pt x="493554" y="442204"/>
                  </a:lnTo>
                  <a:lnTo>
                    <a:pt x="491370" y="437855"/>
                  </a:lnTo>
                  <a:lnTo>
                    <a:pt x="483435" y="429861"/>
                  </a:lnTo>
                  <a:lnTo>
                    <a:pt x="473427" y="424685"/>
                  </a:lnTo>
                  <a:lnTo>
                    <a:pt x="462116" y="422846"/>
                  </a:lnTo>
                  <a:close/>
                </a:path>
                <a:path extrusionOk="0" h="615314" w="514350">
                  <a:moveTo>
                    <a:pt x="488073" y="555231"/>
                  </a:moveTo>
                  <a:lnTo>
                    <a:pt x="436016" y="555231"/>
                  </a:lnTo>
                  <a:lnTo>
                    <a:pt x="425892" y="557282"/>
                  </a:lnTo>
                  <a:lnTo>
                    <a:pt x="417623" y="562860"/>
                  </a:lnTo>
                  <a:lnTo>
                    <a:pt x="412045" y="571129"/>
                  </a:lnTo>
                  <a:lnTo>
                    <a:pt x="410048" y="580986"/>
                  </a:lnTo>
                  <a:lnTo>
                    <a:pt x="409994" y="614730"/>
                  </a:lnTo>
                  <a:lnTo>
                    <a:pt x="514095" y="614730"/>
                  </a:lnTo>
                  <a:lnTo>
                    <a:pt x="514095" y="583768"/>
                  </a:lnTo>
                  <a:lnTo>
                    <a:pt x="479805" y="583768"/>
                  </a:lnTo>
                  <a:lnTo>
                    <a:pt x="477011" y="580986"/>
                  </a:lnTo>
                  <a:lnTo>
                    <a:pt x="477011" y="574116"/>
                  </a:lnTo>
                  <a:lnTo>
                    <a:pt x="479805" y="571322"/>
                  </a:lnTo>
                  <a:lnTo>
                    <a:pt x="512083" y="571322"/>
                  </a:lnTo>
                  <a:lnTo>
                    <a:pt x="512044" y="571129"/>
                  </a:lnTo>
                  <a:lnTo>
                    <a:pt x="506466" y="562860"/>
                  </a:lnTo>
                  <a:lnTo>
                    <a:pt x="498197" y="557282"/>
                  </a:lnTo>
                  <a:lnTo>
                    <a:pt x="488073" y="555231"/>
                  </a:lnTo>
                  <a:close/>
                </a:path>
                <a:path extrusionOk="0" h="615314" w="514350">
                  <a:moveTo>
                    <a:pt x="512083" y="571322"/>
                  </a:moveTo>
                  <a:lnTo>
                    <a:pt x="498297" y="571322"/>
                  </a:lnTo>
                  <a:lnTo>
                    <a:pt x="501078" y="574116"/>
                  </a:lnTo>
                  <a:lnTo>
                    <a:pt x="501078" y="580986"/>
                  </a:lnTo>
                  <a:lnTo>
                    <a:pt x="498297" y="583768"/>
                  </a:lnTo>
                  <a:lnTo>
                    <a:pt x="514095" y="583768"/>
                  </a:lnTo>
                  <a:lnTo>
                    <a:pt x="514041" y="580986"/>
                  </a:lnTo>
                  <a:lnTo>
                    <a:pt x="512083" y="571322"/>
                  </a:lnTo>
                  <a:close/>
                </a:path>
                <a:path extrusionOk="0" h="615314" w="514350">
                  <a:moveTo>
                    <a:pt x="257047" y="0"/>
                  </a:moveTo>
                  <a:lnTo>
                    <a:pt x="249798" y="1315"/>
                  </a:lnTo>
                  <a:lnTo>
                    <a:pt x="243639" y="4962"/>
                  </a:lnTo>
                  <a:lnTo>
                    <a:pt x="239095" y="10490"/>
                  </a:lnTo>
                  <a:lnTo>
                    <a:pt x="236689" y="17449"/>
                  </a:lnTo>
                  <a:lnTo>
                    <a:pt x="236882" y="24817"/>
                  </a:lnTo>
                  <a:lnTo>
                    <a:pt x="239542" y="31462"/>
                  </a:lnTo>
                  <a:lnTo>
                    <a:pt x="244310" y="36800"/>
                  </a:lnTo>
                  <a:lnTo>
                    <a:pt x="250824" y="40246"/>
                  </a:lnTo>
                  <a:lnTo>
                    <a:pt x="250824" y="58559"/>
                  </a:lnTo>
                  <a:lnTo>
                    <a:pt x="263270" y="58559"/>
                  </a:lnTo>
                  <a:lnTo>
                    <a:pt x="263270" y="40246"/>
                  </a:lnTo>
                  <a:lnTo>
                    <a:pt x="269780" y="36800"/>
                  </a:lnTo>
                  <a:lnTo>
                    <a:pt x="274548" y="31462"/>
                  </a:lnTo>
                  <a:lnTo>
                    <a:pt x="277212" y="24817"/>
                  </a:lnTo>
                  <a:lnTo>
                    <a:pt x="277406" y="17449"/>
                  </a:lnTo>
                  <a:lnTo>
                    <a:pt x="275000" y="10490"/>
                  </a:lnTo>
                  <a:lnTo>
                    <a:pt x="270456" y="4962"/>
                  </a:lnTo>
                  <a:lnTo>
                    <a:pt x="264297" y="1315"/>
                  </a:lnTo>
                  <a:lnTo>
                    <a:pt x="257047" y="0"/>
                  </a:lnTo>
                  <a:close/>
                </a:path>
                <a:path extrusionOk="0" h="615314" w="514350">
                  <a:moveTo>
                    <a:pt x="263270" y="273939"/>
                  </a:moveTo>
                  <a:lnTo>
                    <a:pt x="250824" y="273939"/>
                  </a:lnTo>
                  <a:lnTo>
                    <a:pt x="250824" y="292252"/>
                  </a:lnTo>
                  <a:lnTo>
                    <a:pt x="244310" y="295698"/>
                  </a:lnTo>
                  <a:lnTo>
                    <a:pt x="239542" y="301034"/>
                  </a:lnTo>
                  <a:lnTo>
                    <a:pt x="236882" y="307675"/>
                  </a:lnTo>
                  <a:lnTo>
                    <a:pt x="236689" y="315036"/>
                  </a:lnTo>
                  <a:lnTo>
                    <a:pt x="239095" y="322002"/>
                  </a:lnTo>
                  <a:lnTo>
                    <a:pt x="243639" y="327534"/>
                  </a:lnTo>
                  <a:lnTo>
                    <a:pt x="249798" y="331182"/>
                  </a:lnTo>
                  <a:lnTo>
                    <a:pt x="257047" y="332498"/>
                  </a:lnTo>
                  <a:lnTo>
                    <a:pt x="264297" y="331182"/>
                  </a:lnTo>
                  <a:lnTo>
                    <a:pt x="270456" y="327534"/>
                  </a:lnTo>
                  <a:lnTo>
                    <a:pt x="275000" y="322002"/>
                  </a:lnTo>
                  <a:lnTo>
                    <a:pt x="277406" y="315036"/>
                  </a:lnTo>
                  <a:lnTo>
                    <a:pt x="277212" y="307675"/>
                  </a:lnTo>
                  <a:lnTo>
                    <a:pt x="274548" y="301034"/>
                  </a:lnTo>
                  <a:lnTo>
                    <a:pt x="269780" y="295698"/>
                  </a:lnTo>
                  <a:lnTo>
                    <a:pt x="263270" y="292252"/>
                  </a:lnTo>
                  <a:lnTo>
                    <a:pt x="263270" y="273939"/>
                  </a:lnTo>
                  <a:close/>
                </a:path>
                <a:path extrusionOk="0" h="615314" w="514350">
                  <a:moveTo>
                    <a:pt x="156511" y="248775"/>
                  </a:moveTo>
                  <a:lnTo>
                    <a:pt x="133519" y="270803"/>
                  </a:lnTo>
                  <a:lnTo>
                    <a:pt x="135298" y="277736"/>
                  </a:lnTo>
                  <a:lnTo>
                    <a:pt x="139515" y="283806"/>
                  </a:lnTo>
                  <a:lnTo>
                    <a:pt x="145705" y="288102"/>
                  </a:lnTo>
                  <a:lnTo>
                    <a:pt x="145974" y="288102"/>
                  </a:lnTo>
                  <a:lnTo>
                    <a:pt x="152589" y="289799"/>
                  </a:lnTo>
                  <a:lnTo>
                    <a:pt x="152185" y="289799"/>
                  </a:lnTo>
                  <a:lnTo>
                    <a:pt x="159601" y="289075"/>
                  </a:lnTo>
                  <a:lnTo>
                    <a:pt x="166230" y="285851"/>
                  </a:lnTo>
                  <a:lnTo>
                    <a:pt x="171305" y="280512"/>
                  </a:lnTo>
                  <a:lnTo>
                    <a:pt x="174118" y="273939"/>
                  </a:lnTo>
                  <a:lnTo>
                    <a:pt x="174480" y="267505"/>
                  </a:lnTo>
                  <a:lnTo>
                    <a:pt x="174520" y="266786"/>
                  </a:lnTo>
                  <a:lnTo>
                    <a:pt x="172355" y="259753"/>
                  </a:lnTo>
                  <a:lnTo>
                    <a:pt x="181140" y="250952"/>
                  </a:lnTo>
                  <a:lnTo>
                    <a:pt x="163550" y="250952"/>
                  </a:lnTo>
                  <a:lnTo>
                    <a:pt x="156511" y="248775"/>
                  </a:lnTo>
                  <a:close/>
                </a:path>
                <a:path extrusionOk="0" h="615314" w="514350">
                  <a:moveTo>
                    <a:pt x="337591" y="238010"/>
                  </a:moveTo>
                  <a:lnTo>
                    <a:pt x="328802" y="246799"/>
                  </a:lnTo>
                  <a:lnTo>
                    <a:pt x="341744" y="259753"/>
                  </a:lnTo>
                  <a:lnTo>
                    <a:pt x="339686" y="265977"/>
                  </a:lnTo>
                  <a:lnTo>
                    <a:pt x="358979" y="289799"/>
                  </a:lnTo>
                  <a:lnTo>
                    <a:pt x="366323" y="288846"/>
                  </a:lnTo>
                  <a:lnTo>
                    <a:pt x="373037" y="285203"/>
                  </a:lnTo>
                  <a:lnTo>
                    <a:pt x="377966" y="279371"/>
                  </a:lnTo>
                  <a:lnTo>
                    <a:pt x="380386" y="272384"/>
                  </a:lnTo>
                  <a:lnTo>
                    <a:pt x="380346" y="270803"/>
                  </a:lnTo>
                  <a:lnTo>
                    <a:pt x="380238" y="266786"/>
                  </a:lnTo>
                  <a:lnTo>
                    <a:pt x="380189" y="264978"/>
                  </a:lnTo>
                  <a:lnTo>
                    <a:pt x="377322" y="258089"/>
                  </a:lnTo>
                  <a:lnTo>
                    <a:pt x="377253" y="257924"/>
                  </a:lnTo>
                  <a:lnTo>
                    <a:pt x="371949" y="252427"/>
                  </a:lnTo>
                  <a:lnTo>
                    <a:pt x="368779" y="250952"/>
                  </a:lnTo>
                  <a:lnTo>
                    <a:pt x="350545" y="250952"/>
                  </a:lnTo>
                  <a:lnTo>
                    <a:pt x="337591" y="238010"/>
                  </a:lnTo>
                  <a:close/>
                </a:path>
                <a:path extrusionOk="0" h="615314" w="514350">
                  <a:moveTo>
                    <a:pt x="226733" y="203327"/>
                  </a:moveTo>
                  <a:lnTo>
                    <a:pt x="226733" y="262953"/>
                  </a:lnTo>
                  <a:lnTo>
                    <a:pt x="263569" y="267505"/>
                  </a:lnTo>
                  <a:lnTo>
                    <a:pt x="298551" y="258953"/>
                  </a:lnTo>
                  <a:lnTo>
                    <a:pt x="328370" y="238761"/>
                  </a:lnTo>
                  <a:lnTo>
                    <a:pt x="334585" y="229920"/>
                  </a:lnTo>
                  <a:lnTo>
                    <a:pt x="302526" y="229920"/>
                  </a:lnTo>
                  <a:lnTo>
                    <a:pt x="226733" y="203327"/>
                  </a:lnTo>
                  <a:close/>
                </a:path>
                <a:path extrusionOk="0" h="615314" w="514350">
                  <a:moveTo>
                    <a:pt x="214287" y="200926"/>
                  </a:moveTo>
                  <a:lnTo>
                    <a:pt x="197027" y="200926"/>
                  </a:lnTo>
                  <a:lnTo>
                    <a:pt x="197027" y="247815"/>
                  </a:lnTo>
                  <a:lnTo>
                    <a:pt x="202425" y="251802"/>
                  </a:lnTo>
                  <a:lnTo>
                    <a:pt x="208203" y="255244"/>
                  </a:lnTo>
                  <a:lnTo>
                    <a:pt x="214287" y="258089"/>
                  </a:lnTo>
                  <a:lnTo>
                    <a:pt x="214287" y="200926"/>
                  </a:lnTo>
                  <a:close/>
                </a:path>
                <a:path extrusionOk="0" h="615314" w="514350">
                  <a:moveTo>
                    <a:pt x="176504" y="238010"/>
                  </a:moveTo>
                  <a:lnTo>
                    <a:pt x="175729" y="238761"/>
                  </a:lnTo>
                  <a:lnTo>
                    <a:pt x="163550" y="250952"/>
                  </a:lnTo>
                  <a:lnTo>
                    <a:pt x="181140" y="250952"/>
                  </a:lnTo>
                  <a:lnTo>
                    <a:pt x="185292" y="246799"/>
                  </a:lnTo>
                  <a:lnTo>
                    <a:pt x="176504" y="238010"/>
                  </a:lnTo>
                  <a:close/>
                </a:path>
                <a:path extrusionOk="0" h="615314" w="514350">
                  <a:moveTo>
                    <a:pt x="358222" y="248775"/>
                  </a:moveTo>
                  <a:lnTo>
                    <a:pt x="357764" y="248775"/>
                  </a:lnTo>
                  <a:lnTo>
                    <a:pt x="350545" y="250952"/>
                  </a:lnTo>
                  <a:lnTo>
                    <a:pt x="368779" y="250952"/>
                  </a:lnTo>
                  <a:lnTo>
                    <a:pt x="365237" y="249304"/>
                  </a:lnTo>
                  <a:lnTo>
                    <a:pt x="358222" y="248775"/>
                  </a:lnTo>
                  <a:close/>
                </a:path>
                <a:path extrusionOk="0" h="615314" w="514350">
                  <a:moveTo>
                    <a:pt x="240058" y="66011"/>
                  </a:moveTo>
                  <a:lnTo>
                    <a:pt x="206217" y="78327"/>
                  </a:lnTo>
                  <a:lnTo>
                    <a:pt x="178104" y="102577"/>
                  </a:lnTo>
                  <a:lnTo>
                    <a:pt x="160559" y="135284"/>
                  </a:lnTo>
                  <a:lnTo>
                    <a:pt x="155906" y="170991"/>
                  </a:lnTo>
                  <a:lnTo>
                    <a:pt x="163972" y="206085"/>
                  </a:lnTo>
                  <a:lnTo>
                    <a:pt x="184581" y="236956"/>
                  </a:lnTo>
                  <a:lnTo>
                    <a:pt x="184581" y="200228"/>
                  </a:lnTo>
                  <a:lnTo>
                    <a:pt x="177352" y="197088"/>
                  </a:lnTo>
                  <a:lnTo>
                    <a:pt x="171688" y="191897"/>
                  </a:lnTo>
                  <a:lnTo>
                    <a:pt x="167990" y="185162"/>
                  </a:lnTo>
                  <a:lnTo>
                    <a:pt x="167048" y="179651"/>
                  </a:lnTo>
                  <a:lnTo>
                    <a:pt x="166933" y="178980"/>
                  </a:lnTo>
                  <a:lnTo>
                    <a:pt x="181038" y="137072"/>
                  </a:lnTo>
                  <a:lnTo>
                    <a:pt x="189859" y="135284"/>
                  </a:lnTo>
                  <a:lnTo>
                    <a:pt x="219693" y="135284"/>
                  </a:lnTo>
                  <a:lnTo>
                    <a:pt x="302526" y="106235"/>
                  </a:lnTo>
                  <a:lnTo>
                    <a:pt x="339053" y="106235"/>
                  </a:lnTo>
                  <a:lnTo>
                    <a:pt x="338197" y="104558"/>
                  </a:lnTo>
                  <a:lnTo>
                    <a:pt x="310680" y="79641"/>
                  </a:lnTo>
                  <a:lnTo>
                    <a:pt x="276331" y="66346"/>
                  </a:lnTo>
                  <a:lnTo>
                    <a:pt x="291836" y="66346"/>
                  </a:lnTo>
                  <a:lnTo>
                    <a:pt x="240058" y="66011"/>
                  </a:lnTo>
                  <a:close/>
                </a:path>
                <a:path extrusionOk="0" h="615314" w="514350">
                  <a:moveTo>
                    <a:pt x="339053" y="106235"/>
                  </a:moveTo>
                  <a:lnTo>
                    <a:pt x="302526" y="106235"/>
                  </a:lnTo>
                  <a:lnTo>
                    <a:pt x="306006" y="107835"/>
                  </a:lnTo>
                  <a:lnTo>
                    <a:pt x="307225" y="110959"/>
                  </a:lnTo>
                  <a:lnTo>
                    <a:pt x="310208" y="119326"/>
                  </a:lnTo>
                  <a:lnTo>
                    <a:pt x="312715" y="127841"/>
                  </a:lnTo>
                  <a:lnTo>
                    <a:pt x="314740" y="136484"/>
                  </a:lnTo>
                  <a:lnTo>
                    <a:pt x="316280" y="145237"/>
                  </a:lnTo>
                  <a:lnTo>
                    <a:pt x="324900" y="145237"/>
                  </a:lnTo>
                  <a:lnTo>
                    <a:pt x="331453" y="148984"/>
                  </a:lnTo>
                  <a:lnTo>
                    <a:pt x="332428" y="149593"/>
                  </a:lnTo>
                  <a:lnTo>
                    <a:pt x="340626" y="163703"/>
                  </a:lnTo>
                  <a:lnTo>
                    <a:pt x="340619" y="172466"/>
                  </a:lnTo>
                  <a:lnTo>
                    <a:pt x="332384" y="186639"/>
                  </a:lnTo>
                  <a:lnTo>
                    <a:pt x="324789" y="190982"/>
                  </a:lnTo>
                  <a:lnTo>
                    <a:pt x="316269" y="190982"/>
                  </a:lnTo>
                  <a:lnTo>
                    <a:pt x="314740" y="199666"/>
                  </a:lnTo>
                  <a:lnTo>
                    <a:pt x="302526" y="229920"/>
                  </a:lnTo>
                  <a:lnTo>
                    <a:pt x="334585" y="229920"/>
                  </a:lnTo>
                  <a:lnTo>
                    <a:pt x="349719" y="208394"/>
                  </a:lnTo>
                  <a:lnTo>
                    <a:pt x="358747" y="172466"/>
                  </a:lnTo>
                  <a:lnTo>
                    <a:pt x="358662" y="171526"/>
                  </a:lnTo>
                  <a:lnTo>
                    <a:pt x="354626" y="137072"/>
                  </a:lnTo>
                  <a:lnTo>
                    <a:pt x="354499" y="136484"/>
                  </a:lnTo>
                  <a:lnTo>
                    <a:pt x="339053" y="106235"/>
                  </a:lnTo>
                  <a:close/>
                </a:path>
                <a:path extrusionOk="0" h="615314" w="514350">
                  <a:moveTo>
                    <a:pt x="297687" y="121107"/>
                  </a:moveTo>
                  <a:lnTo>
                    <a:pt x="226915" y="145934"/>
                  </a:lnTo>
                  <a:lnTo>
                    <a:pt x="227164" y="145934"/>
                  </a:lnTo>
                  <a:lnTo>
                    <a:pt x="227164" y="190296"/>
                  </a:lnTo>
                  <a:lnTo>
                    <a:pt x="297687" y="215023"/>
                  </a:lnTo>
                  <a:lnTo>
                    <a:pt x="303526" y="191897"/>
                  </a:lnTo>
                  <a:lnTo>
                    <a:pt x="303619" y="190982"/>
                  </a:lnTo>
                  <a:lnTo>
                    <a:pt x="305484" y="168351"/>
                  </a:lnTo>
                  <a:lnTo>
                    <a:pt x="305507" y="168071"/>
                  </a:lnTo>
                  <a:lnTo>
                    <a:pt x="303695" y="146078"/>
                  </a:lnTo>
                  <a:lnTo>
                    <a:pt x="303626" y="145237"/>
                  </a:lnTo>
                  <a:lnTo>
                    <a:pt x="303553" y="144345"/>
                  </a:lnTo>
                  <a:lnTo>
                    <a:pt x="297687" y="121107"/>
                  </a:lnTo>
                  <a:close/>
                </a:path>
                <a:path extrusionOk="0" h="615314" w="514350">
                  <a:moveTo>
                    <a:pt x="214731" y="147662"/>
                  </a:moveTo>
                  <a:lnTo>
                    <a:pt x="184073" y="147662"/>
                  </a:lnTo>
                  <a:lnTo>
                    <a:pt x="179108" y="152628"/>
                  </a:lnTo>
                  <a:lnTo>
                    <a:pt x="179108" y="183515"/>
                  </a:lnTo>
                  <a:lnTo>
                    <a:pt x="184073" y="188480"/>
                  </a:lnTo>
                  <a:lnTo>
                    <a:pt x="214731" y="188480"/>
                  </a:lnTo>
                  <a:lnTo>
                    <a:pt x="214731" y="147662"/>
                  </a:lnTo>
                  <a:close/>
                </a:path>
                <a:path extrusionOk="0" h="615314" w="514350">
                  <a:moveTo>
                    <a:pt x="114854" y="145934"/>
                  </a:moveTo>
                  <a:lnTo>
                    <a:pt x="107019" y="146078"/>
                  </a:lnTo>
                  <a:lnTo>
                    <a:pt x="107204" y="146078"/>
                  </a:lnTo>
                  <a:lnTo>
                    <a:pt x="100154" y="148984"/>
                  </a:lnTo>
                  <a:lnTo>
                    <a:pt x="94784" y="154079"/>
                  </a:lnTo>
                  <a:lnTo>
                    <a:pt x="91556" y="160741"/>
                  </a:lnTo>
                  <a:lnTo>
                    <a:pt x="90942" y="168071"/>
                  </a:lnTo>
                  <a:lnTo>
                    <a:pt x="90919" y="168351"/>
                  </a:lnTo>
                  <a:lnTo>
                    <a:pt x="93084" y="175671"/>
                  </a:lnTo>
                  <a:lnTo>
                    <a:pt x="97599" y="181535"/>
                  </a:lnTo>
                  <a:lnTo>
                    <a:pt x="103895" y="185430"/>
                  </a:lnTo>
                  <a:lnTo>
                    <a:pt x="111404" y="186842"/>
                  </a:lnTo>
                  <a:lnTo>
                    <a:pt x="120365" y="186842"/>
                  </a:lnTo>
                  <a:lnTo>
                    <a:pt x="128320" y="181025"/>
                  </a:lnTo>
                  <a:lnTo>
                    <a:pt x="131038" y="172466"/>
                  </a:lnTo>
                  <a:lnTo>
                    <a:pt x="149351" y="172466"/>
                  </a:lnTo>
                  <a:lnTo>
                    <a:pt x="149351" y="160020"/>
                  </a:lnTo>
                  <a:lnTo>
                    <a:pt x="131038" y="160020"/>
                  </a:lnTo>
                  <a:lnTo>
                    <a:pt x="127542" y="153510"/>
                  </a:lnTo>
                  <a:lnTo>
                    <a:pt x="127426" y="153295"/>
                  </a:lnTo>
                  <a:lnTo>
                    <a:pt x="121812" y="148470"/>
                  </a:lnTo>
                  <a:lnTo>
                    <a:pt x="114854" y="145934"/>
                  </a:lnTo>
                  <a:close/>
                </a:path>
                <a:path extrusionOk="0" h="615314" w="514350">
                  <a:moveTo>
                    <a:pt x="405983" y="145934"/>
                  </a:moveTo>
                  <a:lnTo>
                    <a:pt x="403965" y="145934"/>
                  </a:lnTo>
                  <a:lnTo>
                    <a:pt x="398473" y="146078"/>
                  </a:lnTo>
                  <a:lnTo>
                    <a:pt x="391829" y="148742"/>
                  </a:lnTo>
                  <a:lnTo>
                    <a:pt x="386495" y="153510"/>
                  </a:lnTo>
                  <a:lnTo>
                    <a:pt x="383057" y="160020"/>
                  </a:lnTo>
                  <a:lnTo>
                    <a:pt x="364743" y="160020"/>
                  </a:lnTo>
                  <a:lnTo>
                    <a:pt x="364743" y="172466"/>
                  </a:lnTo>
                  <a:lnTo>
                    <a:pt x="383057" y="172466"/>
                  </a:lnTo>
                  <a:lnTo>
                    <a:pt x="386495" y="178980"/>
                  </a:lnTo>
                  <a:lnTo>
                    <a:pt x="391829" y="183748"/>
                  </a:lnTo>
                  <a:lnTo>
                    <a:pt x="398473" y="186408"/>
                  </a:lnTo>
                  <a:lnTo>
                    <a:pt x="407301" y="186639"/>
                  </a:lnTo>
                  <a:lnTo>
                    <a:pt x="405730" y="186639"/>
                  </a:lnTo>
                  <a:lnTo>
                    <a:pt x="412800" y="184195"/>
                  </a:lnTo>
                  <a:lnTo>
                    <a:pt x="418328" y="179651"/>
                  </a:lnTo>
                  <a:lnTo>
                    <a:pt x="421975" y="173492"/>
                  </a:lnTo>
                  <a:lnTo>
                    <a:pt x="423290" y="166243"/>
                  </a:lnTo>
                  <a:lnTo>
                    <a:pt x="421975" y="158995"/>
                  </a:lnTo>
                  <a:lnTo>
                    <a:pt x="418328" y="152839"/>
                  </a:lnTo>
                  <a:lnTo>
                    <a:pt x="412800" y="148296"/>
                  </a:lnTo>
                  <a:lnTo>
                    <a:pt x="405983" y="145934"/>
                  </a:lnTo>
                  <a:close/>
                </a:path>
                <a:path extrusionOk="0" h="615314" w="514350">
                  <a:moveTo>
                    <a:pt x="317614" y="157721"/>
                  </a:moveTo>
                  <a:lnTo>
                    <a:pt x="317946" y="162725"/>
                  </a:lnTo>
                  <a:lnTo>
                    <a:pt x="317941" y="173492"/>
                  </a:lnTo>
                  <a:lnTo>
                    <a:pt x="317796" y="175671"/>
                  </a:lnTo>
                  <a:lnTo>
                    <a:pt x="317682" y="177393"/>
                  </a:lnTo>
                  <a:lnTo>
                    <a:pt x="317614" y="178422"/>
                  </a:lnTo>
                  <a:lnTo>
                    <a:pt x="322922" y="177888"/>
                  </a:lnTo>
                  <a:lnTo>
                    <a:pt x="326907" y="173492"/>
                  </a:lnTo>
                  <a:lnTo>
                    <a:pt x="326974" y="162725"/>
                  </a:lnTo>
                  <a:lnTo>
                    <a:pt x="322922" y="158254"/>
                  </a:lnTo>
                  <a:lnTo>
                    <a:pt x="317614" y="157721"/>
                  </a:lnTo>
                  <a:close/>
                </a:path>
                <a:path extrusionOk="0" h="615314" w="514350">
                  <a:moveTo>
                    <a:pt x="181140" y="81546"/>
                  </a:moveTo>
                  <a:lnTo>
                    <a:pt x="163550" y="81546"/>
                  </a:lnTo>
                  <a:lnTo>
                    <a:pt x="176491" y="94500"/>
                  </a:lnTo>
                  <a:lnTo>
                    <a:pt x="185292" y="85699"/>
                  </a:lnTo>
                  <a:lnTo>
                    <a:pt x="181140" y="81546"/>
                  </a:lnTo>
                  <a:close/>
                </a:path>
                <a:path extrusionOk="0" h="615314" w="514350">
                  <a:moveTo>
                    <a:pt x="361589" y="42738"/>
                  </a:moveTo>
                  <a:lnTo>
                    <a:pt x="339768" y="66346"/>
                  </a:lnTo>
                  <a:lnTo>
                    <a:pt x="341744" y="72758"/>
                  </a:lnTo>
                  <a:lnTo>
                    <a:pt x="328802" y="85699"/>
                  </a:lnTo>
                  <a:lnTo>
                    <a:pt x="337591" y="94500"/>
                  </a:lnTo>
                  <a:lnTo>
                    <a:pt x="350545" y="81546"/>
                  </a:lnTo>
                  <a:lnTo>
                    <a:pt x="368838" y="81546"/>
                  </a:lnTo>
                  <a:lnTo>
                    <a:pt x="371294" y="80494"/>
                  </a:lnTo>
                  <a:lnTo>
                    <a:pt x="376631" y="75425"/>
                  </a:lnTo>
                  <a:lnTo>
                    <a:pt x="379847" y="68798"/>
                  </a:lnTo>
                  <a:lnTo>
                    <a:pt x="380500" y="62093"/>
                  </a:lnTo>
                  <a:lnTo>
                    <a:pt x="380541" y="61679"/>
                  </a:lnTo>
                  <a:lnTo>
                    <a:pt x="378765" y="54753"/>
                  </a:lnTo>
                  <a:lnTo>
                    <a:pt x="374573" y="48704"/>
                  </a:lnTo>
                  <a:lnTo>
                    <a:pt x="368518" y="44513"/>
                  </a:lnTo>
                  <a:lnTo>
                    <a:pt x="361589" y="42738"/>
                  </a:lnTo>
                  <a:close/>
                </a:path>
                <a:path extrusionOk="0" h="615314" w="514350">
                  <a:moveTo>
                    <a:pt x="156202" y="42738"/>
                  </a:moveTo>
                  <a:lnTo>
                    <a:pt x="133476" y="62093"/>
                  </a:lnTo>
                  <a:lnTo>
                    <a:pt x="134214" y="68798"/>
                  </a:lnTo>
                  <a:lnTo>
                    <a:pt x="136702" y="77698"/>
                  </a:lnTo>
                  <a:lnTo>
                    <a:pt x="144818" y="83858"/>
                  </a:lnTo>
                  <a:lnTo>
                    <a:pt x="157365" y="83858"/>
                  </a:lnTo>
                  <a:lnTo>
                    <a:pt x="160616" y="83058"/>
                  </a:lnTo>
                  <a:lnTo>
                    <a:pt x="163550" y="81546"/>
                  </a:lnTo>
                  <a:lnTo>
                    <a:pt x="181140" y="81546"/>
                  </a:lnTo>
                  <a:lnTo>
                    <a:pt x="172351" y="72758"/>
                  </a:lnTo>
                  <a:lnTo>
                    <a:pt x="174443" y="66346"/>
                  </a:lnTo>
                  <a:lnTo>
                    <a:pt x="174378" y="59767"/>
                  </a:lnTo>
                  <a:lnTo>
                    <a:pt x="172249" y="53543"/>
                  </a:lnTo>
                  <a:lnTo>
                    <a:pt x="168147" y="48196"/>
                  </a:lnTo>
                  <a:lnTo>
                    <a:pt x="162635" y="44513"/>
                  </a:lnTo>
                  <a:lnTo>
                    <a:pt x="162774" y="44513"/>
                  </a:lnTo>
                  <a:lnTo>
                    <a:pt x="156202" y="42738"/>
                  </a:lnTo>
                  <a:close/>
                </a:path>
                <a:path extrusionOk="0" h="615314" w="514350">
                  <a:moveTo>
                    <a:pt x="368838" y="81546"/>
                  </a:moveTo>
                  <a:lnTo>
                    <a:pt x="350545" y="81546"/>
                  </a:lnTo>
                  <a:lnTo>
                    <a:pt x="357582" y="83713"/>
                  </a:lnTo>
                  <a:lnTo>
                    <a:pt x="364721" y="83310"/>
                  </a:lnTo>
                  <a:lnTo>
                    <a:pt x="368838" y="81546"/>
                  </a:lnTo>
                  <a:close/>
                </a:path>
                <a:path extrusionOk="0" h="615314" w="514350">
                  <a:moveTo>
                    <a:pt x="442086" y="362153"/>
                  </a:moveTo>
                  <a:lnTo>
                    <a:pt x="72008" y="362153"/>
                  </a:lnTo>
                  <a:lnTo>
                    <a:pt x="62810" y="364015"/>
                  </a:lnTo>
                  <a:lnTo>
                    <a:pt x="55300" y="369079"/>
                  </a:lnTo>
                  <a:lnTo>
                    <a:pt x="50236" y="376588"/>
                  </a:lnTo>
                  <a:lnTo>
                    <a:pt x="48374" y="385787"/>
                  </a:lnTo>
                  <a:lnTo>
                    <a:pt x="48374" y="399072"/>
                  </a:lnTo>
                  <a:lnTo>
                    <a:pt x="51155" y="401853"/>
                  </a:lnTo>
                  <a:lnTo>
                    <a:pt x="58026" y="401853"/>
                  </a:lnTo>
                  <a:lnTo>
                    <a:pt x="60807" y="399072"/>
                  </a:lnTo>
                  <a:lnTo>
                    <a:pt x="60820" y="379603"/>
                  </a:lnTo>
                  <a:lnTo>
                    <a:pt x="65824" y="374599"/>
                  </a:lnTo>
                  <a:lnTo>
                    <a:pt x="462515" y="374599"/>
                  </a:lnTo>
                  <a:lnTo>
                    <a:pt x="458790" y="369079"/>
                  </a:lnTo>
                  <a:lnTo>
                    <a:pt x="451280" y="364015"/>
                  </a:lnTo>
                  <a:lnTo>
                    <a:pt x="442086" y="362153"/>
                  </a:lnTo>
                  <a:close/>
                </a:path>
                <a:path extrusionOk="0" h="615314" w="514350">
                  <a:moveTo>
                    <a:pt x="263270" y="374599"/>
                  </a:moveTo>
                  <a:lnTo>
                    <a:pt x="250824" y="374599"/>
                  </a:lnTo>
                  <a:lnTo>
                    <a:pt x="250824" y="399072"/>
                  </a:lnTo>
                  <a:lnTo>
                    <a:pt x="253606" y="401853"/>
                  </a:lnTo>
                  <a:lnTo>
                    <a:pt x="260476" y="401853"/>
                  </a:lnTo>
                  <a:lnTo>
                    <a:pt x="263270" y="399072"/>
                  </a:lnTo>
                  <a:lnTo>
                    <a:pt x="263270" y="374599"/>
                  </a:lnTo>
                  <a:close/>
                </a:path>
                <a:path extrusionOk="0" h="615314" w="514350">
                  <a:moveTo>
                    <a:pt x="462515" y="374599"/>
                  </a:moveTo>
                  <a:lnTo>
                    <a:pt x="448271" y="374599"/>
                  </a:lnTo>
                  <a:lnTo>
                    <a:pt x="453275" y="379603"/>
                  </a:lnTo>
                  <a:lnTo>
                    <a:pt x="453288" y="399072"/>
                  </a:lnTo>
                  <a:lnTo>
                    <a:pt x="456069" y="401853"/>
                  </a:lnTo>
                  <a:lnTo>
                    <a:pt x="462940" y="401853"/>
                  </a:lnTo>
                  <a:lnTo>
                    <a:pt x="465721" y="399072"/>
                  </a:lnTo>
                  <a:lnTo>
                    <a:pt x="465721" y="385787"/>
                  </a:lnTo>
                  <a:lnTo>
                    <a:pt x="463857" y="376588"/>
                  </a:lnTo>
                  <a:lnTo>
                    <a:pt x="462515" y="374599"/>
                  </a:lnTo>
                  <a:close/>
                </a:path>
                <a:path extrusionOk="0" h="615314" w="514350">
                  <a:moveTo>
                    <a:pt x="260476" y="340461"/>
                  </a:moveTo>
                  <a:lnTo>
                    <a:pt x="253606" y="340461"/>
                  </a:lnTo>
                  <a:lnTo>
                    <a:pt x="250824" y="343242"/>
                  </a:lnTo>
                  <a:lnTo>
                    <a:pt x="250824" y="362153"/>
                  </a:lnTo>
                  <a:lnTo>
                    <a:pt x="263270" y="362153"/>
                  </a:lnTo>
                  <a:lnTo>
                    <a:pt x="263270" y="343242"/>
                  </a:lnTo>
                  <a:lnTo>
                    <a:pt x="260476" y="340461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p4"/>
          <p:cNvSpPr txBox="1"/>
          <p:nvPr/>
        </p:nvSpPr>
        <p:spPr>
          <a:xfrm>
            <a:off x="13141027" y="5678322"/>
            <a:ext cx="394335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Conceptos clave en BI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KPI, scorecards y modelos tabulares permiten monitorear el desempeño.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4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3060600" y="9656443"/>
            <a:ext cx="5290820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Fundamentos y pensamiento estratégico en BI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4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  <p:sp>
        <p:nvSpPr>
          <p:cNvPr id="172" name="Google Shape;172;p4"/>
          <p:cNvSpPr txBox="1"/>
          <p:nvPr/>
        </p:nvSpPr>
        <p:spPr>
          <a:xfrm>
            <a:off x="8208564" y="5678322"/>
            <a:ext cx="3862070" cy="1666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816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Más allá de almacenar datos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Interpretar datos es esencial para la gestión estratégica.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3276103" y="5678322"/>
            <a:ext cx="3787775" cy="1666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43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Transformar datos en decisiones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La visualización analítica convierte registros en información útil.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78" name="Google Shape;178;g3cd082ef7fa_0_500"/>
          <p:cNvSpPr txBox="1"/>
          <p:nvPr>
            <p:ph type="title"/>
          </p:nvPr>
        </p:nvSpPr>
        <p:spPr>
          <a:xfrm>
            <a:off x="2724025" y="2759414"/>
            <a:ext cx="13743900" cy="4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0" lang="en-US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Indicador Clave de Desempeño </a:t>
            </a:r>
            <a:r>
              <a:rPr lang="en-US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(KPI)</a:t>
            </a:r>
            <a:r>
              <a:rPr b="0" lang="en-US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una </a:t>
            </a:r>
            <a:r>
              <a:rPr lang="en-US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métrica cuantificable de alto nivel</a:t>
            </a:r>
            <a:r>
              <a:rPr b="0" lang="en-US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utilizada en el entorno laboral para medir qué tan eficazmente una empresa, equipo o individuo está </a:t>
            </a:r>
            <a:r>
              <a:rPr lang="en-US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logrando</a:t>
            </a:r>
            <a:r>
              <a:rPr b="0" lang="en-US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los </a:t>
            </a:r>
            <a:r>
              <a:rPr lang="en-US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clave del negocio.</a:t>
            </a:r>
            <a:endParaRPr sz="4700"/>
          </a:p>
        </p:txBody>
      </p:sp>
      <p:grpSp>
        <p:nvGrpSpPr>
          <p:cNvPr id="179" name="Google Shape;179;g3cd082ef7fa_0_500"/>
          <p:cNvGrpSpPr/>
          <p:nvPr/>
        </p:nvGrpSpPr>
        <p:grpSpPr>
          <a:xfrm>
            <a:off x="989545" y="1692498"/>
            <a:ext cx="845819" cy="845977"/>
            <a:chOff x="989545" y="1692498"/>
            <a:chExt cx="845819" cy="845977"/>
          </a:xfrm>
        </p:grpSpPr>
        <p:sp>
          <p:nvSpPr>
            <p:cNvPr id="180" name="Google Shape;180;g3cd082ef7fa_0_500"/>
            <p:cNvSpPr/>
            <p:nvPr/>
          </p:nvSpPr>
          <p:spPr>
            <a:xfrm>
              <a:off x="989611" y="1692498"/>
              <a:ext cx="547369" cy="547369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g3cd082ef7fa_0_500"/>
            <p:cNvSpPr/>
            <p:nvPr/>
          </p:nvSpPr>
          <p:spPr>
            <a:xfrm>
              <a:off x="1287804" y="1692527"/>
              <a:ext cx="547369" cy="547369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3cd082ef7fa_0_500"/>
            <p:cNvSpPr/>
            <p:nvPr/>
          </p:nvSpPr>
          <p:spPr>
            <a:xfrm>
              <a:off x="989545" y="1843150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97" y="272084"/>
                  </a:lnTo>
                  <a:lnTo>
                    <a:pt x="51650" y="394131"/>
                  </a:lnTo>
                  <a:lnTo>
                    <a:pt x="23622" y="430644"/>
                  </a:lnTo>
                  <a:lnTo>
                    <a:pt x="6007" y="473176"/>
                  </a:lnTo>
                  <a:lnTo>
                    <a:pt x="0" y="518807"/>
                  </a:lnTo>
                  <a:lnTo>
                    <a:pt x="381" y="530352"/>
                  </a:lnTo>
                  <a:lnTo>
                    <a:pt x="9359" y="575500"/>
                  </a:lnTo>
                  <a:lnTo>
                    <a:pt x="29718" y="616775"/>
                  </a:lnTo>
                  <a:lnTo>
                    <a:pt x="59855" y="651167"/>
                  </a:lnTo>
                  <a:lnTo>
                    <a:pt x="98069" y="676681"/>
                  </a:lnTo>
                  <a:lnTo>
                    <a:pt x="141655" y="691476"/>
                  </a:lnTo>
                  <a:lnTo>
                    <a:pt x="176060" y="694867"/>
                  </a:lnTo>
                  <a:lnTo>
                    <a:pt x="187591" y="694486"/>
                  </a:lnTo>
                  <a:lnTo>
                    <a:pt x="232740" y="685507"/>
                  </a:lnTo>
                  <a:lnTo>
                    <a:pt x="274027" y="665149"/>
                  </a:lnTo>
                  <a:lnTo>
                    <a:pt x="422783" y="521169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61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g3cd082ef7fa_0_500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184" name="Google Shape;184;g3cd082ef7fa_0_500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g3cd082ef7fa_0_500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g3cd082ef7fa_0_500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g3cd082ef7fa_0_500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cd082ef7fa_0_500"/>
          <p:cNvSpPr txBox="1"/>
          <p:nvPr>
            <p:ph idx="12" type="sldNum"/>
          </p:nvPr>
        </p:nvSpPr>
        <p:spPr>
          <a:xfrm>
            <a:off x="878457" y="9567388"/>
            <a:ext cx="57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189" name="Google Shape;189;g3cd082ef7fa_0_500"/>
          <p:cNvSpPr txBox="1"/>
          <p:nvPr/>
        </p:nvSpPr>
        <p:spPr>
          <a:xfrm>
            <a:off x="3060600" y="9656443"/>
            <a:ext cx="529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Fundamentos y pensamiento estratégico en BI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g3cd082ef7fa_0_500"/>
          <p:cNvSpPr txBox="1"/>
          <p:nvPr>
            <p:ph idx="10" type="dt"/>
          </p:nvPr>
        </p:nvSpPr>
        <p:spPr>
          <a:xfrm>
            <a:off x="16253088" y="9655159"/>
            <a:ext cx="106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g3cd082ef7fa_0_469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196" name="Google Shape;196;g3cd082ef7fa_0_469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g3cd082ef7fa_0_469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g3cd082ef7fa_0_469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$PPTXTitle" id="199" name="Google Shape;199;g3cd082ef7fa_0_469"/>
          <p:cNvSpPr txBox="1"/>
          <p:nvPr>
            <p:ph type="title"/>
          </p:nvPr>
        </p:nvSpPr>
        <p:spPr>
          <a:xfrm>
            <a:off x="3031356" y="1550978"/>
            <a:ext cx="137439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Introducción a la visualización BI</a:t>
            </a:r>
            <a:endParaRPr/>
          </a:p>
        </p:txBody>
      </p:sp>
      <p:grpSp>
        <p:nvGrpSpPr>
          <p:cNvPr id="200" name="Google Shape;200;g3cd082ef7fa_0_469"/>
          <p:cNvGrpSpPr/>
          <p:nvPr/>
        </p:nvGrpSpPr>
        <p:grpSpPr>
          <a:xfrm>
            <a:off x="989533" y="1692474"/>
            <a:ext cx="845844" cy="846052"/>
            <a:chOff x="989533" y="1692474"/>
            <a:chExt cx="845844" cy="846052"/>
          </a:xfrm>
        </p:grpSpPr>
        <p:sp>
          <p:nvSpPr>
            <p:cNvPr id="201" name="Google Shape;201;g3cd082ef7fa_0_469"/>
            <p:cNvSpPr/>
            <p:nvPr/>
          </p:nvSpPr>
          <p:spPr>
            <a:xfrm>
              <a:off x="989533" y="1692498"/>
              <a:ext cx="547369" cy="547369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g3cd082ef7fa_0_469"/>
            <p:cNvSpPr/>
            <p:nvPr/>
          </p:nvSpPr>
          <p:spPr>
            <a:xfrm>
              <a:off x="1287800" y="1692474"/>
              <a:ext cx="547369" cy="547369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g3cd082ef7fa_0_469"/>
            <p:cNvSpPr/>
            <p:nvPr/>
          </p:nvSpPr>
          <p:spPr>
            <a:xfrm>
              <a:off x="989558" y="1843201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15" y="518782"/>
                  </a:moveTo>
                  <a:lnTo>
                    <a:pt x="839508" y="473151"/>
                  </a:lnTo>
                  <a:lnTo>
                    <a:pt x="821893" y="430618"/>
                  </a:lnTo>
                  <a:lnTo>
                    <a:pt x="793864" y="394106"/>
                  </a:lnTo>
                  <a:lnTo>
                    <a:pt x="671830" y="272084"/>
                  </a:lnTo>
                  <a:lnTo>
                    <a:pt x="422757" y="22961"/>
                  </a:lnTo>
                  <a:lnTo>
                    <a:pt x="399757" y="0"/>
                  </a:lnTo>
                  <a:lnTo>
                    <a:pt x="150672" y="249085"/>
                  </a:lnTo>
                  <a:lnTo>
                    <a:pt x="173647" y="272072"/>
                  </a:lnTo>
                  <a:lnTo>
                    <a:pt x="51650" y="394081"/>
                  </a:lnTo>
                  <a:lnTo>
                    <a:pt x="23622" y="430593"/>
                  </a:lnTo>
                  <a:lnTo>
                    <a:pt x="6007" y="473125"/>
                  </a:lnTo>
                  <a:lnTo>
                    <a:pt x="0" y="518756"/>
                  </a:lnTo>
                  <a:lnTo>
                    <a:pt x="368" y="530301"/>
                  </a:lnTo>
                  <a:lnTo>
                    <a:pt x="9359" y="575449"/>
                  </a:lnTo>
                  <a:lnTo>
                    <a:pt x="29718" y="616724"/>
                  </a:lnTo>
                  <a:lnTo>
                    <a:pt x="59855" y="651116"/>
                  </a:lnTo>
                  <a:lnTo>
                    <a:pt x="98069" y="676630"/>
                  </a:lnTo>
                  <a:lnTo>
                    <a:pt x="141655" y="691426"/>
                  </a:lnTo>
                  <a:lnTo>
                    <a:pt x="176060" y="694817"/>
                  </a:lnTo>
                  <a:lnTo>
                    <a:pt x="187591" y="694436"/>
                  </a:lnTo>
                  <a:lnTo>
                    <a:pt x="232740" y="685457"/>
                  </a:lnTo>
                  <a:lnTo>
                    <a:pt x="274027" y="665099"/>
                  </a:lnTo>
                  <a:lnTo>
                    <a:pt x="422744" y="521169"/>
                  </a:lnTo>
                  <a:lnTo>
                    <a:pt x="544779" y="643191"/>
                  </a:lnTo>
                  <a:lnTo>
                    <a:pt x="581291" y="671220"/>
                  </a:lnTo>
                  <a:lnTo>
                    <a:pt x="623824" y="688835"/>
                  </a:lnTo>
                  <a:lnTo>
                    <a:pt x="669455" y="694842"/>
                  </a:lnTo>
                  <a:lnTo>
                    <a:pt x="680999" y="694474"/>
                  </a:lnTo>
                  <a:lnTo>
                    <a:pt x="726147" y="685482"/>
                  </a:lnTo>
                  <a:lnTo>
                    <a:pt x="767422" y="665124"/>
                  </a:lnTo>
                  <a:lnTo>
                    <a:pt x="801814" y="634987"/>
                  </a:lnTo>
                  <a:lnTo>
                    <a:pt x="827328" y="596773"/>
                  </a:lnTo>
                  <a:lnTo>
                    <a:pt x="842124" y="553186"/>
                  </a:lnTo>
                  <a:lnTo>
                    <a:pt x="845134" y="530326"/>
                  </a:lnTo>
                  <a:lnTo>
                    <a:pt x="845515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" name="Google Shape;204;g3cd082ef7fa_0_469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g3cd082ef7fa_0_469"/>
          <p:cNvGrpSpPr/>
          <p:nvPr/>
        </p:nvGrpSpPr>
        <p:grpSpPr>
          <a:xfrm>
            <a:off x="12909053" y="4271914"/>
            <a:ext cx="4449444" cy="3448050"/>
            <a:chOff x="12909053" y="4271914"/>
            <a:chExt cx="4449444" cy="3448050"/>
          </a:xfrm>
        </p:grpSpPr>
        <p:sp>
          <p:nvSpPr>
            <p:cNvPr id="206" name="Google Shape;206;g3cd082ef7fa_0_469"/>
            <p:cNvSpPr/>
            <p:nvPr/>
          </p:nvSpPr>
          <p:spPr>
            <a:xfrm>
              <a:off x="12909053" y="4271914"/>
              <a:ext cx="4449444" cy="3448050"/>
            </a:xfrm>
            <a:custGeom>
              <a:rect b="b" l="l" r="r" t="t"/>
              <a:pathLst>
                <a:path extrusionOk="0" h="3448050" w="4449444">
                  <a:moveTo>
                    <a:pt x="4009047" y="0"/>
                  </a:moveTo>
                  <a:lnTo>
                    <a:pt x="447675" y="0"/>
                  </a:lnTo>
                  <a:lnTo>
                    <a:pt x="433031" y="177"/>
                  </a:lnTo>
                  <a:lnTo>
                    <a:pt x="389229" y="3771"/>
                  </a:lnTo>
                  <a:lnTo>
                    <a:pt x="346011" y="11633"/>
                  </a:lnTo>
                  <a:lnTo>
                    <a:pt x="303758" y="23698"/>
                  </a:lnTo>
                  <a:lnTo>
                    <a:pt x="262890" y="39852"/>
                  </a:lnTo>
                  <a:lnTo>
                    <a:pt x="223812" y="59918"/>
                  </a:lnTo>
                  <a:lnTo>
                    <a:pt x="186880" y="83731"/>
                  </a:lnTo>
                  <a:lnTo>
                    <a:pt x="152463" y="111048"/>
                  </a:lnTo>
                  <a:lnTo>
                    <a:pt x="120891" y="141605"/>
                  </a:lnTo>
                  <a:lnTo>
                    <a:pt x="92468" y="175107"/>
                  </a:lnTo>
                  <a:lnTo>
                    <a:pt x="67462" y="211239"/>
                  </a:lnTo>
                  <a:lnTo>
                    <a:pt x="46113" y="249643"/>
                  </a:lnTo>
                  <a:lnTo>
                    <a:pt x="28638" y="289953"/>
                  </a:lnTo>
                  <a:lnTo>
                    <a:pt x="15201" y="331787"/>
                  </a:lnTo>
                  <a:lnTo>
                    <a:pt x="5918" y="374738"/>
                  </a:lnTo>
                  <a:lnTo>
                    <a:pt x="901" y="418388"/>
                  </a:lnTo>
                  <a:lnTo>
                    <a:pt x="0" y="440347"/>
                  </a:lnTo>
                  <a:lnTo>
                    <a:pt x="0" y="2999879"/>
                  </a:lnTo>
                  <a:lnTo>
                    <a:pt x="3771" y="3058312"/>
                  </a:lnTo>
                  <a:lnTo>
                    <a:pt x="11633" y="3101555"/>
                  </a:lnTo>
                  <a:lnTo>
                    <a:pt x="23698" y="3143796"/>
                  </a:lnTo>
                  <a:lnTo>
                    <a:pt x="39852" y="3184664"/>
                  </a:lnTo>
                  <a:lnTo>
                    <a:pt x="59931" y="3223742"/>
                  </a:lnTo>
                  <a:lnTo>
                    <a:pt x="83731" y="3260674"/>
                  </a:lnTo>
                  <a:lnTo>
                    <a:pt x="111048" y="3295091"/>
                  </a:lnTo>
                  <a:lnTo>
                    <a:pt x="141604" y="3326663"/>
                  </a:lnTo>
                  <a:lnTo>
                    <a:pt x="175107" y="3355086"/>
                  </a:lnTo>
                  <a:lnTo>
                    <a:pt x="211239" y="3380092"/>
                  </a:lnTo>
                  <a:lnTo>
                    <a:pt x="249643" y="3401441"/>
                  </a:lnTo>
                  <a:lnTo>
                    <a:pt x="289953" y="3418916"/>
                  </a:lnTo>
                  <a:lnTo>
                    <a:pt x="331787" y="3432352"/>
                  </a:lnTo>
                  <a:lnTo>
                    <a:pt x="374738" y="3441636"/>
                  </a:lnTo>
                  <a:lnTo>
                    <a:pt x="418388" y="3446653"/>
                  </a:lnTo>
                  <a:lnTo>
                    <a:pt x="440347" y="3447554"/>
                  </a:lnTo>
                  <a:lnTo>
                    <a:pt x="4001719" y="3447554"/>
                  </a:lnTo>
                  <a:lnTo>
                    <a:pt x="4060164" y="3443782"/>
                  </a:lnTo>
                  <a:lnTo>
                    <a:pt x="4103395" y="3435921"/>
                  </a:lnTo>
                  <a:lnTo>
                    <a:pt x="4145635" y="3423843"/>
                  </a:lnTo>
                  <a:lnTo>
                    <a:pt x="4186504" y="3407702"/>
                  </a:lnTo>
                  <a:lnTo>
                    <a:pt x="4225582" y="3387623"/>
                  </a:lnTo>
                  <a:lnTo>
                    <a:pt x="4262513" y="3363823"/>
                  </a:lnTo>
                  <a:lnTo>
                    <a:pt x="4296943" y="3336493"/>
                  </a:lnTo>
                  <a:lnTo>
                    <a:pt x="4328502" y="3305949"/>
                  </a:lnTo>
                  <a:lnTo>
                    <a:pt x="4356938" y="3272434"/>
                  </a:lnTo>
                  <a:lnTo>
                    <a:pt x="4381931" y="3236315"/>
                  </a:lnTo>
                  <a:lnTo>
                    <a:pt x="4403280" y="3197910"/>
                  </a:lnTo>
                  <a:lnTo>
                    <a:pt x="4420755" y="3157601"/>
                  </a:lnTo>
                  <a:lnTo>
                    <a:pt x="4434192" y="3115767"/>
                  </a:lnTo>
                  <a:lnTo>
                    <a:pt x="4443476" y="3072815"/>
                  </a:lnTo>
                  <a:lnTo>
                    <a:pt x="4448505" y="3029165"/>
                  </a:lnTo>
                  <a:lnTo>
                    <a:pt x="4449394" y="3007207"/>
                  </a:lnTo>
                  <a:lnTo>
                    <a:pt x="4449394" y="447675"/>
                  </a:lnTo>
                  <a:lnTo>
                    <a:pt x="4445635" y="389229"/>
                  </a:lnTo>
                  <a:lnTo>
                    <a:pt x="4437761" y="346011"/>
                  </a:lnTo>
                  <a:lnTo>
                    <a:pt x="4425696" y="303758"/>
                  </a:lnTo>
                  <a:lnTo>
                    <a:pt x="4409541" y="262890"/>
                  </a:lnTo>
                  <a:lnTo>
                    <a:pt x="4389475" y="223812"/>
                  </a:lnTo>
                  <a:lnTo>
                    <a:pt x="4365663" y="186880"/>
                  </a:lnTo>
                  <a:lnTo>
                    <a:pt x="4338345" y="152463"/>
                  </a:lnTo>
                  <a:lnTo>
                    <a:pt x="4307789" y="120891"/>
                  </a:lnTo>
                  <a:lnTo>
                    <a:pt x="4274286" y="92468"/>
                  </a:lnTo>
                  <a:lnTo>
                    <a:pt x="4238155" y="67462"/>
                  </a:lnTo>
                  <a:lnTo>
                    <a:pt x="4199750" y="46113"/>
                  </a:lnTo>
                  <a:lnTo>
                    <a:pt x="4159440" y="28638"/>
                  </a:lnTo>
                  <a:lnTo>
                    <a:pt x="4117606" y="15201"/>
                  </a:lnTo>
                  <a:lnTo>
                    <a:pt x="4074655" y="5918"/>
                  </a:lnTo>
                  <a:lnTo>
                    <a:pt x="4031005" y="901"/>
                  </a:lnTo>
                  <a:lnTo>
                    <a:pt x="4009047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g3cd082ef7fa_0_469"/>
            <p:cNvSpPr/>
            <p:nvPr/>
          </p:nvSpPr>
          <p:spPr>
            <a:xfrm>
              <a:off x="12909082" y="4406437"/>
              <a:ext cx="1235709" cy="1040129"/>
            </a:xfrm>
            <a:custGeom>
              <a:rect b="b" l="l" r="r" t="t"/>
              <a:pathLst>
                <a:path extrusionOk="0" h="1040129" w="1235709">
                  <a:moveTo>
                    <a:pt x="760387" y="0"/>
                  </a:moveTo>
                  <a:lnTo>
                    <a:pt x="0" y="0"/>
                  </a:lnTo>
                  <a:lnTo>
                    <a:pt x="0" y="1039571"/>
                  </a:lnTo>
                  <a:lnTo>
                    <a:pt x="760387" y="1039571"/>
                  </a:lnTo>
                  <a:lnTo>
                    <a:pt x="791455" y="1038552"/>
                  </a:lnTo>
                  <a:lnTo>
                    <a:pt x="852991" y="1030446"/>
                  </a:lnTo>
                  <a:lnTo>
                    <a:pt x="913000" y="1014365"/>
                  </a:lnTo>
                  <a:lnTo>
                    <a:pt x="970338" y="990617"/>
                  </a:lnTo>
                  <a:lnTo>
                    <a:pt x="1024144" y="959551"/>
                  </a:lnTo>
                  <a:lnTo>
                    <a:pt x="1073386" y="921766"/>
                  </a:lnTo>
                  <a:lnTo>
                    <a:pt x="1117320" y="877833"/>
                  </a:lnTo>
                  <a:lnTo>
                    <a:pt x="1155100" y="828600"/>
                  </a:lnTo>
                  <a:lnTo>
                    <a:pt x="1186161" y="774796"/>
                  </a:lnTo>
                  <a:lnTo>
                    <a:pt x="1209912" y="717458"/>
                  </a:lnTo>
                  <a:lnTo>
                    <a:pt x="1225994" y="656740"/>
                  </a:lnTo>
                  <a:lnTo>
                    <a:pt x="1234095" y="576902"/>
                  </a:lnTo>
                  <a:lnTo>
                    <a:pt x="1235113" y="519785"/>
                  </a:lnTo>
                  <a:lnTo>
                    <a:pt x="1234095" y="462669"/>
                  </a:lnTo>
                  <a:lnTo>
                    <a:pt x="1231052" y="418393"/>
                  </a:lnTo>
                  <a:lnTo>
                    <a:pt x="1218933" y="351853"/>
                  </a:lnTo>
                  <a:lnTo>
                    <a:pt x="1198975" y="293055"/>
                  </a:lnTo>
                  <a:lnTo>
                    <a:pt x="1171511" y="237362"/>
                  </a:lnTo>
                  <a:lnTo>
                    <a:pt x="1137016" y="185735"/>
                  </a:lnTo>
                  <a:lnTo>
                    <a:pt x="1096073" y="139052"/>
                  </a:lnTo>
                  <a:lnTo>
                    <a:pt x="1049383" y="98107"/>
                  </a:lnTo>
                  <a:lnTo>
                    <a:pt x="997750" y="63601"/>
                  </a:lnTo>
                  <a:lnTo>
                    <a:pt x="942057" y="36142"/>
                  </a:lnTo>
                  <a:lnTo>
                    <a:pt x="883259" y="16179"/>
                  </a:lnTo>
                  <a:lnTo>
                    <a:pt x="822356" y="4065"/>
                  </a:lnTo>
                  <a:lnTo>
                    <a:pt x="760387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g3cd082ef7fa_0_469"/>
            <p:cNvSpPr/>
            <p:nvPr/>
          </p:nvSpPr>
          <p:spPr>
            <a:xfrm>
              <a:off x="13186804" y="4654409"/>
              <a:ext cx="614044" cy="615950"/>
            </a:xfrm>
            <a:custGeom>
              <a:rect b="b" l="l" r="r" t="t"/>
              <a:pathLst>
                <a:path extrusionOk="0" h="615950" w="614044">
                  <a:moveTo>
                    <a:pt x="90652" y="330720"/>
                  </a:moveTo>
                  <a:lnTo>
                    <a:pt x="85813" y="325882"/>
                  </a:lnTo>
                  <a:lnTo>
                    <a:pt x="25679" y="325882"/>
                  </a:lnTo>
                  <a:lnTo>
                    <a:pt x="20840" y="330720"/>
                  </a:lnTo>
                  <a:lnTo>
                    <a:pt x="20840" y="387718"/>
                  </a:lnTo>
                  <a:lnTo>
                    <a:pt x="90652" y="387718"/>
                  </a:lnTo>
                  <a:lnTo>
                    <a:pt x="90652" y="330720"/>
                  </a:lnTo>
                  <a:close/>
                </a:path>
                <a:path extrusionOk="0" h="615950" w="614044">
                  <a:moveTo>
                    <a:pt x="162585" y="157060"/>
                  </a:moveTo>
                  <a:lnTo>
                    <a:pt x="157746" y="152222"/>
                  </a:lnTo>
                  <a:lnTo>
                    <a:pt x="145808" y="152222"/>
                  </a:lnTo>
                  <a:lnTo>
                    <a:pt x="140970" y="157060"/>
                  </a:lnTo>
                  <a:lnTo>
                    <a:pt x="140970" y="188239"/>
                  </a:lnTo>
                  <a:lnTo>
                    <a:pt x="145808" y="193078"/>
                  </a:lnTo>
                  <a:lnTo>
                    <a:pt x="157746" y="193078"/>
                  </a:lnTo>
                  <a:lnTo>
                    <a:pt x="162585" y="188239"/>
                  </a:lnTo>
                  <a:lnTo>
                    <a:pt x="162585" y="157060"/>
                  </a:lnTo>
                  <a:close/>
                </a:path>
                <a:path extrusionOk="0" h="615950" w="614044">
                  <a:moveTo>
                    <a:pt x="184619" y="295249"/>
                  </a:moveTo>
                  <a:lnTo>
                    <a:pt x="179781" y="290410"/>
                  </a:lnTo>
                  <a:lnTo>
                    <a:pt x="119646" y="290410"/>
                  </a:lnTo>
                  <a:lnTo>
                    <a:pt x="114808" y="295249"/>
                  </a:lnTo>
                  <a:lnTo>
                    <a:pt x="114808" y="387718"/>
                  </a:lnTo>
                  <a:lnTo>
                    <a:pt x="184619" y="387718"/>
                  </a:lnTo>
                  <a:lnTo>
                    <a:pt x="184619" y="295249"/>
                  </a:lnTo>
                  <a:close/>
                </a:path>
                <a:path extrusionOk="0" h="615950" w="614044">
                  <a:moveTo>
                    <a:pt x="210172" y="4851"/>
                  </a:moveTo>
                  <a:lnTo>
                    <a:pt x="205320" y="0"/>
                  </a:lnTo>
                  <a:lnTo>
                    <a:pt x="98234" y="0"/>
                  </a:lnTo>
                  <a:lnTo>
                    <a:pt x="93383" y="4851"/>
                  </a:lnTo>
                  <a:lnTo>
                    <a:pt x="93383" y="65659"/>
                  </a:lnTo>
                  <a:lnTo>
                    <a:pt x="115049" y="65659"/>
                  </a:lnTo>
                  <a:lnTo>
                    <a:pt x="115049" y="21628"/>
                  </a:lnTo>
                  <a:lnTo>
                    <a:pt x="188518" y="21628"/>
                  </a:lnTo>
                  <a:lnTo>
                    <a:pt x="188518" y="65659"/>
                  </a:lnTo>
                  <a:lnTo>
                    <a:pt x="210172" y="65659"/>
                  </a:lnTo>
                  <a:lnTo>
                    <a:pt x="210172" y="21628"/>
                  </a:lnTo>
                  <a:lnTo>
                    <a:pt x="210172" y="4851"/>
                  </a:lnTo>
                  <a:close/>
                </a:path>
                <a:path extrusionOk="0" h="615950" w="614044">
                  <a:moveTo>
                    <a:pt x="278587" y="275272"/>
                  </a:moveTo>
                  <a:lnTo>
                    <a:pt x="273735" y="270421"/>
                  </a:lnTo>
                  <a:lnTo>
                    <a:pt x="213614" y="270421"/>
                  </a:lnTo>
                  <a:lnTo>
                    <a:pt x="208762" y="275272"/>
                  </a:lnTo>
                  <a:lnTo>
                    <a:pt x="208762" y="387718"/>
                  </a:lnTo>
                  <a:lnTo>
                    <a:pt x="278587" y="387718"/>
                  </a:lnTo>
                  <a:lnTo>
                    <a:pt x="278587" y="275272"/>
                  </a:lnTo>
                  <a:close/>
                </a:path>
                <a:path extrusionOk="0" h="615950" w="614044">
                  <a:moveTo>
                    <a:pt x="290791" y="177838"/>
                  </a:moveTo>
                  <a:lnTo>
                    <a:pt x="172986" y="177838"/>
                  </a:lnTo>
                  <a:lnTo>
                    <a:pt x="172986" y="182232"/>
                  </a:lnTo>
                  <a:lnTo>
                    <a:pt x="171323" y="190500"/>
                  </a:lnTo>
                  <a:lnTo>
                    <a:pt x="166763" y="197256"/>
                  </a:lnTo>
                  <a:lnTo>
                    <a:pt x="160032" y="201803"/>
                  </a:lnTo>
                  <a:lnTo>
                    <a:pt x="151777" y="203479"/>
                  </a:lnTo>
                  <a:lnTo>
                    <a:pt x="143510" y="201803"/>
                  </a:lnTo>
                  <a:lnTo>
                    <a:pt x="136779" y="197256"/>
                  </a:lnTo>
                  <a:lnTo>
                    <a:pt x="132232" y="190500"/>
                  </a:lnTo>
                  <a:lnTo>
                    <a:pt x="130568" y="182232"/>
                  </a:lnTo>
                  <a:lnTo>
                    <a:pt x="130568" y="177838"/>
                  </a:lnTo>
                  <a:lnTo>
                    <a:pt x="12763" y="177838"/>
                  </a:lnTo>
                  <a:lnTo>
                    <a:pt x="12763" y="232613"/>
                  </a:lnTo>
                  <a:lnTo>
                    <a:pt x="17602" y="237451"/>
                  </a:lnTo>
                  <a:lnTo>
                    <a:pt x="285953" y="237451"/>
                  </a:lnTo>
                  <a:lnTo>
                    <a:pt x="290791" y="232613"/>
                  </a:lnTo>
                  <a:lnTo>
                    <a:pt x="290791" y="203479"/>
                  </a:lnTo>
                  <a:lnTo>
                    <a:pt x="290791" y="177838"/>
                  </a:lnTo>
                  <a:close/>
                </a:path>
                <a:path extrusionOk="0" h="615950" w="614044">
                  <a:moveTo>
                    <a:pt x="302666" y="70497"/>
                  </a:moveTo>
                  <a:lnTo>
                    <a:pt x="297827" y="65659"/>
                  </a:lnTo>
                  <a:lnTo>
                    <a:pt x="210172" y="65659"/>
                  </a:lnTo>
                  <a:lnTo>
                    <a:pt x="210172" y="82473"/>
                  </a:lnTo>
                  <a:lnTo>
                    <a:pt x="205320" y="87312"/>
                  </a:lnTo>
                  <a:lnTo>
                    <a:pt x="98234" y="87312"/>
                  </a:lnTo>
                  <a:lnTo>
                    <a:pt x="93383" y="82473"/>
                  </a:lnTo>
                  <a:lnTo>
                    <a:pt x="93383" y="65659"/>
                  </a:lnTo>
                  <a:lnTo>
                    <a:pt x="5740" y="65659"/>
                  </a:lnTo>
                  <a:lnTo>
                    <a:pt x="889" y="70497"/>
                  </a:lnTo>
                  <a:lnTo>
                    <a:pt x="889" y="162623"/>
                  </a:lnTo>
                  <a:lnTo>
                    <a:pt x="5740" y="167462"/>
                  </a:lnTo>
                  <a:lnTo>
                    <a:pt x="130568" y="167462"/>
                  </a:lnTo>
                  <a:lnTo>
                    <a:pt x="130657" y="162623"/>
                  </a:lnTo>
                  <a:lnTo>
                    <a:pt x="132232" y="154800"/>
                  </a:lnTo>
                  <a:lnTo>
                    <a:pt x="136779" y="148043"/>
                  </a:lnTo>
                  <a:lnTo>
                    <a:pt x="143510" y="143484"/>
                  </a:lnTo>
                  <a:lnTo>
                    <a:pt x="151777" y="141820"/>
                  </a:lnTo>
                  <a:lnTo>
                    <a:pt x="160032" y="143484"/>
                  </a:lnTo>
                  <a:lnTo>
                    <a:pt x="166763" y="148043"/>
                  </a:lnTo>
                  <a:lnTo>
                    <a:pt x="171323" y="154800"/>
                  </a:lnTo>
                  <a:lnTo>
                    <a:pt x="172897" y="162623"/>
                  </a:lnTo>
                  <a:lnTo>
                    <a:pt x="172986" y="167462"/>
                  </a:lnTo>
                  <a:lnTo>
                    <a:pt x="297827" y="167462"/>
                  </a:lnTo>
                  <a:lnTo>
                    <a:pt x="302666" y="162623"/>
                  </a:lnTo>
                  <a:lnTo>
                    <a:pt x="302666" y="141820"/>
                  </a:lnTo>
                  <a:lnTo>
                    <a:pt x="302666" y="87312"/>
                  </a:lnTo>
                  <a:lnTo>
                    <a:pt x="302666" y="70497"/>
                  </a:lnTo>
                  <a:close/>
                </a:path>
                <a:path extrusionOk="0" h="615950" w="614044">
                  <a:moveTo>
                    <a:pt x="303517" y="402971"/>
                  </a:moveTo>
                  <a:lnTo>
                    <a:pt x="298678" y="398132"/>
                  </a:lnTo>
                  <a:lnTo>
                    <a:pt x="4813" y="398132"/>
                  </a:lnTo>
                  <a:lnTo>
                    <a:pt x="0" y="402971"/>
                  </a:lnTo>
                  <a:lnTo>
                    <a:pt x="101" y="415010"/>
                  </a:lnTo>
                  <a:lnTo>
                    <a:pt x="4851" y="419747"/>
                  </a:lnTo>
                  <a:lnTo>
                    <a:pt x="298678" y="419747"/>
                  </a:lnTo>
                  <a:lnTo>
                    <a:pt x="303415" y="415010"/>
                  </a:lnTo>
                  <a:lnTo>
                    <a:pt x="303517" y="402971"/>
                  </a:lnTo>
                  <a:close/>
                </a:path>
                <a:path extrusionOk="0" h="615950" w="614044">
                  <a:moveTo>
                    <a:pt x="474014" y="286423"/>
                  </a:moveTo>
                  <a:lnTo>
                    <a:pt x="470382" y="268478"/>
                  </a:lnTo>
                  <a:lnTo>
                    <a:pt x="460489" y="253809"/>
                  </a:lnTo>
                  <a:lnTo>
                    <a:pt x="445820" y="243916"/>
                  </a:lnTo>
                  <a:lnTo>
                    <a:pt x="427875" y="240284"/>
                  </a:lnTo>
                  <a:lnTo>
                    <a:pt x="409930" y="243916"/>
                  </a:lnTo>
                  <a:lnTo>
                    <a:pt x="395262" y="253809"/>
                  </a:lnTo>
                  <a:lnTo>
                    <a:pt x="385356" y="268478"/>
                  </a:lnTo>
                  <a:lnTo>
                    <a:pt x="381723" y="286423"/>
                  </a:lnTo>
                  <a:lnTo>
                    <a:pt x="385356" y="304368"/>
                  </a:lnTo>
                  <a:lnTo>
                    <a:pt x="395262" y="319036"/>
                  </a:lnTo>
                  <a:lnTo>
                    <a:pt x="409930" y="328942"/>
                  </a:lnTo>
                  <a:lnTo>
                    <a:pt x="427875" y="332574"/>
                  </a:lnTo>
                  <a:lnTo>
                    <a:pt x="445820" y="328942"/>
                  </a:lnTo>
                  <a:lnTo>
                    <a:pt x="460489" y="319036"/>
                  </a:lnTo>
                  <a:lnTo>
                    <a:pt x="470382" y="304368"/>
                  </a:lnTo>
                  <a:lnTo>
                    <a:pt x="474014" y="286423"/>
                  </a:lnTo>
                  <a:close/>
                </a:path>
                <a:path extrusionOk="0" h="615950" w="614044">
                  <a:moveTo>
                    <a:pt x="554850" y="242125"/>
                  </a:moveTo>
                  <a:lnTo>
                    <a:pt x="547306" y="229031"/>
                  </a:lnTo>
                  <a:lnTo>
                    <a:pt x="534238" y="206375"/>
                  </a:lnTo>
                  <a:lnTo>
                    <a:pt x="529717" y="198602"/>
                  </a:lnTo>
                  <a:lnTo>
                    <a:pt x="524497" y="196557"/>
                  </a:lnTo>
                  <a:lnTo>
                    <a:pt x="493217" y="206375"/>
                  </a:lnTo>
                  <a:lnTo>
                    <a:pt x="486562" y="201371"/>
                  </a:lnTo>
                  <a:lnTo>
                    <a:pt x="485267" y="200558"/>
                  </a:lnTo>
                  <a:lnTo>
                    <a:pt x="485267" y="286423"/>
                  </a:lnTo>
                  <a:lnTo>
                    <a:pt x="480745" y="308749"/>
                  </a:lnTo>
                  <a:lnTo>
                    <a:pt x="468439" y="326999"/>
                  </a:lnTo>
                  <a:lnTo>
                    <a:pt x="450202" y="339305"/>
                  </a:lnTo>
                  <a:lnTo>
                    <a:pt x="427875" y="343827"/>
                  </a:lnTo>
                  <a:lnTo>
                    <a:pt x="405549" y="339305"/>
                  </a:lnTo>
                  <a:lnTo>
                    <a:pt x="387299" y="326999"/>
                  </a:lnTo>
                  <a:lnTo>
                    <a:pt x="374992" y="308749"/>
                  </a:lnTo>
                  <a:lnTo>
                    <a:pt x="370471" y="286423"/>
                  </a:lnTo>
                  <a:lnTo>
                    <a:pt x="374992" y="264096"/>
                  </a:lnTo>
                  <a:lnTo>
                    <a:pt x="387299" y="245859"/>
                  </a:lnTo>
                  <a:lnTo>
                    <a:pt x="405549" y="233553"/>
                  </a:lnTo>
                  <a:lnTo>
                    <a:pt x="427875" y="229031"/>
                  </a:lnTo>
                  <a:lnTo>
                    <a:pt x="450202" y="233553"/>
                  </a:lnTo>
                  <a:lnTo>
                    <a:pt x="468439" y="245859"/>
                  </a:lnTo>
                  <a:lnTo>
                    <a:pt x="480745" y="264096"/>
                  </a:lnTo>
                  <a:lnTo>
                    <a:pt x="485267" y="286423"/>
                  </a:lnTo>
                  <a:lnTo>
                    <a:pt x="485267" y="200558"/>
                  </a:lnTo>
                  <a:lnTo>
                    <a:pt x="479526" y="196926"/>
                  </a:lnTo>
                  <a:lnTo>
                    <a:pt x="472186" y="193078"/>
                  </a:lnTo>
                  <a:lnTo>
                    <a:pt x="464502" y="189801"/>
                  </a:lnTo>
                  <a:lnTo>
                    <a:pt x="457403" y="157810"/>
                  </a:lnTo>
                  <a:lnTo>
                    <a:pt x="453009" y="154305"/>
                  </a:lnTo>
                  <a:lnTo>
                    <a:pt x="402729" y="154305"/>
                  </a:lnTo>
                  <a:lnTo>
                    <a:pt x="398335" y="157810"/>
                  </a:lnTo>
                  <a:lnTo>
                    <a:pt x="391236" y="189801"/>
                  </a:lnTo>
                  <a:lnTo>
                    <a:pt x="383578" y="193078"/>
                  </a:lnTo>
                  <a:lnTo>
                    <a:pt x="376250" y="196926"/>
                  </a:lnTo>
                  <a:lnTo>
                    <a:pt x="369214" y="201371"/>
                  </a:lnTo>
                  <a:lnTo>
                    <a:pt x="362559" y="206375"/>
                  </a:lnTo>
                  <a:lnTo>
                    <a:pt x="331279" y="196557"/>
                  </a:lnTo>
                  <a:lnTo>
                    <a:pt x="326021" y="198602"/>
                  </a:lnTo>
                  <a:lnTo>
                    <a:pt x="300888" y="242125"/>
                  </a:lnTo>
                  <a:lnTo>
                    <a:pt x="301739" y="247688"/>
                  </a:lnTo>
                  <a:lnTo>
                    <a:pt x="325894" y="269849"/>
                  </a:lnTo>
                  <a:lnTo>
                    <a:pt x="325005" y="275310"/>
                  </a:lnTo>
                  <a:lnTo>
                    <a:pt x="324561" y="280873"/>
                  </a:lnTo>
                  <a:lnTo>
                    <a:pt x="324561" y="291985"/>
                  </a:lnTo>
                  <a:lnTo>
                    <a:pt x="325005" y="297510"/>
                  </a:lnTo>
                  <a:lnTo>
                    <a:pt x="325894" y="303009"/>
                  </a:lnTo>
                  <a:lnTo>
                    <a:pt x="301739" y="325145"/>
                  </a:lnTo>
                  <a:lnTo>
                    <a:pt x="300888" y="330695"/>
                  </a:lnTo>
                  <a:lnTo>
                    <a:pt x="303415" y="335102"/>
                  </a:lnTo>
                  <a:lnTo>
                    <a:pt x="323507" y="369849"/>
                  </a:lnTo>
                  <a:lnTo>
                    <a:pt x="326021" y="374256"/>
                  </a:lnTo>
                  <a:lnTo>
                    <a:pt x="331279" y="376301"/>
                  </a:lnTo>
                  <a:lnTo>
                    <a:pt x="362559" y="366445"/>
                  </a:lnTo>
                  <a:lnTo>
                    <a:pt x="369214" y="371449"/>
                  </a:lnTo>
                  <a:lnTo>
                    <a:pt x="376250" y="375894"/>
                  </a:lnTo>
                  <a:lnTo>
                    <a:pt x="383603" y="379780"/>
                  </a:lnTo>
                  <a:lnTo>
                    <a:pt x="391236" y="383057"/>
                  </a:lnTo>
                  <a:lnTo>
                    <a:pt x="398335" y="415010"/>
                  </a:lnTo>
                  <a:lnTo>
                    <a:pt x="402729" y="418528"/>
                  </a:lnTo>
                  <a:lnTo>
                    <a:pt x="453009" y="418528"/>
                  </a:lnTo>
                  <a:lnTo>
                    <a:pt x="457403" y="415010"/>
                  </a:lnTo>
                  <a:lnTo>
                    <a:pt x="464502" y="383057"/>
                  </a:lnTo>
                  <a:lnTo>
                    <a:pt x="472147" y="379780"/>
                  </a:lnTo>
                  <a:lnTo>
                    <a:pt x="479513" y="375894"/>
                  </a:lnTo>
                  <a:lnTo>
                    <a:pt x="486549" y="371449"/>
                  </a:lnTo>
                  <a:lnTo>
                    <a:pt x="493217" y="366445"/>
                  </a:lnTo>
                  <a:lnTo>
                    <a:pt x="524459" y="376301"/>
                  </a:lnTo>
                  <a:lnTo>
                    <a:pt x="529717" y="374256"/>
                  </a:lnTo>
                  <a:lnTo>
                    <a:pt x="534225" y="366445"/>
                  </a:lnTo>
                  <a:lnTo>
                    <a:pt x="547281" y="343827"/>
                  </a:lnTo>
                  <a:lnTo>
                    <a:pt x="554850" y="330695"/>
                  </a:lnTo>
                  <a:lnTo>
                    <a:pt x="553999" y="325145"/>
                  </a:lnTo>
                  <a:lnTo>
                    <a:pt x="550278" y="321691"/>
                  </a:lnTo>
                  <a:lnTo>
                    <a:pt x="529882" y="303009"/>
                  </a:lnTo>
                  <a:lnTo>
                    <a:pt x="530733" y="297510"/>
                  </a:lnTo>
                  <a:lnTo>
                    <a:pt x="531215" y="291985"/>
                  </a:lnTo>
                  <a:lnTo>
                    <a:pt x="531215" y="280873"/>
                  </a:lnTo>
                  <a:lnTo>
                    <a:pt x="530733" y="275310"/>
                  </a:lnTo>
                  <a:lnTo>
                    <a:pt x="529882" y="269849"/>
                  </a:lnTo>
                  <a:lnTo>
                    <a:pt x="553999" y="247688"/>
                  </a:lnTo>
                  <a:lnTo>
                    <a:pt x="554850" y="242125"/>
                  </a:lnTo>
                  <a:close/>
                </a:path>
                <a:path extrusionOk="0" h="615950" w="614044">
                  <a:moveTo>
                    <a:pt x="613575" y="538543"/>
                  </a:moveTo>
                  <a:lnTo>
                    <a:pt x="613384" y="537616"/>
                  </a:lnTo>
                  <a:lnTo>
                    <a:pt x="604951" y="495922"/>
                  </a:lnTo>
                  <a:lnTo>
                    <a:pt x="588721" y="471868"/>
                  </a:lnTo>
                  <a:lnTo>
                    <a:pt x="581456" y="461098"/>
                  </a:lnTo>
                  <a:lnTo>
                    <a:pt x="546620" y="437603"/>
                  </a:lnTo>
                  <a:lnTo>
                    <a:pt x="504024" y="428993"/>
                  </a:lnTo>
                  <a:lnTo>
                    <a:pt x="481279" y="428993"/>
                  </a:lnTo>
                  <a:lnTo>
                    <a:pt x="478853" y="429844"/>
                  </a:lnTo>
                  <a:lnTo>
                    <a:pt x="427875" y="471868"/>
                  </a:lnTo>
                  <a:lnTo>
                    <a:pt x="376910" y="429844"/>
                  </a:lnTo>
                  <a:lnTo>
                    <a:pt x="374497" y="428993"/>
                  </a:lnTo>
                  <a:lnTo>
                    <a:pt x="351739" y="428993"/>
                  </a:lnTo>
                  <a:lnTo>
                    <a:pt x="309143" y="437603"/>
                  </a:lnTo>
                  <a:lnTo>
                    <a:pt x="274320" y="461098"/>
                  </a:lnTo>
                  <a:lnTo>
                    <a:pt x="250812" y="495922"/>
                  </a:lnTo>
                  <a:lnTo>
                    <a:pt x="242189" y="538543"/>
                  </a:lnTo>
                  <a:lnTo>
                    <a:pt x="242189" y="610819"/>
                  </a:lnTo>
                  <a:lnTo>
                    <a:pt x="247040" y="615657"/>
                  </a:lnTo>
                  <a:lnTo>
                    <a:pt x="315417" y="615657"/>
                  </a:lnTo>
                  <a:lnTo>
                    <a:pt x="315417" y="540118"/>
                  </a:lnTo>
                  <a:lnTo>
                    <a:pt x="317944" y="537616"/>
                  </a:lnTo>
                  <a:lnTo>
                    <a:pt x="324154" y="537616"/>
                  </a:lnTo>
                  <a:lnTo>
                    <a:pt x="326669" y="540118"/>
                  </a:lnTo>
                  <a:lnTo>
                    <a:pt x="326669" y="615657"/>
                  </a:lnTo>
                  <a:lnTo>
                    <a:pt x="529094" y="615657"/>
                  </a:lnTo>
                  <a:lnTo>
                    <a:pt x="529094" y="540118"/>
                  </a:lnTo>
                  <a:lnTo>
                    <a:pt x="531622" y="537616"/>
                  </a:lnTo>
                  <a:lnTo>
                    <a:pt x="537832" y="537616"/>
                  </a:lnTo>
                  <a:lnTo>
                    <a:pt x="540346" y="540118"/>
                  </a:lnTo>
                  <a:lnTo>
                    <a:pt x="540346" y="615657"/>
                  </a:lnTo>
                  <a:lnTo>
                    <a:pt x="608736" y="615657"/>
                  </a:lnTo>
                  <a:lnTo>
                    <a:pt x="613575" y="610819"/>
                  </a:lnTo>
                  <a:lnTo>
                    <a:pt x="613575" y="538543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g3cd082ef7fa_0_469"/>
          <p:cNvGrpSpPr/>
          <p:nvPr/>
        </p:nvGrpSpPr>
        <p:grpSpPr>
          <a:xfrm>
            <a:off x="7976592" y="4271914"/>
            <a:ext cx="4449445" cy="3448050"/>
            <a:chOff x="7976592" y="4271914"/>
            <a:chExt cx="4449445" cy="3448050"/>
          </a:xfrm>
        </p:grpSpPr>
        <p:sp>
          <p:nvSpPr>
            <p:cNvPr id="210" name="Google Shape;210;g3cd082ef7fa_0_469"/>
            <p:cNvSpPr/>
            <p:nvPr/>
          </p:nvSpPr>
          <p:spPr>
            <a:xfrm>
              <a:off x="7976592" y="4271914"/>
              <a:ext cx="4449445" cy="3448050"/>
            </a:xfrm>
            <a:custGeom>
              <a:rect b="b" l="l" r="r" t="t"/>
              <a:pathLst>
                <a:path extrusionOk="0" h="3448050" w="4449445">
                  <a:moveTo>
                    <a:pt x="4009047" y="0"/>
                  </a:moveTo>
                  <a:lnTo>
                    <a:pt x="447675" y="0"/>
                  </a:lnTo>
                  <a:lnTo>
                    <a:pt x="433031" y="177"/>
                  </a:lnTo>
                  <a:lnTo>
                    <a:pt x="389229" y="3771"/>
                  </a:lnTo>
                  <a:lnTo>
                    <a:pt x="346011" y="11633"/>
                  </a:lnTo>
                  <a:lnTo>
                    <a:pt x="303758" y="23698"/>
                  </a:lnTo>
                  <a:lnTo>
                    <a:pt x="262890" y="39852"/>
                  </a:lnTo>
                  <a:lnTo>
                    <a:pt x="223812" y="59918"/>
                  </a:lnTo>
                  <a:lnTo>
                    <a:pt x="186880" y="83731"/>
                  </a:lnTo>
                  <a:lnTo>
                    <a:pt x="152463" y="111048"/>
                  </a:lnTo>
                  <a:lnTo>
                    <a:pt x="120891" y="141605"/>
                  </a:lnTo>
                  <a:lnTo>
                    <a:pt x="92468" y="175107"/>
                  </a:lnTo>
                  <a:lnTo>
                    <a:pt x="67462" y="211239"/>
                  </a:lnTo>
                  <a:lnTo>
                    <a:pt x="46113" y="249643"/>
                  </a:lnTo>
                  <a:lnTo>
                    <a:pt x="28638" y="289953"/>
                  </a:lnTo>
                  <a:lnTo>
                    <a:pt x="15201" y="331787"/>
                  </a:lnTo>
                  <a:lnTo>
                    <a:pt x="5918" y="374738"/>
                  </a:lnTo>
                  <a:lnTo>
                    <a:pt x="901" y="418388"/>
                  </a:lnTo>
                  <a:lnTo>
                    <a:pt x="0" y="440347"/>
                  </a:lnTo>
                  <a:lnTo>
                    <a:pt x="0" y="2999879"/>
                  </a:lnTo>
                  <a:lnTo>
                    <a:pt x="3771" y="3058312"/>
                  </a:lnTo>
                  <a:lnTo>
                    <a:pt x="11633" y="3101555"/>
                  </a:lnTo>
                  <a:lnTo>
                    <a:pt x="23698" y="3143796"/>
                  </a:lnTo>
                  <a:lnTo>
                    <a:pt x="39852" y="3184664"/>
                  </a:lnTo>
                  <a:lnTo>
                    <a:pt x="59931" y="3223742"/>
                  </a:lnTo>
                  <a:lnTo>
                    <a:pt x="83731" y="3260674"/>
                  </a:lnTo>
                  <a:lnTo>
                    <a:pt x="111048" y="3295091"/>
                  </a:lnTo>
                  <a:lnTo>
                    <a:pt x="141604" y="3326663"/>
                  </a:lnTo>
                  <a:lnTo>
                    <a:pt x="175107" y="3355086"/>
                  </a:lnTo>
                  <a:lnTo>
                    <a:pt x="211239" y="3380092"/>
                  </a:lnTo>
                  <a:lnTo>
                    <a:pt x="249643" y="3401441"/>
                  </a:lnTo>
                  <a:lnTo>
                    <a:pt x="289953" y="3418916"/>
                  </a:lnTo>
                  <a:lnTo>
                    <a:pt x="331787" y="3432352"/>
                  </a:lnTo>
                  <a:lnTo>
                    <a:pt x="374738" y="3441636"/>
                  </a:lnTo>
                  <a:lnTo>
                    <a:pt x="418388" y="3446653"/>
                  </a:lnTo>
                  <a:lnTo>
                    <a:pt x="440347" y="3447554"/>
                  </a:lnTo>
                  <a:lnTo>
                    <a:pt x="4001719" y="3447554"/>
                  </a:lnTo>
                  <a:lnTo>
                    <a:pt x="4060164" y="3443782"/>
                  </a:lnTo>
                  <a:lnTo>
                    <a:pt x="4103395" y="3435921"/>
                  </a:lnTo>
                  <a:lnTo>
                    <a:pt x="4145635" y="3423843"/>
                  </a:lnTo>
                  <a:lnTo>
                    <a:pt x="4186504" y="3407702"/>
                  </a:lnTo>
                  <a:lnTo>
                    <a:pt x="4225594" y="3387623"/>
                  </a:lnTo>
                  <a:lnTo>
                    <a:pt x="4262513" y="3363823"/>
                  </a:lnTo>
                  <a:lnTo>
                    <a:pt x="4296930" y="3336493"/>
                  </a:lnTo>
                  <a:lnTo>
                    <a:pt x="4328502" y="3305949"/>
                  </a:lnTo>
                  <a:lnTo>
                    <a:pt x="4356938" y="3272434"/>
                  </a:lnTo>
                  <a:lnTo>
                    <a:pt x="4381931" y="3236315"/>
                  </a:lnTo>
                  <a:lnTo>
                    <a:pt x="4403280" y="3197910"/>
                  </a:lnTo>
                  <a:lnTo>
                    <a:pt x="4420755" y="3157601"/>
                  </a:lnTo>
                  <a:lnTo>
                    <a:pt x="4434192" y="3115767"/>
                  </a:lnTo>
                  <a:lnTo>
                    <a:pt x="4443476" y="3072815"/>
                  </a:lnTo>
                  <a:lnTo>
                    <a:pt x="4448505" y="3029165"/>
                  </a:lnTo>
                  <a:lnTo>
                    <a:pt x="4449394" y="3007207"/>
                  </a:lnTo>
                  <a:lnTo>
                    <a:pt x="4449394" y="447675"/>
                  </a:lnTo>
                  <a:lnTo>
                    <a:pt x="4445622" y="389229"/>
                  </a:lnTo>
                  <a:lnTo>
                    <a:pt x="4437761" y="346011"/>
                  </a:lnTo>
                  <a:lnTo>
                    <a:pt x="4425696" y="303758"/>
                  </a:lnTo>
                  <a:lnTo>
                    <a:pt x="4409541" y="262890"/>
                  </a:lnTo>
                  <a:lnTo>
                    <a:pt x="4389475" y="223812"/>
                  </a:lnTo>
                  <a:lnTo>
                    <a:pt x="4365663" y="186880"/>
                  </a:lnTo>
                  <a:lnTo>
                    <a:pt x="4338345" y="152463"/>
                  </a:lnTo>
                  <a:lnTo>
                    <a:pt x="4307801" y="120891"/>
                  </a:lnTo>
                  <a:lnTo>
                    <a:pt x="4274286" y="92468"/>
                  </a:lnTo>
                  <a:lnTo>
                    <a:pt x="4238155" y="67462"/>
                  </a:lnTo>
                  <a:lnTo>
                    <a:pt x="4199750" y="46113"/>
                  </a:lnTo>
                  <a:lnTo>
                    <a:pt x="4159440" y="28638"/>
                  </a:lnTo>
                  <a:lnTo>
                    <a:pt x="4117606" y="15201"/>
                  </a:lnTo>
                  <a:lnTo>
                    <a:pt x="4074655" y="5918"/>
                  </a:lnTo>
                  <a:lnTo>
                    <a:pt x="4031005" y="901"/>
                  </a:lnTo>
                  <a:lnTo>
                    <a:pt x="4009047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g3cd082ef7fa_0_469"/>
            <p:cNvSpPr/>
            <p:nvPr/>
          </p:nvSpPr>
          <p:spPr>
            <a:xfrm>
              <a:off x="7976621" y="4406437"/>
              <a:ext cx="1235709" cy="1040129"/>
            </a:xfrm>
            <a:custGeom>
              <a:rect b="b" l="l" r="r" t="t"/>
              <a:pathLst>
                <a:path extrusionOk="0" h="1040129" w="1235709">
                  <a:moveTo>
                    <a:pt x="760387" y="0"/>
                  </a:moveTo>
                  <a:lnTo>
                    <a:pt x="0" y="0"/>
                  </a:lnTo>
                  <a:lnTo>
                    <a:pt x="0" y="1039571"/>
                  </a:lnTo>
                  <a:lnTo>
                    <a:pt x="760387" y="1039571"/>
                  </a:lnTo>
                  <a:lnTo>
                    <a:pt x="791455" y="1038552"/>
                  </a:lnTo>
                  <a:lnTo>
                    <a:pt x="852991" y="1030446"/>
                  </a:lnTo>
                  <a:lnTo>
                    <a:pt x="913000" y="1014365"/>
                  </a:lnTo>
                  <a:lnTo>
                    <a:pt x="970338" y="990617"/>
                  </a:lnTo>
                  <a:lnTo>
                    <a:pt x="1024144" y="959551"/>
                  </a:lnTo>
                  <a:lnTo>
                    <a:pt x="1073386" y="921766"/>
                  </a:lnTo>
                  <a:lnTo>
                    <a:pt x="1117320" y="877833"/>
                  </a:lnTo>
                  <a:lnTo>
                    <a:pt x="1155100" y="828600"/>
                  </a:lnTo>
                  <a:lnTo>
                    <a:pt x="1186161" y="774796"/>
                  </a:lnTo>
                  <a:lnTo>
                    <a:pt x="1209912" y="717458"/>
                  </a:lnTo>
                  <a:lnTo>
                    <a:pt x="1225994" y="656740"/>
                  </a:lnTo>
                  <a:lnTo>
                    <a:pt x="1234095" y="576902"/>
                  </a:lnTo>
                  <a:lnTo>
                    <a:pt x="1235113" y="519785"/>
                  </a:lnTo>
                  <a:lnTo>
                    <a:pt x="1234095" y="462669"/>
                  </a:lnTo>
                  <a:lnTo>
                    <a:pt x="1231052" y="418393"/>
                  </a:lnTo>
                  <a:lnTo>
                    <a:pt x="1218933" y="351853"/>
                  </a:lnTo>
                  <a:lnTo>
                    <a:pt x="1198975" y="293055"/>
                  </a:lnTo>
                  <a:lnTo>
                    <a:pt x="1171511" y="237362"/>
                  </a:lnTo>
                  <a:lnTo>
                    <a:pt x="1137016" y="185735"/>
                  </a:lnTo>
                  <a:lnTo>
                    <a:pt x="1096073" y="139052"/>
                  </a:lnTo>
                  <a:lnTo>
                    <a:pt x="1049383" y="98107"/>
                  </a:lnTo>
                  <a:lnTo>
                    <a:pt x="997750" y="63601"/>
                  </a:lnTo>
                  <a:lnTo>
                    <a:pt x="942057" y="36142"/>
                  </a:lnTo>
                  <a:lnTo>
                    <a:pt x="883259" y="16179"/>
                  </a:lnTo>
                  <a:lnTo>
                    <a:pt x="822356" y="4065"/>
                  </a:lnTo>
                  <a:lnTo>
                    <a:pt x="760387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g3cd082ef7fa_0_469"/>
            <p:cNvSpPr/>
            <p:nvPr/>
          </p:nvSpPr>
          <p:spPr>
            <a:xfrm>
              <a:off x="8273504" y="4654422"/>
              <a:ext cx="593725" cy="615314"/>
            </a:xfrm>
            <a:custGeom>
              <a:rect b="b" l="l" r="r" t="t"/>
              <a:pathLst>
                <a:path extrusionOk="0" h="615314" w="593725">
                  <a:moveTo>
                    <a:pt x="84797" y="95377"/>
                  </a:moveTo>
                  <a:lnTo>
                    <a:pt x="21209" y="95377"/>
                  </a:lnTo>
                  <a:lnTo>
                    <a:pt x="21209" y="208788"/>
                  </a:lnTo>
                  <a:lnTo>
                    <a:pt x="84797" y="164274"/>
                  </a:lnTo>
                  <a:lnTo>
                    <a:pt x="84797" y="95377"/>
                  </a:lnTo>
                  <a:close/>
                </a:path>
                <a:path extrusionOk="0" h="615314" w="593725">
                  <a:moveTo>
                    <a:pt x="116586" y="38"/>
                  </a:moveTo>
                  <a:lnTo>
                    <a:pt x="83667" y="7658"/>
                  </a:lnTo>
                  <a:lnTo>
                    <a:pt x="56705" y="25438"/>
                  </a:lnTo>
                  <a:lnTo>
                    <a:pt x="38493" y="52108"/>
                  </a:lnTo>
                  <a:lnTo>
                    <a:pt x="31800" y="85128"/>
                  </a:lnTo>
                  <a:lnTo>
                    <a:pt x="52997" y="85128"/>
                  </a:lnTo>
                  <a:lnTo>
                    <a:pt x="58013" y="60998"/>
                  </a:lnTo>
                  <a:lnTo>
                    <a:pt x="71678" y="40678"/>
                  </a:lnTo>
                  <a:lnTo>
                    <a:pt x="91897" y="26708"/>
                  </a:lnTo>
                  <a:lnTo>
                    <a:pt x="116586" y="21628"/>
                  </a:lnTo>
                  <a:lnTo>
                    <a:pt x="116586" y="38"/>
                  </a:lnTo>
                  <a:close/>
                </a:path>
                <a:path extrusionOk="0" h="615314" w="593725">
                  <a:moveTo>
                    <a:pt x="145211" y="548678"/>
                  </a:moveTo>
                  <a:lnTo>
                    <a:pt x="142417" y="542328"/>
                  </a:lnTo>
                  <a:lnTo>
                    <a:pt x="140309" y="535978"/>
                  </a:lnTo>
                  <a:lnTo>
                    <a:pt x="138798" y="529628"/>
                  </a:lnTo>
                  <a:lnTo>
                    <a:pt x="138303" y="525818"/>
                  </a:lnTo>
                  <a:lnTo>
                    <a:pt x="137795" y="522008"/>
                  </a:lnTo>
                  <a:lnTo>
                    <a:pt x="131432" y="525818"/>
                  </a:lnTo>
                  <a:lnTo>
                    <a:pt x="102819" y="525818"/>
                  </a:lnTo>
                  <a:lnTo>
                    <a:pt x="95389" y="522008"/>
                  </a:lnTo>
                  <a:lnTo>
                    <a:pt x="94335" y="522008"/>
                  </a:lnTo>
                  <a:lnTo>
                    <a:pt x="94005" y="525818"/>
                  </a:lnTo>
                  <a:lnTo>
                    <a:pt x="93891" y="527088"/>
                  </a:lnTo>
                  <a:lnTo>
                    <a:pt x="93776" y="528358"/>
                  </a:lnTo>
                  <a:lnTo>
                    <a:pt x="92214" y="534708"/>
                  </a:lnTo>
                  <a:lnTo>
                    <a:pt x="89865" y="541058"/>
                  </a:lnTo>
                  <a:lnTo>
                    <a:pt x="86918" y="546138"/>
                  </a:lnTo>
                  <a:lnTo>
                    <a:pt x="115531" y="561378"/>
                  </a:lnTo>
                  <a:lnTo>
                    <a:pt x="145211" y="548678"/>
                  </a:lnTo>
                  <a:close/>
                </a:path>
                <a:path extrusionOk="0" h="615314" w="593725">
                  <a:moveTo>
                    <a:pt x="148386" y="43218"/>
                  </a:moveTo>
                  <a:lnTo>
                    <a:pt x="127190" y="43218"/>
                  </a:lnTo>
                  <a:lnTo>
                    <a:pt x="110731" y="45758"/>
                  </a:lnTo>
                  <a:lnTo>
                    <a:pt x="97256" y="55918"/>
                  </a:lnTo>
                  <a:lnTo>
                    <a:pt x="88150" y="68618"/>
                  </a:lnTo>
                  <a:lnTo>
                    <a:pt x="84797" y="85128"/>
                  </a:lnTo>
                  <a:lnTo>
                    <a:pt x="105994" y="85128"/>
                  </a:lnTo>
                  <a:lnTo>
                    <a:pt x="107670" y="77508"/>
                  </a:lnTo>
                  <a:lnTo>
                    <a:pt x="112217" y="69888"/>
                  </a:lnTo>
                  <a:lnTo>
                    <a:pt x="118960" y="66078"/>
                  </a:lnTo>
                  <a:lnTo>
                    <a:pt x="127190" y="64808"/>
                  </a:lnTo>
                  <a:lnTo>
                    <a:pt x="148386" y="64808"/>
                  </a:lnTo>
                  <a:lnTo>
                    <a:pt x="148386" y="43218"/>
                  </a:lnTo>
                  <a:close/>
                </a:path>
                <a:path extrusionOk="0" h="615314" w="593725">
                  <a:moveTo>
                    <a:pt x="158991" y="0"/>
                  </a:moveTo>
                  <a:lnTo>
                    <a:pt x="137795" y="0"/>
                  </a:lnTo>
                  <a:lnTo>
                    <a:pt x="137795" y="21183"/>
                  </a:lnTo>
                  <a:lnTo>
                    <a:pt x="158991" y="21183"/>
                  </a:lnTo>
                  <a:lnTo>
                    <a:pt x="158991" y="0"/>
                  </a:lnTo>
                  <a:close/>
                </a:path>
                <a:path extrusionOk="0" h="615314" w="593725">
                  <a:moveTo>
                    <a:pt x="179120" y="435648"/>
                  </a:moveTo>
                  <a:lnTo>
                    <a:pt x="166852" y="431838"/>
                  </a:lnTo>
                  <a:lnTo>
                    <a:pt x="155676" y="425488"/>
                  </a:lnTo>
                  <a:lnTo>
                    <a:pt x="145897" y="416598"/>
                  </a:lnTo>
                  <a:lnTo>
                    <a:pt x="137795" y="406438"/>
                  </a:lnTo>
                  <a:lnTo>
                    <a:pt x="127723" y="417868"/>
                  </a:lnTo>
                  <a:lnTo>
                    <a:pt x="115265" y="426758"/>
                  </a:lnTo>
                  <a:lnTo>
                    <a:pt x="100825" y="433108"/>
                  </a:lnTo>
                  <a:lnTo>
                    <a:pt x="84797" y="435648"/>
                  </a:lnTo>
                  <a:lnTo>
                    <a:pt x="52997" y="435648"/>
                  </a:lnTo>
                  <a:lnTo>
                    <a:pt x="58242" y="457238"/>
                  </a:lnTo>
                  <a:lnTo>
                    <a:pt x="68770" y="476288"/>
                  </a:lnTo>
                  <a:lnTo>
                    <a:pt x="83858" y="491528"/>
                  </a:lnTo>
                  <a:lnTo>
                    <a:pt x="102819" y="502958"/>
                  </a:lnTo>
                  <a:lnTo>
                    <a:pt x="115531" y="505498"/>
                  </a:lnTo>
                  <a:lnTo>
                    <a:pt x="128244" y="502958"/>
                  </a:lnTo>
                  <a:lnTo>
                    <a:pt x="147828" y="491528"/>
                  </a:lnTo>
                  <a:lnTo>
                    <a:pt x="163233" y="476288"/>
                  </a:lnTo>
                  <a:lnTo>
                    <a:pt x="173863" y="457238"/>
                  </a:lnTo>
                  <a:lnTo>
                    <a:pt x="179120" y="435648"/>
                  </a:lnTo>
                  <a:close/>
                </a:path>
                <a:path extrusionOk="0" h="615314" w="593725">
                  <a:moveTo>
                    <a:pt x="180187" y="392468"/>
                  </a:moveTo>
                  <a:lnTo>
                    <a:pt x="164820" y="355638"/>
                  </a:lnTo>
                  <a:lnTo>
                    <a:pt x="127190" y="340398"/>
                  </a:lnTo>
                  <a:lnTo>
                    <a:pt x="105994" y="340398"/>
                  </a:lnTo>
                  <a:lnTo>
                    <a:pt x="85191" y="344208"/>
                  </a:lnTo>
                  <a:lnTo>
                    <a:pt x="68364" y="355638"/>
                  </a:lnTo>
                  <a:lnTo>
                    <a:pt x="57111" y="372148"/>
                  </a:lnTo>
                  <a:lnTo>
                    <a:pt x="52997" y="392468"/>
                  </a:lnTo>
                  <a:lnTo>
                    <a:pt x="52997" y="415328"/>
                  </a:lnTo>
                  <a:lnTo>
                    <a:pt x="84797" y="415328"/>
                  </a:lnTo>
                  <a:lnTo>
                    <a:pt x="101257" y="411518"/>
                  </a:lnTo>
                  <a:lnTo>
                    <a:pt x="114744" y="402628"/>
                  </a:lnTo>
                  <a:lnTo>
                    <a:pt x="123850" y="388658"/>
                  </a:lnTo>
                  <a:lnTo>
                    <a:pt x="127190" y="372148"/>
                  </a:lnTo>
                  <a:lnTo>
                    <a:pt x="127190" y="367068"/>
                  </a:lnTo>
                  <a:lnTo>
                    <a:pt x="131432" y="361988"/>
                  </a:lnTo>
                  <a:lnTo>
                    <a:pt x="136728" y="361988"/>
                  </a:lnTo>
                  <a:lnTo>
                    <a:pt x="142024" y="360718"/>
                  </a:lnTo>
                  <a:lnTo>
                    <a:pt x="147332" y="365798"/>
                  </a:lnTo>
                  <a:lnTo>
                    <a:pt x="148386" y="370878"/>
                  </a:lnTo>
                  <a:lnTo>
                    <a:pt x="150507" y="382308"/>
                  </a:lnTo>
                  <a:lnTo>
                    <a:pt x="154393" y="393738"/>
                  </a:lnTo>
                  <a:lnTo>
                    <a:pt x="160972" y="402628"/>
                  </a:lnTo>
                  <a:lnTo>
                    <a:pt x="169735" y="408978"/>
                  </a:lnTo>
                  <a:lnTo>
                    <a:pt x="180187" y="414058"/>
                  </a:lnTo>
                  <a:lnTo>
                    <a:pt x="180187" y="392468"/>
                  </a:lnTo>
                  <a:close/>
                </a:path>
                <a:path extrusionOk="0" h="615314" w="593725">
                  <a:moveTo>
                    <a:pt x="211988" y="0"/>
                  </a:moveTo>
                  <a:lnTo>
                    <a:pt x="190792" y="0"/>
                  </a:lnTo>
                  <a:lnTo>
                    <a:pt x="190792" y="21183"/>
                  </a:lnTo>
                  <a:lnTo>
                    <a:pt x="211988" y="21183"/>
                  </a:lnTo>
                  <a:lnTo>
                    <a:pt x="211988" y="0"/>
                  </a:lnTo>
                  <a:close/>
                </a:path>
                <a:path extrusionOk="0" h="615314" w="593725">
                  <a:moveTo>
                    <a:pt x="222580" y="604558"/>
                  </a:moveTo>
                  <a:lnTo>
                    <a:pt x="220141" y="591858"/>
                  </a:lnTo>
                  <a:lnTo>
                    <a:pt x="214274" y="582968"/>
                  </a:lnTo>
                  <a:lnTo>
                    <a:pt x="213436" y="581698"/>
                  </a:lnTo>
                  <a:lnTo>
                    <a:pt x="203352" y="575348"/>
                  </a:lnTo>
                  <a:lnTo>
                    <a:pt x="190779" y="572808"/>
                  </a:lnTo>
                  <a:lnTo>
                    <a:pt x="183057" y="572808"/>
                  </a:lnTo>
                  <a:lnTo>
                    <a:pt x="175818" y="570268"/>
                  </a:lnTo>
                  <a:lnTo>
                    <a:pt x="169176" y="567728"/>
                  </a:lnTo>
                  <a:lnTo>
                    <a:pt x="163233" y="563918"/>
                  </a:lnTo>
                  <a:lnTo>
                    <a:pt x="120827" y="582968"/>
                  </a:lnTo>
                  <a:lnTo>
                    <a:pt x="112356" y="582968"/>
                  </a:lnTo>
                  <a:lnTo>
                    <a:pt x="73139" y="563918"/>
                  </a:lnTo>
                  <a:lnTo>
                    <a:pt x="66395" y="567728"/>
                  </a:lnTo>
                  <a:lnTo>
                    <a:pt x="58966" y="570268"/>
                  </a:lnTo>
                  <a:lnTo>
                    <a:pt x="50927" y="572808"/>
                  </a:lnTo>
                  <a:lnTo>
                    <a:pt x="42392" y="572808"/>
                  </a:lnTo>
                  <a:lnTo>
                    <a:pt x="29832" y="575348"/>
                  </a:lnTo>
                  <a:lnTo>
                    <a:pt x="19748" y="581698"/>
                  </a:lnTo>
                  <a:lnTo>
                    <a:pt x="13042" y="591858"/>
                  </a:lnTo>
                  <a:lnTo>
                    <a:pt x="10604" y="604558"/>
                  </a:lnTo>
                  <a:lnTo>
                    <a:pt x="10604" y="614718"/>
                  </a:lnTo>
                  <a:lnTo>
                    <a:pt x="222580" y="614718"/>
                  </a:lnTo>
                  <a:lnTo>
                    <a:pt x="222580" y="604558"/>
                  </a:lnTo>
                  <a:close/>
                </a:path>
                <a:path extrusionOk="0" h="615314" w="593725">
                  <a:moveTo>
                    <a:pt x="402767" y="334048"/>
                  </a:moveTo>
                  <a:lnTo>
                    <a:pt x="401701" y="330238"/>
                  </a:lnTo>
                  <a:lnTo>
                    <a:pt x="401548" y="328968"/>
                  </a:lnTo>
                  <a:lnTo>
                    <a:pt x="401256" y="326428"/>
                  </a:lnTo>
                  <a:lnTo>
                    <a:pt x="400646" y="321348"/>
                  </a:lnTo>
                  <a:lnTo>
                    <a:pt x="393230" y="314998"/>
                  </a:lnTo>
                  <a:lnTo>
                    <a:pt x="385800" y="313728"/>
                  </a:lnTo>
                  <a:lnTo>
                    <a:pt x="379501" y="312458"/>
                  </a:lnTo>
                  <a:lnTo>
                    <a:pt x="373481" y="314998"/>
                  </a:lnTo>
                  <a:lnTo>
                    <a:pt x="368071" y="317538"/>
                  </a:lnTo>
                  <a:lnTo>
                    <a:pt x="363550" y="322618"/>
                  </a:lnTo>
                  <a:lnTo>
                    <a:pt x="361429" y="326428"/>
                  </a:lnTo>
                  <a:lnTo>
                    <a:pt x="351891" y="326428"/>
                  </a:lnTo>
                  <a:lnTo>
                    <a:pt x="348703" y="325158"/>
                  </a:lnTo>
                  <a:lnTo>
                    <a:pt x="346583" y="322618"/>
                  </a:lnTo>
                  <a:lnTo>
                    <a:pt x="342353" y="316268"/>
                  </a:lnTo>
                  <a:lnTo>
                    <a:pt x="335991" y="313728"/>
                  </a:lnTo>
                  <a:lnTo>
                    <a:pt x="321157" y="313728"/>
                  </a:lnTo>
                  <a:lnTo>
                    <a:pt x="314794" y="316268"/>
                  </a:lnTo>
                  <a:lnTo>
                    <a:pt x="306311" y="328968"/>
                  </a:lnTo>
                  <a:lnTo>
                    <a:pt x="296773" y="328968"/>
                  </a:lnTo>
                  <a:lnTo>
                    <a:pt x="292531" y="322618"/>
                  </a:lnTo>
                  <a:lnTo>
                    <a:pt x="287235" y="314998"/>
                  </a:lnTo>
                  <a:lnTo>
                    <a:pt x="278752" y="312458"/>
                  </a:lnTo>
                  <a:lnTo>
                    <a:pt x="261797" y="314998"/>
                  </a:lnTo>
                  <a:lnTo>
                    <a:pt x="255435" y="321348"/>
                  </a:lnTo>
                  <a:lnTo>
                    <a:pt x="254381" y="330238"/>
                  </a:lnTo>
                  <a:lnTo>
                    <a:pt x="253314" y="335318"/>
                  </a:lnTo>
                  <a:lnTo>
                    <a:pt x="254381" y="340398"/>
                  </a:lnTo>
                  <a:lnTo>
                    <a:pt x="256501" y="344208"/>
                  </a:lnTo>
                  <a:lnTo>
                    <a:pt x="262788" y="355638"/>
                  </a:lnTo>
                  <a:lnTo>
                    <a:pt x="268693" y="368338"/>
                  </a:lnTo>
                  <a:lnTo>
                    <a:pt x="273786" y="381038"/>
                  </a:lnTo>
                  <a:lnTo>
                    <a:pt x="277698" y="395008"/>
                  </a:lnTo>
                  <a:lnTo>
                    <a:pt x="289204" y="389928"/>
                  </a:lnTo>
                  <a:lnTo>
                    <a:pt x="301409" y="384848"/>
                  </a:lnTo>
                  <a:lnTo>
                    <a:pt x="327507" y="382308"/>
                  </a:lnTo>
                  <a:lnTo>
                    <a:pt x="354533" y="384848"/>
                  </a:lnTo>
                  <a:lnTo>
                    <a:pt x="366864" y="389928"/>
                  </a:lnTo>
                  <a:lnTo>
                    <a:pt x="378383" y="395008"/>
                  </a:lnTo>
                  <a:lnTo>
                    <a:pt x="381939" y="382308"/>
                  </a:lnTo>
                  <a:lnTo>
                    <a:pt x="399580" y="344208"/>
                  </a:lnTo>
                  <a:lnTo>
                    <a:pt x="401701" y="340398"/>
                  </a:lnTo>
                  <a:lnTo>
                    <a:pt x="402767" y="334048"/>
                  </a:lnTo>
                  <a:close/>
                </a:path>
                <a:path extrusionOk="0" h="615314" w="593725">
                  <a:moveTo>
                    <a:pt x="410184" y="467398"/>
                  </a:moveTo>
                  <a:lnTo>
                    <a:pt x="400621" y="445808"/>
                  </a:lnTo>
                  <a:lnTo>
                    <a:pt x="398932" y="441998"/>
                  </a:lnTo>
                  <a:lnTo>
                    <a:pt x="380517" y="421678"/>
                  </a:lnTo>
                  <a:lnTo>
                    <a:pt x="360362" y="409943"/>
                  </a:lnTo>
                  <a:lnTo>
                    <a:pt x="360362" y="494068"/>
                  </a:lnTo>
                  <a:lnTo>
                    <a:pt x="360362" y="499148"/>
                  </a:lnTo>
                  <a:lnTo>
                    <a:pt x="339166" y="499148"/>
                  </a:lnTo>
                  <a:lnTo>
                    <a:pt x="339166" y="485178"/>
                  </a:lnTo>
                  <a:lnTo>
                    <a:pt x="331749" y="477558"/>
                  </a:lnTo>
                  <a:lnTo>
                    <a:pt x="314794" y="477558"/>
                  </a:lnTo>
                  <a:lnTo>
                    <a:pt x="307378" y="485178"/>
                  </a:lnTo>
                  <a:lnTo>
                    <a:pt x="307378" y="501688"/>
                  </a:lnTo>
                  <a:lnTo>
                    <a:pt x="314794" y="509308"/>
                  </a:lnTo>
                  <a:lnTo>
                    <a:pt x="323265" y="509308"/>
                  </a:lnTo>
                  <a:lnTo>
                    <a:pt x="337566" y="511848"/>
                  </a:lnTo>
                  <a:lnTo>
                    <a:pt x="349364" y="520738"/>
                  </a:lnTo>
                  <a:lnTo>
                    <a:pt x="357403" y="532168"/>
                  </a:lnTo>
                  <a:lnTo>
                    <a:pt x="360362" y="546138"/>
                  </a:lnTo>
                  <a:lnTo>
                    <a:pt x="357936" y="560108"/>
                  </a:lnTo>
                  <a:lnTo>
                    <a:pt x="351218" y="570268"/>
                  </a:lnTo>
                  <a:lnTo>
                    <a:pt x="341147" y="579158"/>
                  </a:lnTo>
                  <a:lnTo>
                    <a:pt x="328574" y="582968"/>
                  </a:lnTo>
                  <a:lnTo>
                    <a:pt x="328574" y="594398"/>
                  </a:lnTo>
                  <a:lnTo>
                    <a:pt x="307378" y="594398"/>
                  </a:lnTo>
                  <a:lnTo>
                    <a:pt x="307378" y="579158"/>
                  </a:lnTo>
                  <a:lnTo>
                    <a:pt x="298704" y="574078"/>
                  </a:lnTo>
                  <a:lnTo>
                    <a:pt x="291998" y="565188"/>
                  </a:lnTo>
                  <a:lnTo>
                    <a:pt x="287693" y="556298"/>
                  </a:lnTo>
                  <a:lnTo>
                    <a:pt x="286169" y="546138"/>
                  </a:lnTo>
                  <a:lnTo>
                    <a:pt x="286169" y="541058"/>
                  </a:lnTo>
                  <a:lnTo>
                    <a:pt x="307378" y="541058"/>
                  </a:lnTo>
                  <a:lnTo>
                    <a:pt x="307378" y="555028"/>
                  </a:lnTo>
                  <a:lnTo>
                    <a:pt x="314794" y="562648"/>
                  </a:lnTo>
                  <a:lnTo>
                    <a:pt x="331749" y="562648"/>
                  </a:lnTo>
                  <a:lnTo>
                    <a:pt x="339166" y="555028"/>
                  </a:lnTo>
                  <a:lnTo>
                    <a:pt x="339166" y="541058"/>
                  </a:lnTo>
                  <a:lnTo>
                    <a:pt x="339166" y="538518"/>
                  </a:lnTo>
                  <a:lnTo>
                    <a:pt x="331749" y="530898"/>
                  </a:lnTo>
                  <a:lnTo>
                    <a:pt x="323265" y="530898"/>
                  </a:lnTo>
                  <a:lnTo>
                    <a:pt x="308978" y="527088"/>
                  </a:lnTo>
                  <a:lnTo>
                    <a:pt x="297167" y="519468"/>
                  </a:lnTo>
                  <a:lnTo>
                    <a:pt x="289140" y="508038"/>
                  </a:lnTo>
                  <a:lnTo>
                    <a:pt x="286169" y="494068"/>
                  </a:lnTo>
                  <a:lnTo>
                    <a:pt x="287693" y="482638"/>
                  </a:lnTo>
                  <a:lnTo>
                    <a:pt x="291998" y="473748"/>
                  </a:lnTo>
                  <a:lnTo>
                    <a:pt x="298704" y="466128"/>
                  </a:lnTo>
                  <a:lnTo>
                    <a:pt x="307378" y="461048"/>
                  </a:lnTo>
                  <a:lnTo>
                    <a:pt x="307378" y="445808"/>
                  </a:lnTo>
                  <a:lnTo>
                    <a:pt x="328574" y="445808"/>
                  </a:lnTo>
                  <a:lnTo>
                    <a:pt x="328574" y="457238"/>
                  </a:lnTo>
                  <a:lnTo>
                    <a:pt x="341147" y="461048"/>
                  </a:lnTo>
                  <a:lnTo>
                    <a:pt x="351218" y="469938"/>
                  </a:lnTo>
                  <a:lnTo>
                    <a:pt x="357936" y="480098"/>
                  </a:lnTo>
                  <a:lnTo>
                    <a:pt x="360362" y="494068"/>
                  </a:lnTo>
                  <a:lnTo>
                    <a:pt x="360362" y="409943"/>
                  </a:lnTo>
                  <a:lnTo>
                    <a:pt x="356527" y="407708"/>
                  </a:lnTo>
                  <a:lnTo>
                    <a:pt x="328574" y="403898"/>
                  </a:lnTo>
                  <a:lnTo>
                    <a:pt x="295656" y="410248"/>
                  </a:lnTo>
                  <a:lnTo>
                    <a:pt x="268693" y="428028"/>
                  </a:lnTo>
                  <a:lnTo>
                    <a:pt x="250469" y="454698"/>
                  </a:lnTo>
                  <a:lnTo>
                    <a:pt x="243776" y="487718"/>
                  </a:lnTo>
                  <a:lnTo>
                    <a:pt x="243776" y="582968"/>
                  </a:lnTo>
                  <a:lnTo>
                    <a:pt x="246214" y="595668"/>
                  </a:lnTo>
                  <a:lnTo>
                    <a:pt x="252920" y="605828"/>
                  </a:lnTo>
                  <a:lnTo>
                    <a:pt x="263004" y="613448"/>
                  </a:lnTo>
                  <a:lnTo>
                    <a:pt x="275577" y="614718"/>
                  </a:lnTo>
                  <a:lnTo>
                    <a:pt x="381571" y="614718"/>
                  </a:lnTo>
                  <a:lnTo>
                    <a:pt x="381571" y="594398"/>
                  </a:lnTo>
                  <a:lnTo>
                    <a:pt x="381571" y="499148"/>
                  </a:lnTo>
                  <a:lnTo>
                    <a:pt x="381571" y="471208"/>
                  </a:lnTo>
                  <a:lnTo>
                    <a:pt x="385800" y="467398"/>
                  </a:lnTo>
                  <a:lnTo>
                    <a:pt x="410184" y="467398"/>
                  </a:lnTo>
                  <a:close/>
                </a:path>
                <a:path extrusionOk="0" h="615314" w="593725">
                  <a:moveTo>
                    <a:pt x="508749" y="487527"/>
                  </a:moveTo>
                  <a:lnTo>
                    <a:pt x="487565" y="487527"/>
                  </a:lnTo>
                  <a:lnTo>
                    <a:pt x="487565" y="540524"/>
                  </a:lnTo>
                  <a:lnTo>
                    <a:pt x="508749" y="540524"/>
                  </a:lnTo>
                  <a:lnTo>
                    <a:pt x="508749" y="487527"/>
                  </a:lnTo>
                  <a:close/>
                </a:path>
                <a:path extrusionOk="0" h="615314" w="593725">
                  <a:moveTo>
                    <a:pt x="593547" y="487718"/>
                  </a:moveTo>
                  <a:lnTo>
                    <a:pt x="529945" y="487718"/>
                  </a:lnTo>
                  <a:lnTo>
                    <a:pt x="529945" y="557568"/>
                  </a:lnTo>
                  <a:lnTo>
                    <a:pt x="525716" y="562648"/>
                  </a:lnTo>
                  <a:lnTo>
                    <a:pt x="470598" y="562648"/>
                  </a:lnTo>
                  <a:lnTo>
                    <a:pt x="466356" y="557568"/>
                  </a:lnTo>
                  <a:lnTo>
                    <a:pt x="466356" y="487718"/>
                  </a:lnTo>
                  <a:lnTo>
                    <a:pt x="402767" y="487718"/>
                  </a:lnTo>
                  <a:lnTo>
                    <a:pt x="402767" y="614718"/>
                  </a:lnTo>
                  <a:lnTo>
                    <a:pt x="593547" y="614718"/>
                  </a:lnTo>
                  <a:lnTo>
                    <a:pt x="593547" y="562648"/>
                  </a:lnTo>
                  <a:lnTo>
                    <a:pt x="593547" y="487718"/>
                  </a:lnTo>
                  <a:close/>
                </a:path>
                <a:path extrusionOk="0" h="615314" w="593725">
                  <a:moveTo>
                    <a:pt x="593547" y="31788"/>
                  </a:moveTo>
                  <a:lnTo>
                    <a:pt x="540550" y="71018"/>
                  </a:lnTo>
                  <a:lnTo>
                    <a:pt x="540550" y="170218"/>
                  </a:lnTo>
                  <a:lnTo>
                    <a:pt x="540550" y="191808"/>
                  </a:lnTo>
                  <a:lnTo>
                    <a:pt x="540550" y="212128"/>
                  </a:lnTo>
                  <a:lnTo>
                    <a:pt x="540550" y="233718"/>
                  </a:lnTo>
                  <a:lnTo>
                    <a:pt x="508749" y="233718"/>
                  </a:lnTo>
                  <a:lnTo>
                    <a:pt x="508749" y="212128"/>
                  </a:lnTo>
                  <a:lnTo>
                    <a:pt x="540550" y="212128"/>
                  </a:lnTo>
                  <a:lnTo>
                    <a:pt x="540550" y="191808"/>
                  </a:lnTo>
                  <a:lnTo>
                    <a:pt x="508749" y="191808"/>
                  </a:lnTo>
                  <a:lnTo>
                    <a:pt x="508749" y="170218"/>
                  </a:lnTo>
                  <a:lnTo>
                    <a:pt x="540550" y="170218"/>
                  </a:lnTo>
                  <a:lnTo>
                    <a:pt x="540550" y="71018"/>
                  </a:lnTo>
                  <a:lnTo>
                    <a:pt x="476961" y="118071"/>
                  </a:lnTo>
                  <a:lnTo>
                    <a:pt x="476961" y="170218"/>
                  </a:lnTo>
                  <a:lnTo>
                    <a:pt x="476961" y="191808"/>
                  </a:lnTo>
                  <a:lnTo>
                    <a:pt x="476961" y="212128"/>
                  </a:lnTo>
                  <a:lnTo>
                    <a:pt x="476961" y="233718"/>
                  </a:lnTo>
                  <a:lnTo>
                    <a:pt x="445160" y="233718"/>
                  </a:lnTo>
                  <a:lnTo>
                    <a:pt x="445160" y="212128"/>
                  </a:lnTo>
                  <a:lnTo>
                    <a:pt x="476961" y="212128"/>
                  </a:lnTo>
                  <a:lnTo>
                    <a:pt x="476961" y="191808"/>
                  </a:lnTo>
                  <a:lnTo>
                    <a:pt x="445160" y="191808"/>
                  </a:lnTo>
                  <a:lnTo>
                    <a:pt x="445160" y="170218"/>
                  </a:lnTo>
                  <a:lnTo>
                    <a:pt x="476961" y="170218"/>
                  </a:lnTo>
                  <a:lnTo>
                    <a:pt x="476961" y="118071"/>
                  </a:lnTo>
                  <a:lnTo>
                    <a:pt x="413359" y="165138"/>
                  </a:lnTo>
                  <a:lnTo>
                    <a:pt x="413359" y="265468"/>
                  </a:lnTo>
                  <a:lnTo>
                    <a:pt x="392163" y="265468"/>
                  </a:lnTo>
                  <a:lnTo>
                    <a:pt x="392163" y="31788"/>
                  </a:lnTo>
                  <a:lnTo>
                    <a:pt x="339178" y="71005"/>
                  </a:lnTo>
                  <a:lnTo>
                    <a:pt x="339178" y="170218"/>
                  </a:lnTo>
                  <a:lnTo>
                    <a:pt x="339178" y="191808"/>
                  </a:lnTo>
                  <a:lnTo>
                    <a:pt x="339178" y="212128"/>
                  </a:lnTo>
                  <a:lnTo>
                    <a:pt x="339178" y="233718"/>
                  </a:lnTo>
                  <a:lnTo>
                    <a:pt x="307378" y="233718"/>
                  </a:lnTo>
                  <a:lnTo>
                    <a:pt x="307378" y="212128"/>
                  </a:lnTo>
                  <a:lnTo>
                    <a:pt x="339178" y="212128"/>
                  </a:lnTo>
                  <a:lnTo>
                    <a:pt x="339178" y="191808"/>
                  </a:lnTo>
                  <a:lnTo>
                    <a:pt x="307378" y="191808"/>
                  </a:lnTo>
                  <a:lnTo>
                    <a:pt x="307378" y="170218"/>
                  </a:lnTo>
                  <a:lnTo>
                    <a:pt x="339178" y="170218"/>
                  </a:lnTo>
                  <a:lnTo>
                    <a:pt x="339178" y="71005"/>
                  </a:lnTo>
                  <a:lnTo>
                    <a:pt x="275577" y="118084"/>
                  </a:lnTo>
                  <a:lnTo>
                    <a:pt x="275577" y="170218"/>
                  </a:lnTo>
                  <a:lnTo>
                    <a:pt x="275577" y="191808"/>
                  </a:lnTo>
                  <a:lnTo>
                    <a:pt x="275577" y="212128"/>
                  </a:lnTo>
                  <a:lnTo>
                    <a:pt x="275577" y="233718"/>
                  </a:lnTo>
                  <a:lnTo>
                    <a:pt x="243776" y="233718"/>
                  </a:lnTo>
                  <a:lnTo>
                    <a:pt x="243776" y="212128"/>
                  </a:lnTo>
                  <a:lnTo>
                    <a:pt x="275577" y="212128"/>
                  </a:lnTo>
                  <a:lnTo>
                    <a:pt x="275577" y="191808"/>
                  </a:lnTo>
                  <a:lnTo>
                    <a:pt x="243776" y="191808"/>
                  </a:lnTo>
                  <a:lnTo>
                    <a:pt x="243776" y="170218"/>
                  </a:lnTo>
                  <a:lnTo>
                    <a:pt x="275577" y="170218"/>
                  </a:lnTo>
                  <a:lnTo>
                    <a:pt x="275577" y="118084"/>
                  </a:lnTo>
                  <a:lnTo>
                    <a:pt x="211988" y="165138"/>
                  </a:lnTo>
                  <a:lnTo>
                    <a:pt x="211988" y="318808"/>
                  </a:lnTo>
                  <a:lnTo>
                    <a:pt x="190779" y="318808"/>
                  </a:lnTo>
                  <a:lnTo>
                    <a:pt x="190779" y="115608"/>
                  </a:lnTo>
                  <a:lnTo>
                    <a:pt x="0" y="250228"/>
                  </a:lnTo>
                  <a:lnTo>
                    <a:pt x="0" y="424218"/>
                  </a:lnTo>
                  <a:lnTo>
                    <a:pt x="31800" y="424218"/>
                  </a:lnTo>
                  <a:lnTo>
                    <a:pt x="31800" y="392468"/>
                  </a:lnTo>
                  <a:lnTo>
                    <a:pt x="37579" y="363258"/>
                  </a:lnTo>
                  <a:lnTo>
                    <a:pt x="53403" y="340398"/>
                  </a:lnTo>
                  <a:lnTo>
                    <a:pt x="76962" y="323888"/>
                  </a:lnTo>
                  <a:lnTo>
                    <a:pt x="105994" y="318808"/>
                  </a:lnTo>
                  <a:lnTo>
                    <a:pt x="127190" y="318808"/>
                  </a:lnTo>
                  <a:lnTo>
                    <a:pt x="156222" y="323888"/>
                  </a:lnTo>
                  <a:lnTo>
                    <a:pt x="179793" y="340398"/>
                  </a:lnTo>
                  <a:lnTo>
                    <a:pt x="195605" y="363258"/>
                  </a:lnTo>
                  <a:lnTo>
                    <a:pt x="201383" y="392468"/>
                  </a:lnTo>
                  <a:lnTo>
                    <a:pt x="201383" y="424218"/>
                  </a:lnTo>
                  <a:lnTo>
                    <a:pt x="243776" y="424218"/>
                  </a:lnTo>
                  <a:lnTo>
                    <a:pt x="248018" y="417868"/>
                  </a:lnTo>
                  <a:lnTo>
                    <a:pt x="253314" y="412788"/>
                  </a:lnTo>
                  <a:lnTo>
                    <a:pt x="259676" y="407708"/>
                  </a:lnTo>
                  <a:lnTo>
                    <a:pt x="257556" y="400088"/>
                  </a:lnTo>
                  <a:lnTo>
                    <a:pt x="254431" y="388658"/>
                  </a:lnTo>
                  <a:lnTo>
                    <a:pt x="250012" y="377228"/>
                  </a:lnTo>
                  <a:lnTo>
                    <a:pt x="244602" y="365798"/>
                  </a:lnTo>
                  <a:lnTo>
                    <a:pt x="238480" y="354368"/>
                  </a:lnTo>
                  <a:lnTo>
                    <a:pt x="235292" y="348018"/>
                  </a:lnTo>
                  <a:lnTo>
                    <a:pt x="233578" y="341668"/>
                  </a:lnTo>
                  <a:lnTo>
                    <a:pt x="233311" y="335318"/>
                  </a:lnTo>
                  <a:lnTo>
                    <a:pt x="233260" y="334048"/>
                  </a:lnTo>
                  <a:lnTo>
                    <a:pt x="234238" y="326428"/>
                  </a:lnTo>
                  <a:lnTo>
                    <a:pt x="267093" y="292138"/>
                  </a:lnTo>
                  <a:lnTo>
                    <a:pt x="276593" y="290868"/>
                  </a:lnTo>
                  <a:lnTo>
                    <a:pt x="285775" y="292138"/>
                  </a:lnTo>
                  <a:lnTo>
                    <a:pt x="294373" y="295948"/>
                  </a:lnTo>
                  <a:lnTo>
                    <a:pt x="302069" y="301028"/>
                  </a:lnTo>
                  <a:lnTo>
                    <a:pt x="314528" y="293408"/>
                  </a:lnTo>
                  <a:lnTo>
                    <a:pt x="328574" y="292138"/>
                  </a:lnTo>
                  <a:lnTo>
                    <a:pt x="342620" y="293408"/>
                  </a:lnTo>
                  <a:lnTo>
                    <a:pt x="355066" y="301028"/>
                  </a:lnTo>
                  <a:lnTo>
                    <a:pt x="362775" y="295948"/>
                  </a:lnTo>
                  <a:lnTo>
                    <a:pt x="371360" y="292138"/>
                  </a:lnTo>
                  <a:lnTo>
                    <a:pt x="380555" y="290868"/>
                  </a:lnTo>
                  <a:lnTo>
                    <a:pt x="390042" y="292138"/>
                  </a:lnTo>
                  <a:lnTo>
                    <a:pt x="422897" y="326428"/>
                  </a:lnTo>
                  <a:lnTo>
                    <a:pt x="423722" y="332778"/>
                  </a:lnTo>
                  <a:lnTo>
                    <a:pt x="423164" y="340398"/>
                  </a:lnTo>
                  <a:lnTo>
                    <a:pt x="421411" y="348018"/>
                  </a:lnTo>
                  <a:lnTo>
                    <a:pt x="418668" y="354368"/>
                  </a:lnTo>
                  <a:lnTo>
                    <a:pt x="412102" y="367068"/>
                  </a:lnTo>
                  <a:lnTo>
                    <a:pt x="406742" y="378498"/>
                  </a:lnTo>
                  <a:lnTo>
                    <a:pt x="402564" y="388658"/>
                  </a:lnTo>
                  <a:lnTo>
                    <a:pt x="399580" y="400088"/>
                  </a:lnTo>
                  <a:lnTo>
                    <a:pt x="397459" y="407708"/>
                  </a:lnTo>
                  <a:lnTo>
                    <a:pt x="403821" y="412788"/>
                  </a:lnTo>
                  <a:lnTo>
                    <a:pt x="413359" y="424218"/>
                  </a:lnTo>
                  <a:lnTo>
                    <a:pt x="593547" y="424218"/>
                  </a:lnTo>
                  <a:lnTo>
                    <a:pt x="593547" y="170218"/>
                  </a:lnTo>
                  <a:lnTo>
                    <a:pt x="593547" y="31788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" name="Google Shape;213;g3cd082ef7fa_0_469"/>
          <p:cNvGrpSpPr/>
          <p:nvPr/>
        </p:nvGrpSpPr>
        <p:grpSpPr>
          <a:xfrm>
            <a:off x="3044130" y="4271914"/>
            <a:ext cx="4449445" cy="3448050"/>
            <a:chOff x="3044130" y="4271914"/>
            <a:chExt cx="4449445" cy="3448050"/>
          </a:xfrm>
        </p:grpSpPr>
        <p:sp>
          <p:nvSpPr>
            <p:cNvPr id="214" name="Google Shape;214;g3cd082ef7fa_0_469"/>
            <p:cNvSpPr/>
            <p:nvPr/>
          </p:nvSpPr>
          <p:spPr>
            <a:xfrm>
              <a:off x="3044130" y="4271914"/>
              <a:ext cx="4449445" cy="3448050"/>
            </a:xfrm>
            <a:custGeom>
              <a:rect b="b" l="l" r="r" t="t"/>
              <a:pathLst>
                <a:path extrusionOk="0" h="3448050" w="4449445">
                  <a:moveTo>
                    <a:pt x="4009047" y="0"/>
                  </a:moveTo>
                  <a:lnTo>
                    <a:pt x="447675" y="0"/>
                  </a:lnTo>
                  <a:lnTo>
                    <a:pt x="433031" y="177"/>
                  </a:lnTo>
                  <a:lnTo>
                    <a:pt x="389229" y="3771"/>
                  </a:lnTo>
                  <a:lnTo>
                    <a:pt x="346011" y="11633"/>
                  </a:lnTo>
                  <a:lnTo>
                    <a:pt x="303758" y="23698"/>
                  </a:lnTo>
                  <a:lnTo>
                    <a:pt x="262890" y="39852"/>
                  </a:lnTo>
                  <a:lnTo>
                    <a:pt x="223812" y="59918"/>
                  </a:lnTo>
                  <a:lnTo>
                    <a:pt x="186880" y="83731"/>
                  </a:lnTo>
                  <a:lnTo>
                    <a:pt x="152463" y="111048"/>
                  </a:lnTo>
                  <a:lnTo>
                    <a:pt x="120891" y="141605"/>
                  </a:lnTo>
                  <a:lnTo>
                    <a:pt x="92468" y="175107"/>
                  </a:lnTo>
                  <a:lnTo>
                    <a:pt x="67462" y="211239"/>
                  </a:lnTo>
                  <a:lnTo>
                    <a:pt x="46113" y="249643"/>
                  </a:lnTo>
                  <a:lnTo>
                    <a:pt x="28638" y="289953"/>
                  </a:lnTo>
                  <a:lnTo>
                    <a:pt x="15201" y="331787"/>
                  </a:lnTo>
                  <a:lnTo>
                    <a:pt x="5918" y="374738"/>
                  </a:lnTo>
                  <a:lnTo>
                    <a:pt x="901" y="418388"/>
                  </a:lnTo>
                  <a:lnTo>
                    <a:pt x="0" y="440347"/>
                  </a:lnTo>
                  <a:lnTo>
                    <a:pt x="0" y="2999879"/>
                  </a:lnTo>
                  <a:lnTo>
                    <a:pt x="3771" y="3058312"/>
                  </a:lnTo>
                  <a:lnTo>
                    <a:pt x="11633" y="3101555"/>
                  </a:lnTo>
                  <a:lnTo>
                    <a:pt x="23698" y="3143796"/>
                  </a:lnTo>
                  <a:lnTo>
                    <a:pt x="39852" y="3184664"/>
                  </a:lnTo>
                  <a:lnTo>
                    <a:pt x="59918" y="3223742"/>
                  </a:lnTo>
                  <a:lnTo>
                    <a:pt x="83731" y="3260674"/>
                  </a:lnTo>
                  <a:lnTo>
                    <a:pt x="111048" y="3295091"/>
                  </a:lnTo>
                  <a:lnTo>
                    <a:pt x="141604" y="3326663"/>
                  </a:lnTo>
                  <a:lnTo>
                    <a:pt x="175107" y="3355086"/>
                  </a:lnTo>
                  <a:lnTo>
                    <a:pt x="211239" y="3380092"/>
                  </a:lnTo>
                  <a:lnTo>
                    <a:pt x="249643" y="3401441"/>
                  </a:lnTo>
                  <a:lnTo>
                    <a:pt x="289953" y="3418916"/>
                  </a:lnTo>
                  <a:lnTo>
                    <a:pt x="331787" y="3432352"/>
                  </a:lnTo>
                  <a:lnTo>
                    <a:pt x="374738" y="3441636"/>
                  </a:lnTo>
                  <a:lnTo>
                    <a:pt x="418388" y="3446653"/>
                  </a:lnTo>
                  <a:lnTo>
                    <a:pt x="440347" y="3447554"/>
                  </a:lnTo>
                  <a:lnTo>
                    <a:pt x="4001719" y="3447554"/>
                  </a:lnTo>
                  <a:lnTo>
                    <a:pt x="4060164" y="3443782"/>
                  </a:lnTo>
                  <a:lnTo>
                    <a:pt x="4103395" y="3435921"/>
                  </a:lnTo>
                  <a:lnTo>
                    <a:pt x="4145635" y="3423843"/>
                  </a:lnTo>
                  <a:lnTo>
                    <a:pt x="4186504" y="3407702"/>
                  </a:lnTo>
                  <a:lnTo>
                    <a:pt x="4225594" y="3387623"/>
                  </a:lnTo>
                  <a:lnTo>
                    <a:pt x="4262513" y="3363823"/>
                  </a:lnTo>
                  <a:lnTo>
                    <a:pt x="4296930" y="3336493"/>
                  </a:lnTo>
                  <a:lnTo>
                    <a:pt x="4328502" y="3305949"/>
                  </a:lnTo>
                  <a:lnTo>
                    <a:pt x="4356938" y="3272434"/>
                  </a:lnTo>
                  <a:lnTo>
                    <a:pt x="4381931" y="3236315"/>
                  </a:lnTo>
                  <a:lnTo>
                    <a:pt x="4403280" y="3197910"/>
                  </a:lnTo>
                  <a:lnTo>
                    <a:pt x="4420755" y="3157601"/>
                  </a:lnTo>
                  <a:lnTo>
                    <a:pt x="4434192" y="3115767"/>
                  </a:lnTo>
                  <a:lnTo>
                    <a:pt x="4443476" y="3072815"/>
                  </a:lnTo>
                  <a:lnTo>
                    <a:pt x="4448505" y="3029165"/>
                  </a:lnTo>
                  <a:lnTo>
                    <a:pt x="4449394" y="3007207"/>
                  </a:lnTo>
                  <a:lnTo>
                    <a:pt x="4449394" y="447675"/>
                  </a:lnTo>
                  <a:lnTo>
                    <a:pt x="4445622" y="389229"/>
                  </a:lnTo>
                  <a:lnTo>
                    <a:pt x="4437761" y="346011"/>
                  </a:lnTo>
                  <a:lnTo>
                    <a:pt x="4425696" y="303758"/>
                  </a:lnTo>
                  <a:lnTo>
                    <a:pt x="4409541" y="262890"/>
                  </a:lnTo>
                  <a:lnTo>
                    <a:pt x="4389475" y="223812"/>
                  </a:lnTo>
                  <a:lnTo>
                    <a:pt x="4365663" y="186880"/>
                  </a:lnTo>
                  <a:lnTo>
                    <a:pt x="4338345" y="152463"/>
                  </a:lnTo>
                  <a:lnTo>
                    <a:pt x="4307801" y="120891"/>
                  </a:lnTo>
                  <a:lnTo>
                    <a:pt x="4274286" y="92468"/>
                  </a:lnTo>
                  <a:lnTo>
                    <a:pt x="4238155" y="67462"/>
                  </a:lnTo>
                  <a:lnTo>
                    <a:pt x="4199750" y="46113"/>
                  </a:lnTo>
                  <a:lnTo>
                    <a:pt x="4159440" y="28638"/>
                  </a:lnTo>
                  <a:lnTo>
                    <a:pt x="4117606" y="15201"/>
                  </a:lnTo>
                  <a:lnTo>
                    <a:pt x="4074655" y="5918"/>
                  </a:lnTo>
                  <a:lnTo>
                    <a:pt x="4031005" y="901"/>
                  </a:lnTo>
                  <a:lnTo>
                    <a:pt x="4009047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g3cd082ef7fa_0_469"/>
            <p:cNvSpPr/>
            <p:nvPr/>
          </p:nvSpPr>
          <p:spPr>
            <a:xfrm>
              <a:off x="3044146" y="4406437"/>
              <a:ext cx="1235710" cy="1040129"/>
            </a:xfrm>
            <a:custGeom>
              <a:rect b="b" l="l" r="r" t="t"/>
              <a:pathLst>
                <a:path extrusionOk="0" h="1040129" w="1235710">
                  <a:moveTo>
                    <a:pt x="760399" y="0"/>
                  </a:moveTo>
                  <a:lnTo>
                    <a:pt x="0" y="0"/>
                  </a:lnTo>
                  <a:lnTo>
                    <a:pt x="0" y="1039571"/>
                  </a:lnTo>
                  <a:lnTo>
                    <a:pt x="760399" y="1039571"/>
                  </a:lnTo>
                  <a:lnTo>
                    <a:pt x="791467" y="1038552"/>
                  </a:lnTo>
                  <a:lnTo>
                    <a:pt x="853004" y="1030446"/>
                  </a:lnTo>
                  <a:lnTo>
                    <a:pt x="913012" y="1014365"/>
                  </a:lnTo>
                  <a:lnTo>
                    <a:pt x="970351" y="990617"/>
                  </a:lnTo>
                  <a:lnTo>
                    <a:pt x="1024157" y="959551"/>
                  </a:lnTo>
                  <a:lnTo>
                    <a:pt x="1073399" y="921766"/>
                  </a:lnTo>
                  <a:lnTo>
                    <a:pt x="1117333" y="877833"/>
                  </a:lnTo>
                  <a:lnTo>
                    <a:pt x="1155113" y="828600"/>
                  </a:lnTo>
                  <a:lnTo>
                    <a:pt x="1186174" y="774796"/>
                  </a:lnTo>
                  <a:lnTo>
                    <a:pt x="1209925" y="717458"/>
                  </a:lnTo>
                  <a:lnTo>
                    <a:pt x="1226006" y="656740"/>
                  </a:lnTo>
                  <a:lnTo>
                    <a:pt x="1234108" y="576902"/>
                  </a:lnTo>
                  <a:lnTo>
                    <a:pt x="1235125" y="519785"/>
                  </a:lnTo>
                  <a:lnTo>
                    <a:pt x="1234108" y="462669"/>
                  </a:lnTo>
                  <a:lnTo>
                    <a:pt x="1231064" y="418393"/>
                  </a:lnTo>
                  <a:lnTo>
                    <a:pt x="1218946" y="351853"/>
                  </a:lnTo>
                  <a:lnTo>
                    <a:pt x="1198987" y="293055"/>
                  </a:lnTo>
                  <a:lnTo>
                    <a:pt x="1171524" y="237362"/>
                  </a:lnTo>
                  <a:lnTo>
                    <a:pt x="1137029" y="185735"/>
                  </a:lnTo>
                  <a:lnTo>
                    <a:pt x="1096086" y="139052"/>
                  </a:lnTo>
                  <a:lnTo>
                    <a:pt x="1049396" y="98107"/>
                  </a:lnTo>
                  <a:lnTo>
                    <a:pt x="997762" y="63601"/>
                  </a:lnTo>
                  <a:lnTo>
                    <a:pt x="942070" y="36142"/>
                  </a:lnTo>
                  <a:lnTo>
                    <a:pt x="883272" y="16179"/>
                  </a:lnTo>
                  <a:lnTo>
                    <a:pt x="822369" y="4065"/>
                  </a:lnTo>
                  <a:lnTo>
                    <a:pt x="760399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g3cd082ef7fa_0_469"/>
            <p:cNvSpPr/>
            <p:nvPr/>
          </p:nvSpPr>
          <p:spPr>
            <a:xfrm>
              <a:off x="3420443" y="4654401"/>
              <a:ext cx="514350" cy="615314"/>
            </a:xfrm>
            <a:custGeom>
              <a:rect b="b" l="l" r="r" t="t"/>
              <a:pathLst>
                <a:path extrusionOk="0" h="615314" w="514350">
                  <a:moveTo>
                    <a:pt x="277113" y="551522"/>
                  </a:moveTo>
                  <a:lnTo>
                    <a:pt x="223164" y="551522"/>
                  </a:lnTo>
                  <a:lnTo>
                    <a:pt x="212582" y="553666"/>
                  </a:lnTo>
                  <a:lnTo>
                    <a:pt x="203938" y="559495"/>
                  </a:lnTo>
                  <a:lnTo>
                    <a:pt x="198105" y="568139"/>
                  </a:lnTo>
                  <a:lnTo>
                    <a:pt x="195997" y="578548"/>
                  </a:lnTo>
                  <a:lnTo>
                    <a:pt x="195960" y="614489"/>
                  </a:lnTo>
                  <a:lnTo>
                    <a:pt x="304317" y="614489"/>
                  </a:lnTo>
                  <a:lnTo>
                    <a:pt x="304317" y="581329"/>
                  </a:lnTo>
                  <a:lnTo>
                    <a:pt x="268668" y="581329"/>
                  </a:lnTo>
                  <a:lnTo>
                    <a:pt x="265874" y="578548"/>
                  </a:lnTo>
                  <a:lnTo>
                    <a:pt x="265874" y="571677"/>
                  </a:lnTo>
                  <a:lnTo>
                    <a:pt x="268668" y="568883"/>
                  </a:lnTo>
                  <a:lnTo>
                    <a:pt x="302324" y="568883"/>
                  </a:lnTo>
                  <a:lnTo>
                    <a:pt x="302174" y="568139"/>
                  </a:lnTo>
                  <a:lnTo>
                    <a:pt x="296344" y="559495"/>
                  </a:lnTo>
                  <a:lnTo>
                    <a:pt x="287701" y="553666"/>
                  </a:lnTo>
                  <a:lnTo>
                    <a:pt x="277113" y="551522"/>
                  </a:lnTo>
                  <a:close/>
                </a:path>
                <a:path extrusionOk="0" h="615314" w="514350">
                  <a:moveTo>
                    <a:pt x="302324" y="568883"/>
                  </a:moveTo>
                  <a:lnTo>
                    <a:pt x="287591" y="568883"/>
                  </a:lnTo>
                  <a:lnTo>
                    <a:pt x="290372" y="571677"/>
                  </a:lnTo>
                  <a:lnTo>
                    <a:pt x="290372" y="578548"/>
                  </a:lnTo>
                  <a:lnTo>
                    <a:pt x="287591" y="581329"/>
                  </a:lnTo>
                  <a:lnTo>
                    <a:pt x="304317" y="581329"/>
                  </a:lnTo>
                  <a:lnTo>
                    <a:pt x="304281" y="578548"/>
                  </a:lnTo>
                  <a:lnTo>
                    <a:pt x="302324" y="568883"/>
                  </a:lnTo>
                  <a:close/>
                </a:path>
                <a:path extrusionOk="0" h="615314" w="514350">
                  <a:moveTo>
                    <a:pt x="298680" y="442188"/>
                  </a:moveTo>
                  <a:lnTo>
                    <a:pt x="295935" y="442188"/>
                  </a:lnTo>
                  <a:lnTo>
                    <a:pt x="298805" y="448602"/>
                  </a:lnTo>
                  <a:lnTo>
                    <a:pt x="300291" y="455549"/>
                  </a:lnTo>
                  <a:lnTo>
                    <a:pt x="300291" y="481126"/>
                  </a:lnTo>
                  <a:lnTo>
                    <a:pt x="307535" y="479052"/>
                  </a:lnTo>
                  <a:lnTo>
                    <a:pt x="313285" y="474573"/>
                  </a:lnTo>
                  <a:lnTo>
                    <a:pt x="316998" y="468303"/>
                  </a:lnTo>
                  <a:lnTo>
                    <a:pt x="318134" y="460857"/>
                  </a:lnTo>
                  <a:lnTo>
                    <a:pt x="316363" y="453527"/>
                  </a:lnTo>
                  <a:lnTo>
                    <a:pt x="312127" y="447592"/>
                  </a:lnTo>
                  <a:lnTo>
                    <a:pt x="306015" y="443619"/>
                  </a:lnTo>
                  <a:lnTo>
                    <a:pt x="298680" y="442188"/>
                  </a:lnTo>
                  <a:close/>
                </a:path>
                <a:path extrusionOk="0" h="615314" w="514350">
                  <a:moveTo>
                    <a:pt x="266699" y="460679"/>
                  </a:moveTo>
                  <a:lnTo>
                    <a:pt x="255256" y="468376"/>
                  </a:lnTo>
                  <a:lnTo>
                    <a:pt x="242771" y="474006"/>
                  </a:lnTo>
                  <a:lnTo>
                    <a:pt x="229522" y="477472"/>
                  </a:lnTo>
                  <a:lnTo>
                    <a:pt x="215785" y="478675"/>
                  </a:lnTo>
                  <a:lnTo>
                    <a:pt x="212432" y="478675"/>
                  </a:lnTo>
                  <a:lnTo>
                    <a:pt x="212432" y="481609"/>
                  </a:lnTo>
                  <a:lnTo>
                    <a:pt x="240428" y="518253"/>
                  </a:lnTo>
                  <a:lnTo>
                    <a:pt x="250140" y="519525"/>
                  </a:lnTo>
                  <a:lnTo>
                    <a:pt x="259855" y="518253"/>
                  </a:lnTo>
                  <a:lnTo>
                    <a:pt x="287845" y="481609"/>
                  </a:lnTo>
                  <a:lnTo>
                    <a:pt x="287845" y="479107"/>
                  </a:lnTo>
                  <a:lnTo>
                    <a:pt x="281232" y="476876"/>
                  </a:lnTo>
                  <a:lnTo>
                    <a:pt x="275467" y="472593"/>
                  </a:lnTo>
                  <a:lnTo>
                    <a:pt x="270605" y="466961"/>
                  </a:lnTo>
                  <a:lnTo>
                    <a:pt x="266699" y="460679"/>
                  </a:lnTo>
                  <a:close/>
                </a:path>
                <a:path extrusionOk="0" h="615314" w="514350">
                  <a:moveTo>
                    <a:pt x="250140" y="424656"/>
                  </a:moveTo>
                  <a:lnTo>
                    <a:pt x="213692" y="452695"/>
                  </a:lnTo>
                  <a:lnTo>
                    <a:pt x="212432" y="462572"/>
                  </a:lnTo>
                  <a:lnTo>
                    <a:pt x="212432" y="466242"/>
                  </a:lnTo>
                  <a:lnTo>
                    <a:pt x="215785" y="466242"/>
                  </a:lnTo>
                  <a:lnTo>
                    <a:pt x="229289" y="464870"/>
                  </a:lnTo>
                  <a:lnTo>
                    <a:pt x="242147" y="460930"/>
                  </a:lnTo>
                  <a:lnTo>
                    <a:pt x="254001" y="454576"/>
                  </a:lnTo>
                  <a:lnTo>
                    <a:pt x="264490" y="445960"/>
                  </a:lnTo>
                  <a:lnTo>
                    <a:pt x="265988" y="444436"/>
                  </a:lnTo>
                  <a:lnTo>
                    <a:pt x="268173" y="443801"/>
                  </a:lnTo>
                  <a:lnTo>
                    <a:pt x="282937" y="443801"/>
                  </a:lnTo>
                  <a:lnTo>
                    <a:pt x="282868" y="443633"/>
                  </a:lnTo>
                  <a:lnTo>
                    <a:pt x="276942" y="435833"/>
                  </a:lnTo>
                  <a:lnTo>
                    <a:pt x="269062" y="429742"/>
                  </a:lnTo>
                  <a:lnTo>
                    <a:pt x="259855" y="425927"/>
                  </a:lnTo>
                  <a:lnTo>
                    <a:pt x="250140" y="424656"/>
                  </a:lnTo>
                  <a:close/>
                </a:path>
                <a:path extrusionOk="0" h="615314" w="514350">
                  <a:moveTo>
                    <a:pt x="282937" y="443801"/>
                  </a:moveTo>
                  <a:lnTo>
                    <a:pt x="268173" y="443801"/>
                  </a:lnTo>
                  <a:lnTo>
                    <a:pt x="272351" y="444741"/>
                  </a:lnTo>
                  <a:lnTo>
                    <a:pt x="274053" y="446239"/>
                  </a:lnTo>
                  <a:lnTo>
                    <a:pt x="276085" y="451942"/>
                  </a:lnTo>
                  <a:lnTo>
                    <a:pt x="281457" y="463524"/>
                  </a:lnTo>
                  <a:lnTo>
                    <a:pt x="287905" y="466242"/>
                  </a:lnTo>
                  <a:lnTo>
                    <a:pt x="287845" y="462572"/>
                  </a:lnTo>
                  <a:lnTo>
                    <a:pt x="286587" y="452695"/>
                  </a:lnTo>
                  <a:lnTo>
                    <a:pt x="282937" y="443801"/>
                  </a:lnTo>
                  <a:close/>
                </a:path>
                <a:path extrusionOk="0" h="615314" w="514350">
                  <a:moveTo>
                    <a:pt x="43662" y="454063"/>
                  </a:moveTo>
                  <a:lnTo>
                    <a:pt x="15887" y="457962"/>
                  </a:lnTo>
                  <a:lnTo>
                    <a:pt x="15887" y="487553"/>
                  </a:lnTo>
                  <a:lnTo>
                    <a:pt x="18742" y="501623"/>
                  </a:lnTo>
                  <a:lnTo>
                    <a:pt x="26495" y="513113"/>
                  </a:lnTo>
                  <a:lnTo>
                    <a:pt x="37986" y="520862"/>
                  </a:lnTo>
                  <a:lnTo>
                    <a:pt x="52057" y="523709"/>
                  </a:lnTo>
                  <a:lnTo>
                    <a:pt x="66093" y="520862"/>
                  </a:lnTo>
                  <a:lnTo>
                    <a:pt x="77601" y="513113"/>
                  </a:lnTo>
                  <a:lnTo>
                    <a:pt x="85358" y="501623"/>
                  </a:lnTo>
                  <a:lnTo>
                    <a:pt x="88214" y="487553"/>
                  </a:lnTo>
                  <a:lnTo>
                    <a:pt x="88214" y="463786"/>
                  </a:lnTo>
                  <a:lnTo>
                    <a:pt x="69338" y="463786"/>
                  </a:lnTo>
                  <a:lnTo>
                    <a:pt x="61357" y="461967"/>
                  </a:lnTo>
                  <a:lnTo>
                    <a:pt x="53911" y="458317"/>
                  </a:lnTo>
                  <a:lnTo>
                    <a:pt x="49250" y="455295"/>
                  </a:lnTo>
                  <a:lnTo>
                    <a:pt x="43662" y="454063"/>
                  </a:lnTo>
                  <a:close/>
                </a:path>
                <a:path extrusionOk="0" h="615314" w="514350">
                  <a:moveTo>
                    <a:pt x="88214" y="460819"/>
                  </a:moveTo>
                  <a:lnTo>
                    <a:pt x="85585" y="461797"/>
                  </a:lnTo>
                  <a:lnTo>
                    <a:pt x="77338" y="463786"/>
                  </a:lnTo>
                  <a:lnTo>
                    <a:pt x="88214" y="463786"/>
                  </a:lnTo>
                  <a:lnTo>
                    <a:pt x="88214" y="460819"/>
                  </a:lnTo>
                  <a:close/>
                </a:path>
                <a:path extrusionOk="0" h="615314" w="514350">
                  <a:moveTo>
                    <a:pt x="83556" y="442204"/>
                  </a:moveTo>
                  <a:lnTo>
                    <a:pt x="42783" y="442204"/>
                  </a:lnTo>
                  <a:lnTo>
                    <a:pt x="49037" y="443012"/>
                  </a:lnTo>
                  <a:lnTo>
                    <a:pt x="55049" y="444913"/>
                  </a:lnTo>
                  <a:lnTo>
                    <a:pt x="60667" y="447878"/>
                  </a:lnTo>
                  <a:lnTo>
                    <a:pt x="66789" y="451815"/>
                  </a:lnTo>
                  <a:lnTo>
                    <a:pt x="74421" y="452653"/>
                  </a:lnTo>
                  <a:lnTo>
                    <a:pt x="86550" y="448170"/>
                  </a:lnTo>
                  <a:lnTo>
                    <a:pt x="83556" y="442204"/>
                  </a:lnTo>
                  <a:close/>
                </a:path>
                <a:path extrusionOk="0" h="615314" w="514350">
                  <a:moveTo>
                    <a:pt x="52057" y="422846"/>
                  </a:moveTo>
                  <a:lnTo>
                    <a:pt x="15887" y="422846"/>
                  </a:lnTo>
                  <a:lnTo>
                    <a:pt x="15887" y="445401"/>
                  </a:lnTo>
                  <a:lnTo>
                    <a:pt x="36436" y="442518"/>
                  </a:lnTo>
                  <a:lnTo>
                    <a:pt x="42783" y="442204"/>
                  </a:lnTo>
                  <a:lnTo>
                    <a:pt x="83556" y="442204"/>
                  </a:lnTo>
                  <a:lnTo>
                    <a:pt x="81377" y="437862"/>
                  </a:lnTo>
                  <a:lnTo>
                    <a:pt x="73442" y="429869"/>
                  </a:lnTo>
                  <a:lnTo>
                    <a:pt x="63438" y="424695"/>
                  </a:lnTo>
                  <a:lnTo>
                    <a:pt x="52057" y="422846"/>
                  </a:lnTo>
                  <a:close/>
                </a:path>
                <a:path extrusionOk="0" h="615314" w="514350">
                  <a:moveTo>
                    <a:pt x="78079" y="555231"/>
                  </a:moveTo>
                  <a:lnTo>
                    <a:pt x="26022" y="555231"/>
                  </a:lnTo>
                  <a:lnTo>
                    <a:pt x="15898" y="557282"/>
                  </a:lnTo>
                  <a:lnTo>
                    <a:pt x="7629" y="562860"/>
                  </a:lnTo>
                  <a:lnTo>
                    <a:pt x="2051" y="571129"/>
                  </a:lnTo>
                  <a:lnTo>
                    <a:pt x="54" y="580986"/>
                  </a:lnTo>
                  <a:lnTo>
                    <a:pt x="0" y="614730"/>
                  </a:lnTo>
                  <a:lnTo>
                    <a:pt x="104101" y="614730"/>
                  </a:lnTo>
                  <a:lnTo>
                    <a:pt x="104101" y="583768"/>
                  </a:lnTo>
                  <a:lnTo>
                    <a:pt x="69811" y="583768"/>
                  </a:lnTo>
                  <a:lnTo>
                    <a:pt x="67017" y="580986"/>
                  </a:lnTo>
                  <a:lnTo>
                    <a:pt x="67017" y="574116"/>
                  </a:lnTo>
                  <a:lnTo>
                    <a:pt x="69811" y="571322"/>
                  </a:lnTo>
                  <a:lnTo>
                    <a:pt x="102089" y="571322"/>
                  </a:lnTo>
                  <a:lnTo>
                    <a:pt x="102050" y="571129"/>
                  </a:lnTo>
                  <a:lnTo>
                    <a:pt x="96472" y="562860"/>
                  </a:lnTo>
                  <a:lnTo>
                    <a:pt x="88203" y="557282"/>
                  </a:lnTo>
                  <a:lnTo>
                    <a:pt x="78079" y="555231"/>
                  </a:lnTo>
                  <a:close/>
                </a:path>
                <a:path extrusionOk="0" h="615314" w="514350">
                  <a:moveTo>
                    <a:pt x="102089" y="571322"/>
                  </a:moveTo>
                  <a:lnTo>
                    <a:pt x="88315" y="571322"/>
                  </a:lnTo>
                  <a:lnTo>
                    <a:pt x="91097" y="574116"/>
                  </a:lnTo>
                  <a:lnTo>
                    <a:pt x="91097" y="580986"/>
                  </a:lnTo>
                  <a:lnTo>
                    <a:pt x="88315" y="583768"/>
                  </a:lnTo>
                  <a:lnTo>
                    <a:pt x="104101" y="583768"/>
                  </a:lnTo>
                  <a:lnTo>
                    <a:pt x="104047" y="580986"/>
                  </a:lnTo>
                  <a:lnTo>
                    <a:pt x="102089" y="571322"/>
                  </a:lnTo>
                  <a:close/>
                </a:path>
                <a:path extrusionOk="0" h="615314" w="514350">
                  <a:moveTo>
                    <a:pt x="453656" y="454063"/>
                  </a:moveTo>
                  <a:lnTo>
                    <a:pt x="425881" y="457962"/>
                  </a:lnTo>
                  <a:lnTo>
                    <a:pt x="425881" y="487553"/>
                  </a:lnTo>
                  <a:lnTo>
                    <a:pt x="452762" y="522500"/>
                  </a:lnTo>
                  <a:lnTo>
                    <a:pt x="462045" y="523709"/>
                  </a:lnTo>
                  <a:lnTo>
                    <a:pt x="471327" y="522500"/>
                  </a:lnTo>
                  <a:lnTo>
                    <a:pt x="498208" y="487553"/>
                  </a:lnTo>
                  <a:lnTo>
                    <a:pt x="498208" y="464007"/>
                  </a:lnTo>
                  <a:lnTo>
                    <a:pt x="476389" y="464007"/>
                  </a:lnTo>
                  <a:lnTo>
                    <a:pt x="469671" y="462038"/>
                  </a:lnTo>
                  <a:lnTo>
                    <a:pt x="459244" y="455307"/>
                  </a:lnTo>
                  <a:lnTo>
                    <a:pt x="453656" y="454063"/>
                  </a:lnTo>
                  <a:close/>
                </a:path>
                <a:path extrusionOk="0" h="615314" w="514350">
                  <a:moveTo>
                    <a:pt x="498208" y="460819"/>
                  </a:moveTo>
                  <a:lnTo>
                    <a:pt x="491629" y="463257"/>
                  </a:lnTo>
                  <a:lnTo>
                    <a:pt x="487451" y="464007"/>
                  </a:lnTo>
                  <a:lnTo>
                    <a:pt x="498208" y="464007"/>
                  </a:lnTo>
                  <a:lnTo>
                    <a:pt x="498208" y="460819"/>
                  </a:lnTo>
                  <a:close/>
                </a:path>
                <a:path extrusionOk="0" h="615314" w="514350">
                  <a:moveTo>
                    <a:pt x="493554" y="442204"/>
                  </a:moveTo>
                  <a:lnTo>
                    <a:pt x="452775" y="442204"/>
                  </a:lnTo>
                  <a:lnTo>
                    <a:pt x="459027" y="443010"/>
                  </a:lnTo>
                  <a:lnTo>
                    <a:pt x="465038" y="444908"/>
                  </a:lnTo>
                  <a:lnTo>
                    <a:pt x="470661" y="447865"/>
                  </a:lnTo>
                  <a:lnTo>
                    <a:pt x="476783" y="451815"/>
                  </a:lnTo>
                  <a:lnTo>
                    <a:pt x="484416" y="452653"/>
                  </a:lnTo>
                  <a:lnTo>
                    <a:pt x="496544" y="448157"/>
                  </a:lnTo>
                  <a:lnTo>
                    <a:pt x="493554" y="442204"/>
                  </a:lnTo>
                  <a:close/>
                </a:path>
                <a:path extrusionOk="0" h="615314" w="514350">
                  <a:moveTo>
                    <a:pt x="462116" y="422846"/>
                  </a:moveTo>
                  <a:lnTo>
                    <a:pt x="425881" y="422846"/>
                  </a:lnTo>
                  <a:lnTo>
                    <a:pt x="425881" y="445401"/>
                  </a:lnTo>
                  <a:lnTo>
                    <a:pt x="446430" y="442518"/>
                  </a:lnTo>
                  <a:lnTo>
                    <a:pt x="452775" y="442204"/>
                  </a:lnTo>
                  <a:lnTo>
                    <a:pt x="493554" y="442204"/>
                  </a:lnTo>
                  <a:lnTo>
                    <a:pt x="491370" y="437855"/>
                  </a:lnTo>
                  <a:lnTo>
                    <a:pt x="483435" y="429861"/>
                  </a:lnTo>
                  <a:lnTo>
                    <a:pt x="473427" y="424685"/>
                  </a:lnTo>
                  <a:lnTo>
                    <a:pt x="462116" y="422846"/>
                  </a:lnTo>
                  <a:close/>
                </a:path>
                <a:path extrusionOk="0" h="615314" w="514350">
                  <a:moveTo>
                    <a:pt x="488073" y="555231"/>
                  </a:moveTo>
                  <a:lnTo>
                    <a:pt x="436016" y="555231"/>
                  </a:lnTo>
                  <a:lnTo>
                    <a:pt x="425892" y="557282"/>
                  </a:lnTo>
                  <a:lnTo>
                    <a:pt x="417623" y="562860"/>
                  </a:lnTo>
                  <a:lnTo>
                    <a:pt x="412045" y="571129"/>
                  </a:lnTo>
                  <a:lnTo>
                    <a:pt x="410048" y="580986"/>
                  </a:lnTo>
                  <a:lnTo>
                    <a:pt x="409994" y="614730"/>
                  </a:lnTo>
                  <a:lnTo>
                    <a:pt x="514095" y="614730"/>
                  </a:lnTo>
                  <a:lnTo>
                    <a:pt x="514095" y="583768"/>
                  </a:lnTo>
                  <a:lnTo>
                    <a:pt x="479805" y="583768"/>
                  </a:lnTo>
                  <a:lnTo>
                    <a:pt x="477011" y="580986"/>
                  </a:lnTo>
                  <a:lnTo>
                    <a:pt x="477011" y="574116"/>
                  </a:lnTo>
                  <a:lnTo>
                    <a:pt x="479805" y="571322"/>
                  </a:lnTo>
                  <a:lnTo>
                    <a:pt x="512083" y="571322"/>
                  </a:lnTo>
                  <a:lnTo>
                    <a:pt x="512044" y="571129"/>
                  </a:lnTo>
                  <a:lnTo>
                    <a:pt x="506466" y="562860"/>
                  </a:lnTo>
                  <a:lnTo>
                    <a:pt x="498197" y="557282"/>
                  </a:lnTo>
                  <a:lnTo>
                    <a:pt x="488073" y="555231"/>
                  </a:lnTo>
                  <a:close/>
                </a:path>
                <a:path extrusionOk="0" h="615314" w="514350">
                  <a:moveTo>
                    <a:pt x="512083" y="571322"/>
                  </a:moveTo>
                  <a:lnTo>
                    <a:pt x="498297" y="571322"/>
                  </a:lnTo>
                  <a:lnTo>
                    <a:pt x="501078" y="574116"/>
                  </a:lnTo>
                  <a:lnTo>
                    <a:pt x="501078" y="580986"/>
                  </a:lnTo>
                  <a:lnTo>
                    <a:pt x="498297" y="583768"/>
                  </a:lnTo>
                  <a:lnTo>
                    <a:pt x="514095" y="583768"/>
                  </a:lnTo>
                  <a:lnTo>
                    <a:pt x="514041" y="580986"/>
                  </a:lnTo>
                  <a:lnTo>
                    <a:pt x="512083" y="571322"/>
                  </a:lnTo>
                  <a:close/>
                </a:path>
                <a:path extrusionOk="0" h="615314" w="514350">
                  <a:moveTo>
                    <a:pt x="257047" y="0"/>
                  </a:moveTo>
                  <a:lnTo>
                    <a:pt x="249798" y="1315"/>
                  </a:lnTo>
                  <a:lnTo>
                    <a:pt x="243639" y="4962"/>
                  </a:lnTo>
                  <a:lnTo>
                    <a:pt x="239095" y="10490"/>
                  </a:lnTo>
                  <a:lnTo>
                    <a:pt x="236689" y="17449"/>
                  </a:lnTo>
                  <a:lnTo>
                    <a:pt x="236882" y="24817"/>
                  </a:lnTo>
                  <a:lnTo>
                    <a:pt x="239542" y="31462"/>
                  </a:lnTo>
                  <a:lnTo>
                    <a:pt x="244310" y="36800"/>
                  </a:lnTo>
                  <a:lnTo>
                    <a:pt x="250824" y="40246"/>
                  </a:lnTo>
                  <a:lnTo>
                    <a:pt x="250824" y="58559"/>
                  </a:lnTo>
                  <a:lnTo>
                    <a:pt x="263270" y="58559"/>
                  </a:lnTo>
                  <a:lnTo>
                    <a:pt x="263270" y="40246"/>
                  </a:lnTo>
                  <a:lnTo>
                    <a:pt x="269780" y="36800"/>
                  </a:lnTo>
                  <a:lnTo>
                    <a:pt x="274548" y="31462"/>
                  </a:lnTo>
                  <a:lnTo>
                    <a:pt x="277212" y="24817"/>
                  </a:lnTo>
                  <a:lnTo>
                    <a:pt x="277406" y="17449"/>
                  </a:lnTo>
                  <a:lnTo>
                    <a:pt x="275000" y="10490"/>
                  </a:lnTo>
                  <a:lnTo>
                    <a:pt x="270456" y="4962"/>
                  </a:lnTo>
                  <a:lnTo>
                    <a:pt x="264297" y="1315"/>
                  </a:lnTo>
                  <a:lnTo>
                    <a:pt x="257047" y="0"/>
                  </a:lnTo>
                  <a:close/>
                </a:path>
                <a:path extrusionOk="0" h="615314" w="514350">
                  <a:moveTo>
                    <a:pt x="263270" y="273939"/>
                  </a:moveTo>
                  <a:lnTo>
                    <a:pt x="250824" y="273939"/>
                  </a:lnTo>
                  <a:lnTo>
                    <a:pt x="250824" y="292252"/>
                  </a:lnTo>
                  <a:lnTo>
                    <a:pt x="244310" y="295698"/>
                  </a:lnTo>
                  <a:lnTo>
                    <a:pt x="239542" y="301034"/>
                  </a:lnTo>
                  <a:lnTo>
                    <a:pt x="236882" y="307675"/>
                  </a:lnTo>
                  <a:lnTo>
                    <a:pt x="236689" y="315036"/>
                  </a:lnTo>
                  <a:lnTo>
                    <a:pt x="239095" y="322002"/>
                  </a:lnTo>
                  <a:lnTo>
                    <a:pt x="243639" y="327534"/>
                  </a:lnTo>
                  <a:lnTo>
                    <a:pt x="249798" y="331182"/>
                  </a:lnTo>
                  <a:lnTo>
                    <a:pt x="257047" y="332498"/>
                  </a:lnTo>
                  <a:lnTo>
                    <a:pt x="264297" y="331182"/>
                  </a:lnTo>
                  <a:lnTo>
                    <a:pt x="270456" y="327534"/>
                  </a:lnTo>
                  <a:lnTo>
                    <a:pt x="275000" y="322002"/>
                  </a:lnTo>
                  <a:lnTo>
                    <a:pt x="277406" y="315036"/>
                  </a:lnTo>
                  <a:lnTo>
                    <a:pt x="277212" y="307675"/>
                  </a:lnTo>
                  <a:lnTo>
                    <a:pt x="274548" y="301034"/>
                  </a:lnTo>
                  <a:lnTo>
                    <a:pt x="269780" y="295698"/>
                  </a:lnTo>
                  <a:lnTo>
                    <a:pt x="263270" y="292252"/>
                  </a:lnTo>
                  <a:lnTo>
                    <a:pt x="263270" y="273939"/>
                  </a:lnTo>
                  <a:close/>
                </a:path>
                <a:path extrusionOk="0" h="615314" w="514350">
                  <a:moveTo>
                    <a:pt x="156511" y="248775"/>
                  </a:moveTo>
                  <a:lnTo>
                    <a:pt x="133519" y="270803"/>
                  </a:lnTo>
                  <a:lnTo>
                    <a:pt x="135298" y="277736"/>
                  </a:lnTo>
                  <a:lnTo>
                    <a:pt x="139515" y="283806"/>
                  </a:lnTo>
                  <a:lnTo>
                    <a:pt x="145705" y="288102"/>
                  </a:lnTo>
                  <a:lnTo>
                    <a:pt x="145974" y="288102"/>
                  </a:lnTo>
                  <a:lnTo>
                    <a:pt x="152589" y="289799"/>
                  </a:lnTo>
                  <a:lnTo>
                    <a:pt x="152185" y="289799"/>
                  </a:lnTo>
                  <a:lnTo>
                    <a:pt x="159601" y="289075"/>
                  </a:lnTo>
                  <a:lnTo>
                    <a:pt x="166230" y="285851"/>
                  </a:lnTo>
                  <a:lnTo>
                    <a:pt x="171305" y="280512"/>
                  </a:lnTo>
                  <a:lnTo>
                    <a:pt x="174118" y="273939"/>
                  </a:lnTo>
                  <a:lnTo>
                    <a:pt x="174480" y="267505"/>
                  </a:lnTo>
                  <a:lnTo>
                    <a:pt x="174520" y="266786"/>
                  </a:lnTo>
                  <a:lnTo>
                    <a:pt x="172355" y="259753"/>
                  </a:lnTo>
                  <a:lnTo>
                    <a:pt x="181140" y="250952"/>
                  </a:lnTo>
                  <a:lnTo>
                    <a:pt x="163550" y="250952"/>
                  </a:lnTo>
                  <a:lnTo>
                    <a:pt x="156511" y="248775"/>
                  </a:lnTo>
                  <a:close/>
                </a:path>
                <a:path extrusionOk="0" h="615314" w="514350">
                  <a:moveTo>
                    <a:pt x="337591" y="238010"/>
                  </a:moveTo>
                  <a:lnTo>
                    <a:pt x="328802" y="246799"/>
                  </a:lnTo>
                  <a:lnTo>
                    <a:pt x="341744" y="259753"/>
                  </a:lnTo>
                  <a:lnTo>
                    <a:pt x="339686" y="265977"/>
                  </a:lnTo>
                  <a:lnTo>
                    <a:pt x="358979" y="289799"/>
                  </a:lnTo>
                  <a:lnTo>
                    <a:pt x="366323" y="288846"/>
                  </a:lnTo>
                  <a:lnTo>
                    <a:pt x="373037" y="285203"/>
                  </a:lnTo>
                  <a:lnTo>
                    <a:pt x="377966" y="279371"/>
                  </a:lnTo>
                  <a:lnTo>
                    <a:pt x="380386" y="272384"/>
                  </a:lnTo>
                  <a:lnTo>
                    <a:pt x="380346" y="270803"/>
                  </a:lnTo>
                  <a:lnTo>
                    <a:pt x="380238" y="266786"/>
                  </a:lnTo>
                  <a:lnTo>
                    <a:pt x="380189" y="264978"/>
                  </a:lnTo>
                  <a:lnTo>
                    <a:pt x="377322" y="258089"/>
                  </a:lnTo>
                  <a:lnTo>
                    <a:pt x="377253" y="257924"/>
                  </a:lnTo>
                  <a:lnTo>
                    <a:pt x="371949" y="252427"/>
                  </a:lnTo>
                  <a:lnTo>
                    <a:pt x="368779" y="250952"/>
                  </a:lnTo>
                  <a:lnTo>
                    <a:pt x="350545" y="250952"/>
                  </a:lnTo>
                  <a:lnTo>
                    <a:pt x="337591" y="238010"/>
                  </a:lnTo>
                  <a:close/>
                </a:path>
                <a:path extrusionOk="0" h="615314" w="514350">
                  <a:moveTo>
                    <a:pt x="226733" y="203327"/>
                  </a:moveTo>
                  <a:lnTo>
                    <a:pt x="226733" y="262953"/>
                  </a:lnTo>
                  <a:lnTo>
                    <a:pt x="263569" y="267505"/>
                  </a:lnTo>
                  <a:lnTo>
                    <a:pt x="298551" y="258953"/>
                  </a:lnTo>
                  <a:lnTo>
                    <a:pt x="328370" y="238761"/>
                  </a:lnTo>
                  <a:lnTo>
                    <a:pt x="334585" y="229920"/>
                  </a:lnTo>
                  <a:lnTo>
                    <a:pt x="302526" y="229920"/>
                  </a:lnTo>
                  <a:lnTo>
                    <a:pt x="226733" y="203327"/>
                  </a:lnTo>
                  <a:close/>
                </a:path>
                <a:path extrusionOk="0" h="615314" w="514350">
                  <a:moveTo>
                    <a:pt x="214287" y="200926"/>
                  </a:moveTo>
                  <a:lnTo>
                    <a:pt x="197027" y="200926"/>
                  </a:lnTo>
                  <a:lnTo>
                    <a:pt x="197027" y="247815"/>
                  </a:lnTo>
                  <a:lnTo>
                    <a:pt x="202425" y="251802"/>
                  </a:lnTo>
                  <a:lnTo>
                    <a:pt x="208203" y="255244"/>
                  </a:lnTo>
                  <a:lnTo>
                    <a:pt x="214287" y="258089"/>
                  </a:lnTo>
                  <a:lnTo>
                    <a:pt x="214287" y="200926"/>
                  </a:lnTo>
                  <a:close/>
                </a:path>
                <a:path extrusionOk="0" h="615314" w="514350">
                  <a:moveTo>
                    <a:pt x="176504" y="238010"/>
                  </a:moveTo>
                  <a:lnTo>
                    <a:pt x="175729" y="238761"/>
                  </a:lnTo>
                  <a:lnTo>
                    <a:pt x="163550" y="250952"/>
                  </a:lnTo>
                  <a:lnTo>
                    <a:pt x="181140" y="250952"/>
                  </a:lnTo>
                  <a:lnTo>
                    <a:pt x="185292" y="246799"/>
                  </a:lnTo>
                  <a:lnTo>
                    <a:pt x="176504" y="238010"/>
                  </a:lnTo>
                  <a:close/>
                </a:path>
                <a:path extrusionOk="0" h="615314" w="514350">
                  <a:moveTo>
                    <a:pt x="358222" y="248775"/>
                  </a:moveTo>
                  <a:lnTo>
                    <a:pt x="357764" y="248775"/>
                  </a:lnTo>
                  <a:lnTo>
                    <a:pt x="350545" y="250952"/>
                  </a:lnTo>
                  <a:lnTo>
                    <a:pt x="368779" y="250952"/>
                  </a:lnTo>
                  <a:lnTo>
                    <a:pt x="365237" y="249304"/>
                  </a:lnTo>
                  <a:lnTo>
                    <a:pt x="358222" y="248775"/>
                  </a:lnTo>
                  <a:close/>
                </a:path>
                <a:path extrusionOk="0" h="615314" w="514350">
                  <a:moveTo>
                    <a:pt x="240058" y="66011"/>
                  </a:moveTo>
                  <a:lnTo>
                    <a:pt x="206217" y="78327"/>
                  </a:lnTo>
                  <a:lnTo>
                    <a:pt x="178104" y="102577"/>
                  </a:lnTo>
                  <a:lnTo>
                    <a:pt x="160559" y="135284"/>
                  </a:lnTo>
                  <a:lnTo>
                    <a:pt x="155906" y="170991"/>
                  </a:lnTo>
                  <a:lnTo>
                    <a:pt x="163972" y="206085"/>
                  </a:lnTo>
                  <a:lnTo>
                    <a:pt x="184581" y="236956"/>
                  </a:lnTo>
                  <a:lnTo>
                    <a:pt x="184581" y="200228"/>
                  </a:lnTo>
                  <a:lnTo>
                    <a:pt x="177352" y="197088"/>
                  </a:lnTo>
                  <a:lnTo>
                    <a:pt x="171688" y="191897"/>
                  </a:lnTo>
                  <a:lnTo>
                    <a:pt x="167990" y="185162"/>
                  </a:lnTo>
                  <a:lnTo>
                    <a:pt x="167048" y="179651"/>
                  </a:lnTo>
                  <a:lnTo>
                    <a:pt x="166933" y="178980"/>
                  </a:lnTo>
                  <a:lnTo>
                    <a:pt x="181038" y="137072"/>
                  </a:lnTo>
                  <a:lnTo>
                    <a:pt x="189859" y="135284"/>
                  </a:lnTo>
                  <a:lnTo>
                    <a:pt x="219693" y="135284"/>
                  </a:lnTo>
                  <a:lnTo>
                    <a:pt x="302526" y="106235"/>
                  </a:lnTo>
                  <a:lnTo>
                    <a:pt x="339053" y="106235"/>
                  </a:lnTo>
                  <a:lnTo>
                    <a:pt x="338197" y="104558"/>
                  </a:lnTo>
                  <a:lnTo>
                    <a:pt x="310680" y="79641"/>
                  </a:lnTo>
                  <a:lnTo>
                    <a:pt x="276331" y="66346"/>
                  </a:lnTo>
                  <a:lnTo>
                    <a:pt x="291836" y="66346"/>
                  </a:lnTo>
                  <a:lnTo>
                    <a:pt x="240058" y="66011"/>
                  </a:lnTo>
                  <a:close/>
                </a:path>
                <a:path extrusionOk="0" h="615314" w="514350">
                  <a:moveTo>
                    <a:pt x="339053" y="106235"/>
                  </a:moveTo>
                  <a:lnTo>
                    <a:pt x="302526" y="106235"/>
                  </a:lnTo>
                  <a:lnTo>
                    <a:pt x="306006" y="107835"/>
                  </a:lnTo>
                  <a:lnTo>
                    <a:pt x="307225" y="110959"/>
                  </a:lnTo>
                  <a:lnTo>
                    <a:pt x="310208" y="119326"/>
                  </a:lnTo>
                  <a:lnTo>
                    <a:pt x="312715" y="127841"/>
                  </a:lnTo>
                  <a:lnTo>
                    <a:pt x="314740" y="136484"/>
                  </a:lnTo>
                  <a:lnTo>
                    <a:pt x="316280" y="145237"/>
                  </a:lnTo>
                  <a:lnTo>
                    <a:pt x="324900" y="145237"/>
                  </a:lnTo>
                  <a:lnTo>
                    <a:pt x="331453" y="148984"/>
                  </a:lnTo>
                  <a:lnTo>
                    <a:pt x="332428" y="149593"/>
                  </a:lnTo>
                  <a:lnTo>
                    <a:pt x="340626" y="163703"/>
                  </a:lnTo>
                  <a:lnTo>
                    <a:pt x="340619" y="172466"/>
                  </a:lnTo>
                  <a:lnTo>
                    <a:pt x="332384" y="186639"/>
                  </a:lnTo>
                  <a:lnTo>
                    <a:pt x="324789" y="190982"/>
                  </a:lnTo>
                  <a:lnTo>
                    <a:pt x="316269" y="190982"/>
                  </a:lnTo>
                  <a:lnTo>
                    <a:pt x="314740" y="199666"/>
                  </a:lnTo>
                  <a:lnTo>
                    <a:pt x="302526" y="229920"/>
                  </a:lnTo>
                  <a:lnTo>
                    <a:pt x="334585" y="229920"/>
                  </a:lnTo>
                  <a:lnTo>
                    <a:pt x="349719" y="208394"/>
                  </a:lnTo>
                  <a:lnTo>
                    <a:pt x="358747" y="172466"/>
                  </a:lnTo>
                  <a:lnTo>
                    <a:pt x="358662" y="171526"/>
                  </a:lnTo>
                  <a:lnTo>
                    <a:pt x="354626" y="137072"/>
                  </a:lnTo>
                  <a:lnTo>
                    <a:pt x="354499" y="136484"/>
                  </a:lnTo>
                  <a:lnTo>
                    <a:pt x="339053" y="106235"/>
                  </a:lnTo>
                  <a:close/>
                </a:path>
                <a:path extrusionOk="0" h="615314" w="514350">
                  <a:moveTo>
                    <a:pt x="297687" y="121107"/>
                  </a:moveTo>
                  <a:lnTo>
                    <a:pt x="226915" y="145934"/>
                  </a:lnTo>
                  <a:lnTo>
                    <a:pt x="227164" y="145934"/>
                  </a:lnTo>
                  <a:lnTo>
                    <a:pt x="227164" y="190296"/>
                  </a:lnTo>
                  <a:lnTo>
                    <a:pt x="297687" y="215023"/>
                  </a:lnTo>
                  <a:lnTo>
                    <a:pt x="303526" y="191897"/>
                  </a:lnTo>
                  <a:lnTo>
                    <a:pt x="303619" y="190982"/>
                  </a:lnTo>
                  <a:lnTo>
                    <a:pt x="305484" y="168351"/>
                  </a:lnTo>
                  <a:lnTo>
                    <a:pt x="305507" y="168071"/>
                  </a:lnTo>
                  <a:lnTo>
                    <a:pt x="303695" y="146078"/>
                  </a:lnTo>
                  <a:lnTo>
                    <a:pt x="303626" y="145237"/>
                  </a:lnTo>
                  <a:lnTo>
                    <a:pt x="303553" y="144345"/>
                  </a:lnTo>
                  <a:lnTo>
                    <a:pt x="297687" y="121107"/>
                  </a:lnTo>
                  <a:close/>
                </a:path>
                <a:path extrusionOk="0" h="615314" w="514350">
                  <a:moveTo>
                    <a:pt x="214731" y="147662"/>
                  </a:moveTo>
                  <a:lnTo>
                    <a:pt x="184073" y="147662"/>
                  </a:lnTo>
                  <a:lnTo>
                    <a:pt x="179108" y="152628"/>
                  </a:lnTo>
                  <a:lnTo>
                    <a:pt x="179108" y="183515"/>
                  </a:lnTo>
                  <a:lnTo>
                    <a:pt x="184073" y="188480"/>
                  </a:lnTo>
                  <a:lnTo>
                    <a:pt x="214731" y="188480"/>
                  </a:lnTo>
                  <a:lnTo>
                    <a:pt x="214731" y="147662"/>
                  </a:lnTo>
                  <a:close/>
                </a:path>
                <a:path extrusionOk="0" h="615314" w="514350">
                  <a:moveTo>
                    <a:pt x="114854" y="145934"/>
                  </a:moveTo>
                  <a:lnTo>
                    <a:pt x="107019" y="146078"/>
                  </a:lnTo>
                  <a:lnTo>
                    <a:pt x="107204" y="146078"/>
                  </a:lnTo>
                  <a:lnTo>
                    <a:pt x="100154" y="148984"/>
                  </a:lnTo>
                  <a:lnTo>
                    <a:pt x="94784" y="154079"/>
                  </a:lnTo>
                  <a:lnTo>
                    <a:pt x="91556" y="160741"/>
                  </a:lnTo>
                  <a:lnTo>
                    <a:pt x="90942" y="168071"/>
                  </a:lnTo>
                  <a:lnTo>
                    <a:pt x="90919" y="168351"/>
                  </a:lnTo>
                  <a:lnTo>
                    <a:pt x="93084" y="175671"/>
                  </a:lnTo>
                  <a:lnTo>
                    <a:pt x="97599" y="181535"/>
                  </a:lnTo>
                  <a:lnTo>
                    <a:pt x="103895" y="185430"/>
                  </a:lnTo>
                  <a:lnTo>
                    <a:pt x="111404" y="186842"/>
                  </a:lnTo>
                  <a:lnTo>
                    <a:pt x="120365" y="186842"/>
                  </a:lnTo>
                  <a:lnTo>
                    <a:pt x="128320" y="181025"/>
                  </a:lnTo>
                  <a:lnTo>
                    <a:pt x="131038" y="172466"/>
                  </a:lnTo>
                  <a:lnTo>
                    <a:pt x="149351" y="172466"/>
                  </a:lnTo>
                  <a:lnTo>
                    <a:pt x="149351" y="160020"/>
                  </a:lnTo>
                  <a:lnTo>
                    <a:pt x="131038" y="160020"/>
                  </a:lnTo>
                  <a:lnTo>
                    <a:pt x="127542" y="153510"/>
                  </a:lnTo>
                  <a:lnTo>
                    <a:pt x="127426" y="153295"/>
                  </a:lnTo>
                  <a:lnTo>
                    <a:pt x="121812" y="148470"/>
                  </a:lnTo>
                  <a:lnTo>
                    <a:pt x="114854" y="145934"/>
                  </a:lnTo>
                  <a:close/>
                </a:path>
                <a:path extrusionOk="0" h="615314" w="514350">
                  <a:moveTo>
                    <a:pt x="405983" y="145934"/>
                  </a:moveTo>
                  <a:lnTo>
                    <a:pt x="403965" y="145934"/>
                  </a:lnTo>
                  <a:lnTo>
                    <a:pt x="398473" y="146078"/>
                  </a:lnTo>
                  <a:lnTo>
                    <a:pt x="391829" y="148742"/>
                  </a:lnTo>
                  <a:lnTo>
                    <a:pt x="386495" y="153510"/>
                  </a:lnTo>
                  <a:lnTo>
                    <a:pt x="383057" y="160020"/>
                  </a:lnTo>
                  <a:lnTo>
                    <a:pt x="364743" y="160020"/>
                  </a:lnTo>
                  <a:lnTo>
                    <a:pt x="364743" y="172466"/>
                  </a:lnTo>
                  <a:lnTo>
                    <a:pt x="383057" y="172466"/>
                  </a:lnTo>
                  <a:lnTo>
                    <a:pt x="386495" y="178980"/>
                  </a:lnTo>
                  <a:lnTo>
                    <a:pt x="391829" y="183748"/>
                  </a:lnTo>
                  <a:lnTo>
                    <a:pt x="398473" y="186408"/>
                  </a:lnTo>
                  <a:lnTo>
                    <a:pt x="407301" y="186639"/>
                  </a:lnTo>
                  <a:lnTo>
                    <a:pt x="405730" y="186639"/>
                  </a:lnTo>
                  <a:lnTo>
                    <a:pt x="412800" y="184195"/>
                  </a:lnTo>
                  <a:lnTo>
                    <a:pt x="418328" y="179651"/>
                  </a:lnTo>
                  <a:lnTo>
                    <a:pt x="421975" y="173492"/>
                  </a:lnTo>
                  <a:lnTo>
                    <a:pt x="423290" y="166243"/>
                  </a:lnTo>
                  <a:lnTo>
                    <a:pt x="421975" y="158995"/>
                  </a:lnTo>
                  <a:lnTo>
                    <a:pt x="418328" y="152839"/>
                  </a:lnTo>
                  <a:lnTo>
                    <a:pt x="412800" y="148296"/>
                  </a:lnTo>
                  <a:lnTo>
                    <a:pt x="405983" y="145934"/>
                  </a:lnTo>
                  <a:close/>
                </a:path>
                <a:path extrusionOk="0" h="615314" w="514350">
                  <a:moveTo>
                    <a:pt x="317614" y="157721"/>
                  </a:moveTo>
                  <a:lnTo>
                    <a:pt x="317946" y="162725"/>
                  </a:lnTo>
                  <a:lnTo>
                    <a:pt x="317941" y="173492"/>
                  </a:lnTo>
                  <a:lnTo>
                    <a:pt x="317796" y="175671"/>
                  </a:lnTo>
                  <a:lnTo>
                    <a:pt x="317682" y="177393"/>
                  </a:lnTo>
                  <a:lnTo>
                    <a:pt x="317614" y="178422"/>
                  </a:lnTo>
                  <a:lnTo>
                    <a:pt x="322922" y="177888"/>
                  </a:lnTo>
                  <a:lnTo>
                    <a:pt x="326907" y="173492"/>
                  </a:lnTo>
                  <a:lnTo>
                    <a:pt x="326974" y="162725"/>
                  </a:lnTo>
                  <a:lnTo>
                    <a:pt x="322922" y="158254"/>
                  </a:lnTo>
                  <a:lnTo>
                    <a:pt x="317614" y="157721"/>
                  </a:lnTo>
                  <a:close/>
                </a:path>
                <a:path extrusionOk="0" h="615314" w="514350">
                  <a:moveTo>
                    <a:pt x="181140" y="81546"/>
                  </a:moveTo>
                  <a:lnTo>
                    <a:pt x="163550" y="81546"/>
                  </a:lnTo>
                  <a:lnTo>
                    <a:pt x="176491" y="94500"/>
                  </a:lnTo>
                  <a:lnTo>
                    <a:pt x="185292" y="85699"/>
                  </a:lnTo>
                  <a:lnTo>
                    <a:pt x="181140" y="81546"/>
                  </a:lnTo>
                  <a:close/>
                </a:path>
                <a:path extrusionOk="0" h="615314" w="514350">
                  <a:moveTo>
                    <a:pt x="361589" y="42738"/>
                  </a:moveTo>
                  <a:lnTo>
                    <a:pt x="339768" y="66346"/>
                  </a:lnTo>
                  <a:lnTo>
                    <a:pt x="341744" y="72758"/>
                  </a:lnTo>
                  <a:lnTo>
                    <a:pt x="328802" y="85699"/>
                  </a:lnTo>
                  <a:lnTo>
                    <a:pt x="337591" y="94500"/>
                  </a:lnTo>
                  <a:lnTo>
                    <a:pt x="350545" y="81546"/>
                  </a:lnTo>
                  <a:lnTo>
                    <a:pt x="368838" y="81546"/>
                  </a:lnTo>
                  <a:lnTo>
                    <a:pt x="371294" y="80494"/>
                  </a:lnTo>
                  <a:lnTo>
                    <a:pt x="376631" y="75425"/>
                  </a:lnTo>
                  <a:lnTo>
                    <a:pt x="379847" y="68798"/>
                  </a:lnTo>
                  <a:lnTo>
                    <a:pt x="380500" y="62093"/>
                  </a:lnTo>
                  <a:lnTo>
                    <a:pt x="380541" y="61679"/>
                  </a:lnTo>
                  <a:lnTo>
                    <a:pt x="378765" y="54753"/>
                  </a:lnTo>
                  <a:lnTo>
                    <a:pt x="374573" y="48704"/>
                  </a:lnTo>
                  <a:lnTo>
                    <a:pt x="368518" y="44513"/>
                  </a:lnTo>
                  <a:lnTo>
                    <a:pt x="361589" y="42738"/>
                  </a:lnTo>
                  <a:close/>
                </a:path>
                <a:path extrusionOk="0" h="615314" w="514350">
                  <a:moveTo>
                    <a:pt x="156202" y="42738"/>
                  </a:moveTo>
                  <a:lnTo>
                    <a:pt x="133476" y="62093"/>
                  </a:lnTo>
                  <a:lnTo>
                    <a:pt x="134214" y="68798"/>
                  </a:lnTo>
                  <a:lnTo>
                    <a:pt x="136702" y="77698"/>
                  </a:lnTo>
                  <a:lnTo>
                    <a:pt x="144818" y="83858"/>
                  </a:lnTo>
                  <a:lnTo>
                    <a:pt x="157365" y="83858"/>
                  </a:lnTo>
                  <a:lnTo>
                    <a:pt x="160616" y="83058"/>
                  </a:lnTo>
                  <a:lnTo>
                    <a:pt x="163550" y="81546"/>
                  </a:lnTo>
                  <a:lnTo>
                    <a:pt x="181140" y="81546"/>
                  </a:lnTo>
                  <a:lnTo>
                    <a:pt x="172351" y="72758"/>
                  </a:lnTo>
                  <a:lnTo>
                    <a:pt x="174443" y="66346"/>
                  </a:lnTo>
                  <a:lnTo>
                    <a:pt x="174378" y="59767"/>
                  </a:lnTo>
                  <a:lnTo>
                    <a:pt x="172249" y="53543"/>
                  </a:lnTo>
                  <a:lnTo>
                    <a:pt x="168147" y="48196"/>
                  </a:lnTo>
                  <a:lnTo>
                    <a:pt x="162635" y="44513"/>
                  </a:lnTo>
                  <a:lnTo>
                    <a:pt x="162774" y="44513"/>
                  </a:lnTo>
                  <a:lnTo>
                    <a:pt x="156202" y="42738"/>
                  </a:lnTo>
                  <a:close/>
                </a:path>
                <a:path extrusionOk="0" h="615314" w="514350">
                  <a:moveTo>
                    <a:pt x="368838" y="81546"/>
                  </a:moveTo>
                  <a:lnTo>
                    <a:pt x="350545" y="81546"/>
                  </a:lnTo>
                  <a:lnTo>
                    <a:pt x="357582" y="83713"/>
                  </a:lnTo>
                  <a:lnTo>
                    <a:pt x="364721" y="83310"/>
                  </a:lnTo>
                  <a:lnTo>
                    <a:pt x="368838" y="81546"/>
                  </a:lnTo>
                  <a:close/>
                </a:path>
                <a:path extrusionOk="0" h="615314" w="514350">
                  <a:moveTo>
                    <a:pt x="442086" y="362153"/>
                  </a:moveTo>
                  <a:lnTo>
                    <a:pt x="72008" y="362153"/>
                  </a:lnTo>
                  <a:lnTo>
                    <a:pt x="62810" y="364015"/>
                  </a:lnTo>
                  <a:lnTo>
                    <a:pt x="55300" y="369079"/>
                  </a:lnTo>
                  <a:lnTo>
                    <a:pt x="50236" y="376588"/>
                  </a:lnTo>
                  <a:lnTo>
                    <a:pt x="48374" y="385787"/>
                  </a:lnTo>
                  <a:lnTo>
                    <a:pt x="48374" y="399072"/>
                  </a:lnTo>
                  <a:lnTo>
                    <a:pt x="51155" y="401853"/>
                  </a:lnTo>
                  <a:lnTo>
                    <a:pt x="58026" y="401853"/>
                  </a:lnTo>
                  <a:lnTo>
                    <a:pt x="60807" y="399072"/>
                  </a:lnTo>
                  <a:lnTo>
                    <a:pt x="60820" y="379603"/>
                  </a:lnTo>
                  <a:lnTo>
                    <a:pt x="65824" y="374599"/>
                  </a:lnTo>
                  <a:lnTo>
                    <a:pt x="462515" y="374599"/>
                  </a:lnTo>
                  <a:lnTo>
                    <a:pt x="458790" y="369079"/>
                  </a:lnTo>
                  <a:lnTo>
                    <a:pt x="451280" y="364015"/>
                  </a:lnTo>
                  <a:lnTo>
                    <a:pt x="442086" y="362153"/>
                  </a:lnTo>
                  <a:close/>
                </a:path>
                <a:path extrusionOk="0" h="615314" w="514350">
                  <a:moveTo>
                    <a:pt x="263270" y="374599"/>
                  </a:moveTo>
                  <a:lnTo>
                    <a:pt x="250824" y="374599"/>
                  </a:lnTo>
                  <a:lnTo>
                    <a:pt x="250824" y="399072"/>
                  </a:lnTo>
                  <a:lnTo>
                    <a:pt x="253606" y="401853"/>
                  </a:lnTo>
                  <a:lnTo>
                    <a:pt x="260476" y="401853"/>
                  </a:lnTo>
                  <a:lnTo>
                    <a:pt x="263270" y="399072"/>
                  </a:lnTo>
                  <a:lnTo>
                    <a:pt x="263270" y="374599"/>
                  </a:lnTo>
                  <a:close/>
                </a:path>
                <a:path extrusionOk="0" h="615314" w="514350">
                  <a:moveTo>
                    <a:pt x="462515" y="374599"/>
                  </a:moveTo>
                  <a:lnTo>
                    <a:pt x="448271" y="374599"/>
                  </a:lnTo>
                  <a:lnTo>
                    <a:pt x="453275" y="379603"/>
                  </a:lnTo>
                  <a:lnTo>
                    <a:pt x="453288" y="399072"/>
                  </a:lnTo>
                  <a:lnTo>
                    <a:pt x="456069" y="401853"/>
                  </a:lnTo>
                  <a:lnTo>
                    <a:pt x="462940" y="401853"/>
                  </a:lnTo>
                  <a:lnTo>
                    <a:pt x="465721" y="399072"/>
                  </a:lnTo>
                  <a:lnTo>
                    <a:pt x="465721" y="385787"/>
                  </a:lnTo>
                  <a:lnTo>
                    <a:pt x="463857" y="376588"/>
                  </a:lnTo>
                  <a:lnTo>
                    <a:pt x="462515" y="374599"/>
                  </a:lnTo>
                  <a:close/>
                </a:path>
                <a:path extrusionOk="0" h="615314" w="514350">
                  <a:moveTo>
                    <a:pt x="260476" y="340461"/>
                  </a:moveTo>
                  <a:lnTo>
                    <a:pt x="253606" y="340461"/>
                  </a:lnTo>
                  <a:lnTo>
                    <a:pt x="250824" y="343242"/>
                  </a:lnTo>
                  <a:lnTo>
                    <a:pt x="250824" y="362153"/>
                  </a:lnTo>
                  <a:lnTo>
                    <a:pt x="263270" y="362153"/>
                  </a:lnTo>
                  <a:lnTo>
                    <a:pt x="263270" y="343242"/>
                  </a:lnTo>
                  <a:lnTo>
                    <a:pt x="260476" y="340461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Google Shape;217;g3cd082ef7fa_0_469"/>
          <p:cNvSpPr txBox="1"/>
          <p:nvPr/>
        </p:nvSpPr>
        <p:spPr>
          <a:xfrm>
            <a:off x="13141027" y="5678322"/>
            <a:ext cx="3943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Conceptos clave en BI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KPI, scorecards permiten monitorear el desempeño.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8" name="Google Shape;218;g3cd082ef7fa_0_469"/>
          <p:cNvSpPr txBox="1"/>
          <p:nvPr>
            <p:ph idx="12" type="sldNum"/>
          </p:nvPr>
        </p:nvSpPr>
        <p:spPr>
          <a:xfrm>
            <a:off x="878457" y="9567388"/>
            <a:ext cx="57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219" name="Google Shape;219;g3cd082ef7fa_0_469"/>
          <p:cNvSpPr txBox="1"/>
          <p:nvPr/>
        </p:nvSpPr>
        <p:spPr>
          <a:xfrm>
            <a:off x="3060600" y="9656443"/>
            <a:ext cx="529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Fundamentos y pensamiento estratégico en BI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0" name="Google Shape;220;g3cd082ef7fa_0_469"/>
          <p:cNvSpPr txBox="1"/>
          <p:nvPr>
            <p:ph idx="10" type="dt"/>
          </p:nvPr>
        </p:nvSpPr>
        <p:spPr>
          <a:xfrm>
            <a:off x="16253088" y="9655159"/>
            <a:ext cx="106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  <p:sp>
        <p:nvSpPr>
          <p:cNvPr id="221" name="Google Shape;221;g3cd082ef7fa_0_469"/>
          <p:cNvSpPr txBox="1"/>
          <p:nvPr/>
        </p:nvSpPr>
        <p:spPr>
          <a:xfrm>
            <a:off x="8208564" y="5678322"/>
            <a:ext cx="3862200" cy="16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816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Más allá de almacenar datos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Interpretar datos es esencial para la gestión estratégica.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2" name="Google Shape;222;g3cd082ef7fa_0_469"/>
          <p:cNvSpPr txBox="1"/>
          <p:nvPr/>
        </p:nvSpPr>
        <p:spPr>
          <a:xfrm>
            <a:off x="3276103" y="5678322"/>
            <a:ext cx="3787800" cy="16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43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Transformar datos en decisiones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La visualización analítica convierte registros en información útil.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"/>
          <p:cNvSpPr txBox="1"/>
          <p:nvPr/>
        </p:nvSpPr>
        <p:spPr>
          <a:xfrm>
            <a:off x="10674870" y="6974631"/>
            <a:ext cx="5859145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-192405" lvl="0" marL="20510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50"/>
              <a:buFont typeface="Garamond"/>
              <a:buChar char="•"/>
            </a:pPr>
            <a:r>
              <a:rPr b="0" i="0" lang="en-US" sz="175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Presentar solo métricas relevantes y facilitar lectura rápida.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8" name="Google Shape;228;p5"/>
          <p:cNvSpPr txBox="1"/>
          <p:nvPr/>
        </p:nvSpPr>
        <p:spPr>
          <a:xfrm>
            <a:off x="3159199" y="6974631"/>
            <a:ext cx="5407025" cy="570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192405" lvl="0" marL="204470" marR="5080" rtl="0" algn="l">
              <a:lnSpc>
                <a:spcPct val="1022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50"/>
              <a:buFont typeface="Garamond"/>
              <a:buChar char="•"/>
            </a:pPr>
            <a:r>
              <a:rPr b="0" i="0" lang="en-US" sz="175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Un exceso de indicadores puede ocultar lo realmente 	importante.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9" name="Google Shape;229;p5"/>
          <p:cNvSpPr txBox="1"/>
          <p:nvPr/>
        </p:nvSpPr>
        <p:spPr>
          <a:xfrm>
            <a:off x="10674870" y="5027869"/>
            <a:ext cx="6286500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-192405" lvl="0" marL="20510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50"/>
              <a:buFont typeface="Garamond"/>
              <a:buChar char="•"/>
            </a:pPr>
            <a:r>
              <a:rPr b="0" i="0" lang="en-US" sz="175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Priorizar KPIs que impacten la </a:t>
            </a:r>
            <a:r>
              <a:rPr b="1" i="0" lang="en-US" sz="1750" u="none" cap="none" strike="noStrike">
                <a:solidFill>
                  <a:srgbClr val="F2620F"/>
                </a:solidFill>
                <a:latin typeface="Gill Sans"/>
                <a:ea typeface="Gill Sans"/>
                <a:cs typeface="Gill Sans"/>
                <a:sym typeface="Gill Sans"/>
              </a:rPr>
              <a:t>toma de decisiones </a:t>
            </a:r>
            <a:r>
              <a:rPr b="0" i="0" lang="en-US" sz="175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ejecutivas.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0" name="Google Shape;230;p5"/>
          <p:cNvSpPr txBox="1"/>
          <p:nvPr/>
        </p:nvSpPr>
        <p:spPr>
          <a:xfrm>
            <a:off x="3159199" y="5027869"/>
            <a:ext cx="4575175" cy="570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192405" lvl="0" marL="204470" marR="5080" rtl="0" algn="l">
              <a:lnSpc>
                <a:spcPct val="1022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50"/>
              <a:buFont typeface="Garamond"/>
              <a:buChar char="•"/>
            </a:pPr>
            <a:r>
              <a:rPr b="0" i="0" lang="en-US" sz="175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Los datos deben alinearse con los </a:t>
            </a:r>
            <a:r>
              <a:rPr b="1" i="0" lang="en-US" sz="1750" u="none" cap="none" strike="noStrike">
                <a:solidFill>
                  <a:srgbClr val="F2620F"/>
                </a:solidFill>
                <a:latin typeface="Gill Sans"/>
                <a:ea typeface="Gill Sans"/>
                <a:cs typeface="Gill Sans"/>
                <a:sym typeface="Gill Sans"/>
              </a:rPr>
              <a:t>objetivos 	organizacionales</a:t>
            </a:r>
            <a:r>
              <a:rPr b="0" i="0" lang="en-US" sz="175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$PPTXTitle" id="231" name="Google Shape;231;p5"/>
          <p:cNvSpPr txBox="1"/>
          <p:nvPr>
            <p:ph type="title"/>
          </p:nvPr>
        </p:nvSpPr>
        <p:spPr>
          <a:xfrm>
            <a:off x="3031356" y="1550978"/>
            <a:ext cx="1374394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Pensamiento estratégico en BI</a:t>
            </a:r>
            <a:endParaRPr/>
          </a:p>
        </p:txBody>
      </p:sp>
      <p:grpSp>
        <p:nvGrpSpPr>
          <p:cNvPr id="232" name="Google Shape;232;p5"/>
          <p:cNvGrpSpPr/>
          <p:nvPr/>
        </p:nvGrpSpPr>
        <p:grpSpPr>
          <a:xfrm>
            <a:off x="989545" y="1692498"/>
            <a:ext cx="845819" cy="845977"/>
            <a:chOff x="989545" y="1692498"/>
            <a:chExt cx="845819" cy="845977"/>
          </a:xfrm>
        </p:grpSpPr>
        <p:sp>
          <p:nvSpPr>
            <p:cNvPr id="233" name="Google Shape;233;p5"/>
            <p:cNvSpPr/>
            <p:nvPr/>
          </p:nvSpPr>
          <p:spPr>
            <a:xfrm>
              <a:off x="989611" y="1692498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1287804" y="1692527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989545" y="1843150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97" y="272084"/>
                  </a:lnTo>
                  <a:lnTo>
                    <a:pt x="51650" y="394131"/>
                  </a:lnTo>
                  <a:lnTo>
                    <a:pt x="23622" y="430644"/>
                  </a:lnTo>
                  <a:lnTo>
                    <a:pt x="6007" y="473176"/>
                  </a:lnTo>
                  <a:lnTo>
                    <a:pt x="0" y="518807"/>
                  </a:lnTo>
                  <a:lnTo>
                    <a:pt x="381" y="530352"/>
                  </a:lnTo>
                  <a:lnTo>
                    <a:pt x="9359" y="575500"/>
                  </a:lnTo>
                  <a:lnTo>
                    <a:pt x="29718" y="616775"/>
                  </a:lnTo>
                  <a:lnTo>
                    <a:pt x="59855" y="651167"/>
                  </a:lnTo>
                  <a:lnTo>
                    <a:pt x="98069" y="676681"/>
                  </a:lnTo>
                  <a:lnTo>
                    <a:pt x="141655" y="691476"/>
                  </a:lnTo>
                  <a:lnTo>
                    <a:pt x="176060" y="694867"/>
                  </a:lnTo>
                  <a:lnTo>
                    <a:pt x="187591" y="694486"/>
                  </a:lnTo>
                  <a:lnTo>
                    <a:pt x="232740" y="685507"/>
                  </a:lnTo>
                  <a:lnTo>
                    <a:pt x="274027" y="665149"/>
                  </a:lnTo>
                  <a:lnTo>
                    <a:pt x="422783" y="521169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61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" name="Google Shape;236;p5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237" name="Google Shape;237;p5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" name="Google Shape;240;p5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16817646" y="6236298"/>
            <a:ext cx="541020" cy="541020"/>
          </a:xfrm>
          <a:custGeom>
            <a:rect b="b" l="l" r="r" t="t"/>
            <a:pathLst>
              <a:path extrusionOk="0" h="541020" w="541019">
                <a:moveTo>
                  <a:pt x="270332" y="0"/>
                </a:moveTo>
                <a:lnTo>
                  <a:pt x="221742" y="4355"/>
                </a:lnTo>
                <a:lnTo>
                  <a:pt x="176009" y="16914"/>
                </a:lnTo>
                <a:lnTo>
                  <a:pt x="133895" y="36910"/>
                </a:lnTo>
                <a:lnTo>
                  <a:pt x="96165" y="63582"/>
                </a:lnTo>
                <a:lnTo>
                  <a:pt x="63582" y="96165"/>
                </a:lnTo>
                <a:lnTo>
                  <a:pt x="36910" y="133895"/>
                </a:lnTo>
                <a:lnTo>
                  <a:pt x="16914" y="176009"/>
                </a:lnTo>
                <a:lnTo>
                  <a:pt x="4355" y="221742"/>
                </a:lnTo>
                <a:lnTo>
                  <a:pt x="0" y="270332"/>
                </a:lnTo>
                <a:lnTo>
                  <a:pt x="4355" y="318924"/>
                </a:lnTo>
                <a:lnTo>
                  <a:pt x="16914" y="364660"/>
                </a:lnTo>
                <a:lnTo>
                  <a:pt x="36910" y="406774"/>
                </a:lnTo>
                <a:lnTo>
                  <a:pt x="63582" y="444504"/>
                </a:lnTo>
                <a:lnTo>
                  <a:pt x="96165" y="477085"/>
                </a:lnTo>
                <a:lnTo>
                  <a:pt x="133895" y="503756"/>
                </a:lnTo>
                <a:lnTo>
                  <a:pt x="176009" y="523751"/>
                </a:lnTo>
                <a:lnTo>
                  <a:pt x="221742" y="536309"/>
                </a:lnTo>
                <a:lnTo>
                  <a:pt x="270332" y="540664"/>
                </a:lnTo>
                <a:lnTo>
                  <a:pt x="318924" y="536309"/>
                </a:lnTo>
                <a:lnTo>
                  <a:pt x="364660" y="523751"/>
                </a:lnTo>
                <a:lnTo>
                  <a:pt x="406774" y="503756"/>
                </a:lnTo>
                <a:lnTo>
                  <a:pt x="444504" y="477085"/>
                </a:lnTo>
                <a:lnTo>
                  <a:pt x="477085" y="444504"/>
                </a:lnTo>
                <a:lnTo>
                  <a:pt x="503756" y="406774"/>
                </a:lnTo>
                <a:lnTo>
                  <a:pt x="523751" y="364660"/>
                </a:lnTo>
                <a:lnTo>
                  <a:pt x="536309" y="318924"/>
                </a:lnTo>
                <a:lnTo>
                  <a:pt x="540664" y="270332"/>
                </a:lnTo>
                <a:lnTo>
                  <a:pt x="536309" y="221742"/>
                </a:lnTo>
                <a:lnTo>
                  <a:pt x="523751" y="176009"/>
                </a:lnTo>
                <a:lnTo>
                  <a:pt x="503756" y="133895"/>
                </a:lnTo>
                <a:lnTo>
                  <a:pt x="477085" y="96165"/>
                </a:lnTo>
                <a:lnTo>
                  <a:pt x="444504" y="63582"/>
                </a:lnTo>
                <a:lnTo>
                  <a:pt x="406774" y="36910"/>
                </a:lnTo>
                <a:lnTo>
                  <a:pt x="364660" y="16914"/>
                </a:lnTo>
                <a:lnTo>
                  <a:pt x="318924" y="4355"/>
                </a:lnTo>
                <a:lnTo>
                  <a:pt x="270332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9301975" y="6236298"/>
            <a:ext cx="541020" cy="541020"/>
          </a:xfrm>
          <a:custGeom>
            <a:rect b="b" l="l" r="r" t="t"/>
            <a:pathLst>
              <a:path extrusionOk="0" h="541020" w="541020">
                <a:moveTo>
                  <a:pt x="270332" y="0"/>
                </a:moveTo>
                <a:lnTo>
                  <a:pt x="221742" y="4355"/>
                </a:lnTo>
                <a:lnTo>
                  <a:pt x="176009" y="16914"/>
                </a:lnTo>
                <a:lnTo>
                  <a:pt x="133895" y="36910"/>
                </a:lnTo>
                <a:lnTo>
                  <a:pt x="96165" y="63582"/>
                </a:lnTo>
                <a:lnTo>
                  <a:pt x="63582" y="96165"/>
                </a:lnTo>
                <a:lnTo>
                  <a:pt x="36910" y="133895"/>
                </a:lnTo>
                <a:lnTo>
                  <a:pt x="16914" y="176009"/>
                </a:lnTo>
                <a:lnTo>
                  <a:pt x="4355" y="221742"/>
                </a:lnTo>
                <a:lnTo>
                  <a:pt x="0" y="270332"/>
                </a:lnTo>
                <a:lnTo>
                  <a:pt x="4355" y="318924"/>
                </a:lnTo>
                <a:lnTo>
                  <a:pt x="16914" y="364660"/>
                </a:lnTo>
                <a:lnTo>
                  <a:pt x="36910" y="406774"/>
                </a:lnTo>
                <a:lnTo>
                  <a:pt x="63582" y="444504"/>
                </a:lnTo>
                <a:lnTo>
                  <a:pt x="96165" y="477085"/>
                </a:lnTo>
                <a:lnTo>
                  <a:pt x="133895" y="503756"/>
                </a:lnTo>
                <a:lnTo>
                  <a:pt x="176009" y="523751"/>
                </a:lnTo>
                <a:lnTo>
                  <a:pt x="221742" y="536309"/>
                </a:lnTo>
                <a:lnTo>
                  <a:pt x="270332" y="540664"/>
                </a:lnTo>
                <a:lnTo>
                  <a:pt x="318924" y="536309"/>
                </a:lnTo>
                <a:lnTo>
                  <a:pt x="364660" y="523751"/>
                </a:lnTo>
                <a:lnTo>
                  <a:pt x="406774" y="503756"/>
                </a:lnTo>
                <a:lnTo>
                  <a:pt x="444504" y="477085"/>
                </a:lnTo>
                <a:lnTo>
                  <a:pt x="477085" y="444504"/>
                </a:lnTo>
                <a:lnTo>
                  <a:pt x="503756" y="406774"/>
                </a:lnTo>
                <a:lnTo>
                  <a:pt x="523751" y="364660"/>
                </a:lnTo>
                <a:lnTo>
                  <a:pt x="536309" y="318924"/>
                </a:lnTo>
                <a:lnTo>
                  <a:pt x="540664" y="270332"/>
                </a:lnTo>
                <a:lnTo>
                  <a:pt x="536309" y="221742"/>
                </a:lnTo>
                <a:lnTo>
                  <a:pt x="523751" y="176009"/>
                </a:lnTo>
                <a:lnTo>
                  <a:pt x="503756" y="133895"/>
                </a:lnTo>
                <a:lnTo>
                  <a:pt x="477085" y="96165"/>
                </a:lnTo>
                <a:lnTo>
                  <a:pt x="444504" y="63582"/>
                </a:lnTo>
                <a:lnTo>
                  <a:pt x="406774" y="36910"/>
                </a:lnTo>
                <a:lnTo>
                  <a:pt x="364660" y="16914"/>
                </a:lnTo>
                <a:lnTo>
                  <a:pt x="318924" y="4355"/>
                </a:lnTo>
                <a:lnTo>
                  <a:pt x="270332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16817646" y="4289538"/>
            <a:ext cx="541020" cy="541020"/>
          </a:xfrm>
          <a:custGeom>
            <a:rect b="b" l="l" r="r" t="t"/>
            <a:pathLst>
              <a:path extrusionOk="0" h="541020" w="541019">
                <a:moveTo>
                  <a:pt x="270332" y="0"/>
                </a:moveTo>
                <a:lnTo>
                  <a:pt x="221742" y="4355"/>
                </a:lnTo>
                <a:lnTo>
                  <a:pt x="176009" y="16912"/>
                </a:lnTo>
                <a:lnTo>
                  <a:pt x="133895" y="36908"/>
                </a:lnTo>
                <a:lnTo>
                  <a:pt x="96165" y="63578"/>
                </a:lnTo>
                <a:lnTo>
                  <a:pt x="63582" y="96160"/>
                </a:lnTo>
                <a:lnTo>
                  <a:pt x="36910" y="133889"/>
                </a:lnTo>
                <a:lnTo>
                  <a:pt x="16914" y="176004"/>
                </a:lnTo>
                <a:lnTo>
                  <a:pt x="4355" y="221739"/>
                </a:lnTo>
                <a:lnTo>
                  <a:pt x="0" y="270332"/>
                </a:lnTo>
                <a:lnTo>
                  <a:pt x="4355" y="318921"/>
                </a:lnTo>
                <a:lnTo>
                  <a:pt x="16914" y="364655"/>
                </a:lnTo>
                <a:lnTo>
                  <a:pt x="36910" y="406768"/>
                </a:lnTo>
                <a:lnTo>
                  <a:pt x="63582" y="444498"/>
                </a:lnTo>
                <a:lnTo>
                  <a:pt x="96165" y="477081"/>
                </a:lnTo>
                <a:lnTo>
                  <a:pt x="133895" y="503753"/>
                </a:lnTo>
                <a:lnTo>
                  <a:pt x="176009" y="523750"/>
                </a:lnTo>
                <a:lnTo>
                  <a:pt x="221742" y="536308"/>
                </a:lnTo>
                <a:lnTo>
                  <a:pt x="270332" y="540664"/>
                </a:lnTo>
                <a:lnTo>
                  <a:pt x="318924" y="536308"/>
                </a:lnTo>
                <a:lnTo>
                  <a:pt x="364660" y="523750"/>
                </a:lnTo>
                <a:lnTo>
                  <a:pt x="406774" y="503753"/>
                </a:lnTo>
                <a:lnTo>
                  <a:pt x="444504" y="477081"/>
                </a:lnTo>
                <a:lnTo>
                  <a:pt x="477085" y="444498"/>
                </a:lnTo>
                <a:lnTo>
                  <a:pt x="503756" y="406768"/>
                </a:lnTo>
                <a:lnTo>
                  <a:pt x="523751" y="364655"/>
                </a:lnTo>
                <a:lnTo>
                  <a:pt x="536309" y="318921"/>
                </a:lnTo>
                <a:lnTo>
                  <a:pt x="540664" y="270332"/>
                </a:lnTo>
                <a:lnTo>
                  <a:pt x="536309" y="221739"/>
                </a:lnTo>
                <a:lnTo>
                  <a:pt x="523751" y="176004"/>
                </a:lnTo>
                <a:lnTo>
                  <a:pt x="503756" y="133889"/>
                </a:lnTo>
                <a:lnTo>
                  <a:pt x="477085" y="96160"/>
                </a:lnTo>
                <a:lnTo>
                  <a:pt x="444504" y="63578"/>
                </a:lnTo>
                <a:lnTo>
                  <a:pt x="406774" y="36908"/>
                </a:lnTo>
                <a:lnTo>
                  <a:pt x="364660" y="16912"/>
                </a:lnTo>
                <a:lnTo>
                  <a:pt x="318924" y="4355"/>
                </a:lnTo>
                <a:lnTo>
                  <a:pt x="270332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9301975" y="4289538"/>
            <a:ext cx="541020" cy="541020"/>
          </a:xfrm>
          <a:custGeom>
            <a:rect b="b" l="l" r="r" t="t"/>
            <a:pathLst>
              <a:path extrusionOk="0" h="541020" w="541020">
                <a:moveTo>
                  <a:pt x="270332" y="0"/>
                </a:moveTo>
                <a:lnTo>
                  <a:pt x="221742" y="4355"/>
                </a:lnTo>
                <a:lnTo>
                  <a:pt x="176009" y="16912"/>
                </a:lnTo>
                <a:lnTo>
                  <a:pt x="133895" y="36908"/>
                </a:lnTo>
                <a:lnTo>
                  <a:pt x="96165" y="63578"/>
                </a:lnTo>
                <a:lnTo>
                  <a:pt x="63582" y="96160"/>
                </a:lnTo>
                <a:lnTo>
                  <a:pt x="36910" y="133889"/>
                </a:lnTo>
                <a:lnTo>
                  <a:pt x="16914" y="176004"/>
                </a:lnTo>
                <a:lnTo>
                  <a:pt x="4355" y="221739"/>
                </a:lnTo>
                <a:lnTo>
                  <a:pt x="0" y="270332"/>
                </a:lnTo>
                <a:lnTo>
                  <a:pt x="4355" y="318921"/>
                </a:lnTo>
                <a:lnTo>
                  <a:pt x="16914" y="364655"/>
                </a:lnTo>
                <a:lnTo>
                  <a:pt x="36910" y="406768"/>
                </a:lnTo>
                <a:lnTo>
                  <a:pt x="63582" y="444498"/>
                </a:lnTo>
                <a:lnTo>
                  <a:pt x="96165" y="477081"/>
                </a:lnTo>
                <a:lnTo>
                  <a:pt x="133895" y="503753"/>
                </a:lnTo>
                <a:lnTo>
                  <a:pt x="176009" y="523750"/>
                </a:lnTo>
                <a:lnTo>
                  <a:pt x="221742" y="536308"/>
                </a:lnTo>
                <a:lnTo>
                  <a:pt x="270332" y="540664"/>
                </a:lnTo>
                <a:lnTo>
                  <a:pt x="318924" y="536308"/>
                </a:lnTo>
                <a:lnTo>
                  <a:pt x="364660" y="523750"/>
                </a:lnTo>
                <a:lnTo>
                  <a:pt x="406774" y="503753"/>
                </a:lnTo>
                <a:lnTo>
                  <a:pt x="444504" y="477081"/>
                </a:lnTo>
                <a:lnTo>
                  <a:pt x="477085" y="444498"/>
                </a:lnTo>
                <a:lnTo>
                  <a:pt x="503756" y="406768"/>
                </a:lnTo>
                <a:lnTo>
                  <a:pt x="523751" y="364655"/>
                </a:lnTo>
                <a:lnTo>
                  <a:pt x="536309" y="318921"/>
                </a:lnTo>
                <a:lnTo>
                  <a:pt x="540664" y="270332"/>
                </a:lnTo>
                <a:lnTo>
                  <a:pt x="536309" y="221739"/>
                </a:lnTo>
                <a:lnTo>
                  <a:pt x="523751" y="176004"/>
                </a:lnTo>
                <a:lnTo>
                  <a:pt x="503756" y="133889"/>
                </a:lnTo>
                <a:lnTo>
                  <a:pt x="477085" y="96160"/>
                </a:lnTo>
                <a:lnTo>
                  <a:pt x="444504" y="63578"/>
                </a:lnTo>
                <a:lnTo>
                  <a:pt x="406774" y="36908"/>
                </a:lnTo>
                <a:lnTo>
                  <a:pt x="364660" y="16912"/>
                </a:lnTo>
                <a:lnTo>
                  <a:pt x="318924" y="4355"/>
                </a:lnTo>
                <a:lnTo>
                  <a:pt x="270332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"/>
          <p:cNvSpPr txBox="1"/>
          <p:nvPr/>
        </p:nvSpPr>
        <p:spPr>
          <a:xfrm>
            <a:off x="10559732" y="6236309"/>
            <a:ext cx="6528434" cy="541020"/>
          </a:xfrm>
          <a:prstGeom prst="rect">
            <a:avLst/>
          </a:pr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0" lvl="0" marL="1276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Scorecards efectivos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6" name="Google Shape;246;p5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247" name="Google Shape;247;p5"/>
          <p:cNvSpPr txBox="1"/>
          <p:nvPr/>
        </p:nvSpPr>
        <p:spPr>
          <a:xfrm>
            <a:off x="3060600" y="9656443"/>
            <a:ext cx="5290820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Fundamentos y pensamiento estratégico en BI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8" name="Google Shape;248;p5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  <p:sp>
        <p:nvSpPr>
          <p:cNvPr id="249" name="Google Shape;249;p5"/>
          <p:cNvSpPr txBox="1"/>
          <p:nvPr/>
        </p:nvSpPr>
        <p:spPr>
          <a:xfrm>
            <a:off x="3044050" y="6236309"/>
            <a:ext cx="6528434" cy="541020"/>
          </a:xfrm>
          <a:prstGeom prst="rect">
            <a:avLst/>
          </a:pr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0" lvl="0" marL="1276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Evitar saturación de métricas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0" name="Google Shape;250;p5"/>
          <p:cNvSpPr txBox="1"/>
          <p:nvPr/>
        </p:nvSpPr>
        <p:spPr>
          <a:xfrm>
            <a:off x="10559732" y="4289552"/>
            <a:ext cx="6528434" cy="541020"/>
          </a:xfrm>
          <a:prstGeom prst="rect">
            <a:avLst/>
          </a:pr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0" lvl="0" marL="1276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Selección de indicadores clave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1" name="Google Shape;251;p5"/>
          <p:cNvSpPr txBox="1"/>
          <p:nvPr/>
        </p:nvSpPr>
        <p:spPr>
          <a:xfrm>
            <a:off x="3044050" y="4289552"/>
            <a:ext cx="6528434" cy="541020"/>
          </a:xfrm>
          <a:prstGeom prst="rect">
            <a:avLst/>
          </a:pr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0" lvl="0" marL="1276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Conexión entre datos y estrategia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56" name="Google Shape;256;g3cd082ef7fa_0_439"/>
          <p:cNvSpPr txBox="1"/>
          <p:nvPr>
            <p:ph type="title"/>
          </p:nvPr>
        </p:nvSpPr>
        <p:spPr>
          <a:xfrm>
            <a:off x="2724025" y="2361664"/>
            <a:ext cx="13743900" cy="58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0" marR="381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dashboard (panel de control)</a:t>
            </a:r>
            <a:r>
              <a:rPr b="0" lang="en-US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una </a:t>
            </a:r>
            <a:r>
              <a:rPr lang="en-US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visualización de la información más importante</a:t>
            </a:r>
            <a:r>
              <a:rPr b="0" lang="en-US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necesaria para alcanzar </a:t>
            </a:r>
            <a:r>
              <a:rPr lang="en-US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uno o más objetivos</a:t>
            </a:r>
            <a:r>
              <a:rPr b="0" lang="en-US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US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consolidada y organizada en una sola pantalla</a:t>
            </a:r>
            <a:r>
              <a:rPr b="0" lang="en-US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que la información pueda </a:t>
            </a:r>
            <a:r>
              <a:rPr lang="en-US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monitorearse de un vistazo</a:t>
            </a:r>
            <a:r>
              <a:rPr b="0" lang="en-US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4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0" lang="en-US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lang="en-US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Stephen Few</a:t>
            </a:r>
            <a:endParaRPr sz="4700"/>
          </a:p>
        </p:txBody>
      </p:sp>
      <p:grpSp>
        <p:nvGrpSpPr>
          <p:cNvPr id="257" name="Google Shape;257;g3cd082ef7fa_0_439"/>
          <p:cNvGrpSpPr/>
          <p:nvPr/>
        </p:nvGrpSpPr>
        <p:grpSpPr>
          <a:xfrm>
            <a:off x="989545" y="1692498"/>
            <a:ext cx="845819" cy="845977"/>
            <a:chOff x="989545" y="1692498"/>
            <a:chExt cx="845819" cy="845977"/>
          </a:xfrm>
        </p:grpSpPr>
        <p:sp>
          <p:nvSpPr>
            <p:cNvPr id="258" name="Google Shape;258;g3cd082ef7fa_0_439"/>
            <p:cNvSpPr/>
            <p:nvPr/>
          </p:nvSpPr>
          <p:spPr>
            <a:xfrm>
              <a:off x="989611" y="1692498"/>
              <a:ext cx="547369" cy="547369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g3cd082ef7fa_0_439"/>
            <p:cNvSpPr/>
            <p:nvPr/>
          </p:nvSpPr>
          <p:spPr>
            <a:xfrm>
              <a:off x="1287804" y="1692527"/>
              <a:ext cx="547369" cy="547369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g3cd082ef7fa_0_439"/>
            <p:cNvSpPr/>
            <p:nvPr/>
          </p:nvSpPr>
          <p:spPr>
            <a:xfrm>
              <a:off x="989545" y="1843150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97" y="272084"/>
                  </a:lnTo>
                  <a:lnTo>
                    <a:pt x="51650" y="394131"/>
                  </a:lnTo>
                  <a:lnTo>
                    <a:pt x="23622" y="430644"/>
                  </a:lnTo>
                  <a:lnTo>
                    <a:pt x="6007" y="473176"/>
                  </a:lnTo>
                  <a:lnTo>
                    <a:pt x="0" y="518807"/>
                  </a:lnTo>
                  <a:lnTo>
                    <a:pt x="381" y="530352"/>
                  </a:lnTo>
                  <a:lnTo>
                    <a:pt x="9359" y="575500"/>
                  </a:lnTo>
                  <a:lnTo>
                    <a:pt x="29718" y="616775"/>
                  </a:lnTo>
                  <a:lnTo>
                    <a:pt x="59855" y="651167"/>
                  </a:lnTo>
                  <a:lnTo>
                    <a:pt x="98069" y="676681"/>
                  </a:lnTo>
                  <a:lnTo>
                    <a:pt x="141655" y="691476"/>
                  </a:lnTo>
                  <a:lnTo>
                    <a:pt x="176060" y="694867"/>
                  </a:lnTo>
                  <a:lnTo>
                    <a:pt x="187591" y="694486"/>
                  </a:lnTo>
                  <a:lnTo>
                    <a:pt x="232740" y="685507"/>
                  </a:lnTo>
                  <a:lnTo>
                    <a:pt x="274027" y="665149"/>
                  </a:lnTo>
                  <a:lnTo>
                    <a:pt x="422783" y="521169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61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" name="Google Shape;261;g3cd082ef7fa_0_439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262" name="Google Shape;262;g3cd082ef7fa_0_439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g3cd082ef7fa_0_439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g3cd082ef7fa_0_439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5" name="Google Shape;265;g3cd082ef7fa_0_439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cd082ef7fa_0_439"/>
          <p:cNvSpPr txBox="1"/>
          <p:nvPr>
            <p:ph idx="12" type="sldNum"/>
          </p:nvPr>
        </p:nvSpPr>
        <p:spPr>
          <a:xfrm>
            <a:off x="878457" y="9567388"/>
            <a:ext cx="57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267" name="Google Shape;267;g3cd082ef7fa_0_439"/>
          <p:cNvSpPr txBox="1"/>
          <p:nvPr/>
        </p:nvSpPr>
        <p:spPr>
          <a:xfrm>
            <a:off x="3060600" y="9656443"/>
            <a:ext cx="529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Fundamentos y pensamiento estratégico en BI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8" name="Google Shape;268;g3cd082ef7fa_0_439"/>
          <p:cNvSpPr txBox="1"/>
          <p:nvPr>
            <p:ph idx="10" type="dt"/>
          </p:nvPr>
        </p:nvSpPr>
        <p:spPr>
          <a:xfrm>
            <a:off x="16253088" y="9655159"/>
            <a:ext cx="106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"/>
          <p:cNvSpPr txBox="1"/>
          <p:nvPr/>
        </p:nvSpPr>
        <p:spPr>
          <a:xfrm>
            <a:off x="3031356" y="4168207"/>
            <a:ext cx="7003415" cy="445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Justiﬁcación rigurosa de medidas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Cada fórmula debe ser explicada y alineada con la lógica de negocio.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Validación de datos e indicadores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890905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Veriﬁcar fuentes, totales y deﬁniciones para asegurar conﬁabilidad.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Prevención de errores y sesgos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103504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Evitar representaciones engañosas y sobreinterpretaciones en reportes.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$PPTXTitle" id="274" name="Google Shape;274;p6"/>
          <p:cNvSpPr txBox="1"/>
          <p:nvPr>
            <p:ph type="title"/>
          </p:nvPr>
        </p:nvSpPr>
        <p:spPr>
          <a:xfrm>
            <a:off x="3031350" y="1550975"/>
            <a:ext cx="7618800" cy="23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0" lvl="0" marL="1270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Rigor analítico y responsabilidad</a:t>
            </a:r>
            <a:endParaRPr/>
          </a:p>
        </p:txBody>
      </p:sp>
      <p:pic>
        <p:nvPicPr>
          <p:cNvPr id="275" name="Google Shape;2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80076" y="1621802"/>
            <a:ext cx="6078258" cy="5829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6" name="Google Shape;276;p6"/>
          <p:cNvGrpSpPr/>
          <p:nvPr/>
        </p:nvGrpSpPr>
        <p:grpSpPr>
          <a:xfrm>
            <a:off x="989584" y="1692488"/>
            <a:ext cx="845819" cy="846012"/>
            <a:chOff x="989584" y="1692488"/>
            <a:chExt cx="845819" cy="846012"/>
          </a:xfrm>
        </p:grpSpPr>
        <p:sp>
          <p:nvSpPr>
            <p:cNvPr id="277" name="Google Shape;277;p6"/>
            <p:cNvSpPr/>
            <p:nvPr/>
          </p:nvSpPr>
          <p:spPr>
            <a:xfrm>
              <a:off x="989594" y="1692498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1287832" y="1692488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989584" y="1843175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85" y="272072"/>
                  </a:lnTo>
                  <a:lnTo>
                    <a:pt x="51650" y="394119"/>
                  </a:lnTo>
                  <a:lnTo>
                    <a:pt x="23622" y="430631"/>
                  </a:lnTo>
                  <a:lnTo>
                    <a:pt x="6007" y="473163"/>
                  </a:lnTo>
                  <a:lnTo>
                    <a:pt x="0" y="518795"/>
                  </a:lnTo>
                  <a:lnTo>
                    <a:pt x="381" y="530339"/>
                  </a:lnTo>
                  <a:lnTo>
                    <a:pt x="9359" y="575487"/>
                  </a:lnTo>
                  <a:lnTo>
                    <a:pt x="29718" y="616762"/>
                  </a:lnTo>
                  <a:lnTo>
                    <a:pt x="59867" y="651154"/>
                  </a:lnTo>
                  <a:lnTo>
                    <a:pt x="98082" y="676668"/>
                  </a:lnTo>
                  <a:lnTo>
                    <a:pt x="141668" y="691464"/>
                  </a:lnTo>
                  <a:lnTo>
                    <a:pt x="176060" y="694855"/>
                  </a:lnTo>
                  <a:lnTo>
                    <a:pt x="187604" y="694474"/>
                  </a:lnTo>
                  <a:lnTo>
                    <a:pt x="232740" y="685495"/>
                  </a:lnTo>
                  <a:lnTo>
                    <a:pt x="274027" y="665137"/>
                  </a:lnTo>
                  <a:lnTo>
                    <a:pt x="422783" y="521169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74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" name="Google Shape;280;p6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281" name="Google Shape;281;p6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6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6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4" name="Google Shape;284;p6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6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286" name="Google Shape;286;p6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287" name="Google Shape;287;p6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g3cd082ef7fa_0_63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293" name="Google Shape;293;g3cd082ef7fa_0_63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3cd082ef7fa_0_63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g3cd082ef7fa_0_63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6" name="Google Shape;296;g3cd082ef7fa_0_63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cd082ef7fa_0_63"/>
          <p:cNvSpPr txBox="1"/>
          <p:nvPr>
            <p:ph idx="12" type="sldNum"/>
          </p:nvPr>
        </p:nvSpPr>
        <p:spPr>
          <a:xfrm>
            <a:off x="878457" y="9567388"/>
            <a:ext cx="57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298" name="Google Shape;298;g3cd082ef7fa_0_63"/>
          <p:cNvSpPr txBox="1"/>
          <p:nvPr/>
        </p:nvSpPr>
        <p:spPr>
          <a:xfrm>
            <a:off x="3060600" y="9656443"/>
            <a:ext cx="529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Fundamentos y pensamiento estratégico en BI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9" name="Google Shape;299;g3cd082ef7fa_0_63"/>
          <p:cNvSpPr txBox="1"/>
          <p:nvPr>
            <p:ph idx="10" type="dt"/>
          </p:nvPr>
        </p:nvSpPr>
        <p:spPr>
          <a:xfrm>
            <a:off x="16253088" y="9655159"/>
            <a:ext cx="106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  <p:pic>
        <p:nvPicPr>
          <p:cNvPr id="300" name="Google Shape;300;g3cd082ef7fa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800" y="2477275"/>
            <a:ext cx="17358999" cy="5352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g3cd082ef7fa_0_519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306" name="Google Shape;306;g3cd082ef7fa_0_519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g3cd082ef7fa_0_519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g3cd082ef7fa_0_519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9" name="Google Shape;309;g3cd082ef7fa_0_519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cd082ef7fa_0_519"/>
          <p:cNvSpPr txBox="1"/>
          <p:nvPr>
            <p:ph idx="12" type="sldNum"/>
          </p:nvPr>
        </p:nvSpPr>
        <p:spPr>
          <a:xfrm>
            <a:off x="878457" y="9567388"/>
            <a:ext cx="57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311" name="Google Shape;311;g3cd082ef7fa_0_519"/>
          <p:cNvSpPr txBox="1"/>
          <p:nvPr/>
        </p:nvSpPr>
        <p:spPr>
          <a:xfrm>
            <a:off x="3060600" y="9656443"/>
            <a:ext cx="529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Fundamentos y pensamiento estratégico en BI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2" name="Google Shape;312;g3cd082ef7fa_0_519"/>
          <p:cNvSpPr txBox="1"/>
          <p:nvPr>
            <p:ph idx="10" type="dt"/>
          </p:nvPr>
        </p:nvSpPr>
        <p:spPr>
          <a:xfrm>
            <a:off x="16253088" y="9655159"/>
            <a:ext cx="106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  <p:pic>
        <p:nvPicPr>
          <p:cNvPr id="313" name="Google Shape;313;g3cd082ef7fa_0_5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500" y="1883849"/>
            <a:ext cx="17359000" cy="5376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8"/>
          <p:cNvGrpSpPr/>
          <p:nvPr/>
        </p:nvGrpSpPr>
        <p:grpSpPr>
          <a:xfrm>
            <a:off x="1048266" y="3676036"/>
            <a:ext cx="845822" cy="846023"/>
            <a:chOff x="1018816" y="4787036"/>
            <a:chExt cx="845822" cy="846023"/>
          </a:xfrm>
        </p:grpSpPr>
        <p:sp>
          <p:nvSpPr>
            <p:cNvPr id="319" name="Google Shape;319;p8"/>
            <p:cNvSpPr/>
            <p:nvPr/>
          </p:nvSpPr>
          <p:spPr>
            <a:xfrm>
              <a:off x="1018816" y="4787036"/>
              <a:ext cx="547370" cy="547370"/>
            </a:xfrm>
            <a:custGeom>
              <a:rect b="b" l="l" r="r" t="t"/>
              <a:pathLst>
                <a:path extrusionOk="0" h="547370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1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1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8"/>
            <p:cNvSpPr/>
            <p:nvPr/>
          </p:nvSpPr>
          <p:spPr>
            <a:xfrm>
              <a:off x="1317042" y="4787052"/>
              <a:ext cx="547370" cy="547370"/>
            </a:xfrm>
            <a:custGeom>
              <a:rect b="b" l="l" r="r" t="t"/>
              <a:pathLst>
                <a:path extrusionOk="0" h="547370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1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5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8"/>
            <p:cNvSpPr/>
            <p:nvPr/>
          </p:nvSpPr>
          <p:spPr>
            <a:xfrm>
              <a:off x="1018819" y="4937734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27" y="518782"/>
                  </a:moveTo>
                  <a:lnTo>
                    <a:pt x="839520" y="473151"/>
                  </a:lnTo>
                  <a:lnTo>
                    <a:pt x="821905" y="430618"/>
                  </a:lnTo>
                  <a:lnTo>
                    <a:pt x="793877" y="394106"/>
                  </a:lnTo>
                  <a:lnTo>
                    <a:pt x="671855" y="272097"/>
                  </a:lnTo>
                  <a:lnTo>
                    <a:pt x="422757" y="22999"/>
                  </a:lnTo>
                  <a:lnTo>
                    <a:pt x="399770" y="0"/>
                  </a:lnTo>
                  <a:lnTo>
                    <a:pt x="150685" y="249085"/>
                  </a:lnTo>
                  <a:lnTo>
                    <a:pt x="173672" y="272084"/>
                  </a:lnTo>
                  <a:lnTo>
                    <a:pt x="51650" y="394119"/>
                  </a:lnTo>
                  <a:lnTo>
                    <a:pt x="23622" y="430631"/>
                  </a:lnTo>
                  <a:lnTo>
                    <a:pt x="6007" y="473163"/>
                  </a:lnTo>
                  <a:lnTo>
                    <a:pt x="0" y="518795"/>
                  </a:lnTo>
                  <a:lnTo>
                    <a:pt x="368" y="530339"/>
                  </a:lnTo>
                  <a:lnTo>
                    <a:pt x="9359" y="575487"/>
                  </a:lnTo>
                  <a:lnTo>
                    <a:pt x="29718" y="616762"/>
                  </a:lnTo>
                  <a:lnTo>
                    <a:pt x="59855" y="651154"/>
                  </a:lnTo>
                  <a:lnTo>
                    <a:pt x="98069" y="676668"/>
                  </a:lnTo>
                  <a:lnTo>
                    <a:pt x="141655" y="691464"/>
                  </a:lnTo>
                  <a:lnTo>
                    <a:pt x="176060" y="694855"/>
                  </a:lnTo>
                  <a:lnTo>
                    <a:pt x="187591" y="694474"/>
                  </a:lnTo>
                  <a:lnTo>
                    <a:pt x="232740" y="685495"/>
                  </a:lnTo>
                  <a:lnTo>
                    <a:pt x="274027" y="665137"/>
                  </a:lnTo>
                  <a:lnTo>
                    <a:pt x="422770" y="521182"/>
                  </a:lnTo>
                  <a:lnTo>
                    <a:pt x="544791" y="643191"/>
                  </a:lnTo>
                  <a:lnTo>
                    <a:pt x="581304" y="671220"/>
                  </a:lnTo>
                  <a:lnTo>
                    <a:pt x="623836" y="688835"/>
                  </a:lnTo>
                  <a:lnTo>
                    <a:pt x="669467" y="694842"/>
                  </a:lnTo>
                  <a:lnTo>
                    <a:pt x="681012" y="694461"/>
                  </a:lnTo>
                  <a:lnTo>
                    <a:pt x="726160" y="685482"/>
                  </a:lnTo>
                  <a:lnTo>
                    <a:pt x="767435" y="665124"/>
                  </a:lnTo>
                  <a:lnTo>
                    <a:pt x="801827" y="634987"/>
                  </a:lnTo>
                  <a:lnTo>
                    <a:pt x="827341" y="596773"/>
                  </a:lnTo>
                  <a:lnTo>
                    <a:pt x="842137" y="553186"/>
                  </a:lnTo>
                  <a:lnTo>
                    <a:pt x="845146" y="530326"/>
                  </a:lnTo>
                  <a:lnTo>
                    <a:pt x="845527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$PPTXTitle" id="322" name="Google Shape;322;p8"/>
          <p:cNvSpPr txBox="1"/>
          <p:nvPr>
            <p:ph type="title"/>
          </p:nvPr>
        </p:nvSpPr>
        <p:spPr>
          <a:xfrm>
            <a:off x="3090031" y="3403594"/>
            <a:ext cx="13220700" cy="40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0">
            <a:spAutoFit/>
          </a:bodyPr>
          <a:lstStyle/>
          <a:p>
            <a:pPr indent="0" lvl="0" marL="1270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0"/>
              <a:t>Conceptos clave: visualización, indicadores y modelado</a:t>
            </a:r>
            <a:endParaRPr sz="8000"/>
          </a:p>
        </p:txBody>
      </p:sp>
      <p:grpSp>
        <p:nvGrpSpPr>
          <p:cNvPr id="323" name="Google Shape;323;p8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324" name="Google Shape;324;p8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8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8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8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8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329" name="Google Shape;329;p8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330" name="Google Shape;330;p8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"/>
          <p:cNvSpPr txBox="1"/>
          <p:nvPr/>
        </p:nvSpPr>
        <p:spPr>
          <a:xfrm>
            <a:off x="13261922" y="5103399"/>
            <a:ext cx="4048125" cy="8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Orientar la acción, no solo informar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6" name="Google Shape;336;p9"/>
          <p:cNvSpPr txBox="1"/>
          <p:nvPr/>
        </p:nvSpPr>
        <p:spPr>
          <a:xfrm>
            <a:off x="13262072" y="6261536"/>
            <a:ext cx="4084320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La visualización debe guiar al usuario hacia áreas críticas y posibles acciones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7" name="Google Shape;337;p9"/>
          <p:cNvSpPr txBox="1"/>
          <p:nvPr/>
        </p:nvSpPr>
        <p:spPr>
          <a:xfrm>
            <a:off x="8163011" y="5103297"/>
            <a:ext cx="3912235" cy="8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KPI, tarjetas y semáforos: comunicación efectiva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8" name="Google Shape;338;p9"/>
          <p:cNvSpPr txBox="1"/>
          <p:nvPr/>
        </p:nvSpPr>
        <p:spPr>
          <a:xfrm>
            <a:off x="8163011" y="6261536"/>
            <a:ext cx="3616960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Estos elementos sintetizan el desempeño y facilitan la toma de decisiones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9" name="Google Shape;339;p9"/>
          <p:cNvSpPr txBox="1"/>
          <p:nvPr/>
        </p:nvSpPr>
        <p:spPr>
          <a:xfrm>
            <a:off x="3063949" y="5103297"/>
            <a:ext cx="36639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La visualización va más allá de los gráficos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0" name="Google Shape;340;p9"/>
          <p:cNvSpPr txBox="1"/>
          <p:nvPr/>
        </p:nvSpPr>
        <p:spPr>
          <a:xfrm>
            <a:off x="3063949" y="6261536"/>
            <a:ext cx="36582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Implica seleccionar métricas relevantes y definir el contexto de análisis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$PPTXTitle" id="341" name="Google Shape;341;p9"/>
          <p:cNvSpPr txBox="1"/>
          <p:nvPr>
            <p:ph type="title"/>
          </p:nvPr>
        </p:nvSpPr>
        <p:spPr>
          <a:xfrm>
            <a:off x="3031356" y="1550978"/>
            <a:ext cx="1374394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Visualizar no es solo graficar</a:t>
            </a:r>
            <a:endParaRPr/>
          </a:p>
        </p:txBody>
      </p:sp>
      <p:grpSp>
        <p:nvGrpSpPr>
          <p:cNvPr id="342" name="Google Shape;342;p9"/>
          <p:cNvGrpSpPr/>
          <p:nvPr/>
        </p:nvGrpSpPr>
        <p:grpSpPr>
          <a:xfrm>
            <a:off x="989567" y="1692474"/>
            <a:ext cx="845836" cy="846027"/>
            <a:chOff x="989567" y="1692474"/>
            <a:chExt cx="845836" cy="846027"/>
          </a:xfrm>
        </p:grpSpPr>
        <p:sp>
          <p:nvSpPr>
            <p:cNvPr id="343" name="Google Shape;343;p9"/>
            <p:cNvSpPr/>
            <p:nvPr/>
          </p:nvSpPr>
          <p:spPr>
            <a:xfrm>
              <a:off x="989567" y="1692498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9"/>
            <p:cNvSpPr/>
            <p:nvPr/>
          </p:nvSpPr>
          <p:spPr>
            <a:xfrm>
              <a:off x="1287813" y="1692474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9"/>
            <p:cNvSpPr/>
            <p:nvPr/>
          </p:nvSpPr>
          <p:spPr>
            <a:xfrm>
              <a:off x="989584" y="1843176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97" y="272084"/>
                  </a:lnTo>
                  <a:lnTo>
                    <a:pt x="51650" y="394131"/>
                  </a:lnTo>
                  <a:lnTo>
                    <a:pt x="23622" y="430644"/>
                  </a:lnTo>
                  <a:lnTo>
                    <a:pt x="6007" y="473176"/>
                  </a:lnTo>
                  <a:lnTo>
                    <a:pt x="0" y="518807"/>
                  </a:lnTo>
                  <a:lnTo>
                    <a:pt x="381" y="530352"/>
                  </a:lnTo>
                  <a:lnTo>
                    <a:pt x="9359" y="575500"/>
                  </a:lnTo>
                  <a:lnTo>
                    <a:pt x="29718" y="616775"/>
                  </a:lnTo>
                  <a:lnTo>
                    <a:pt x="59855" y="651167"/>
                  </a:lnTo>
                  <a:lnTo>
                    <a:pt x="98069" y="676681"/>
                  </a:lnTo>
                  <a:lnTo>
                    <a:pt x="141655" y="691489"/>
                  </a:lnTo>
                  <a:lnTo>
                    <a:pt x="176060" y="694867"/>
                  </a:lnTo>
                  <a:lnTo>
                    <a:pt x="187591" y="694486"/>
                  </a:lnTo>
                  <a:lnTo>
                    <a:pt x="232740" y="685507"/>
                  </a:lnTo>
                  <a:lnTo>
                    <a:pt x="274027" y="665149"/>
                  </a:lnTo>
                  <a:lnTo>
                    <a:pt x="422783" y="521169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74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6" name="Google Shape;346;p9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347" name="Google Shape;347;p9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9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9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0" name="Google Shape;350;p9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9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352" name="Google Shape;352;p9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353" name="Google Shape;353;p9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g3cd082ef7fa_0_95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359" name="Google Shape;359;g3cd082ef7fa_0_95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g3cd082ef7fa_0_95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g3cd082ef7fa_0_95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2" name="Google Shape;362;g3cd082ef7fa_0_95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cd082ef7fa_0_95"/>
          <p:cNvSpPr txBox="1"/>
          <p:nvPr>
            <p:ph idx="12" type="sldNum"/>
          </p:nvPr>
        </p:nvSpPr>
        <p:spPr>
          <a:xfrm>
            <a:off x="878457" y="9567388"/>
            <a:ext cx="57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7465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364" name="Google Shape;364;g3cd082ef7fa_0_95"/>
          <p:cNvSpPr txBox="1"/>
          <p:nvPr>
            <p:ph idx="11" type="ftr"/>
          </p:nvPr>
        </p:nvSpPr>
        <p:spPr>
          <a:xfrm>
            <a:off x="3060581" y="9652873"/>
            <a:ext cx="214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365" name="Google Shape;365;g3cd082ef7fa_0_95"/>
          <p:cNvSpPr txBox="1"/>
          <p:nvPr>
            <p:ph idx="10" type="dt"/>
          </p:nvPr>
        </p:nvSpPr>
        <p:spPr>
          <a:xfrm>
            <a:off x="16253088" y="9655159"/>
            <a:ext cx="106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  <p:pic>
        <p:nvPicPr>
          <p:cNvPr id="366" name="Google Shape;366;g3cd082ef7fa_0_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1571876"/>
            <a:ext cx="16383001" cy="737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0"/>
          <p:cNvSpPr txBox="1"/>
          <p:nvPr/>
        </p:nvSpPr>
        <p:spPr>
          <a:xfrm>
            <a:off x="3033886" y="4005576"/>
            <a:ext cx="6337935" cy="4942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Partir de objetivos estratégicos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72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Identiﬁcar qué necesita vigilar la organización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Seleccionar medidas y metas relevantes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72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Elegir indicadores alineados con los objetivos de negocio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Deﬁnir dimensiones de análisis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72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Considerar tiempo, región, producto y unidad organizacional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620395" rtl="0" algn="l">
              <a:lnSpc>
                <a:spcPct val="1010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Diseñar visualizaciones orientadas a la acción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1337310" rtl="0" algn="l">
              <a:lnSpc>
                <a:spcPct val="102200"/>
              </a:lnSpc>
              <a:spcBef>
                <a:spcPts val="168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Utilizar KPI, scorecards y semáforos para facilitar interpretación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$PPTXTitle" id="372" name="Google Shape;372;p10"/>
          <p:cNvSpPr txBox="1"/>
          <p:nvPr>
            <p:ph type="title"/>
          </p:nvPr>
        </p:nvSpPr>
        <p:spPr>
          <a:xfrm>
            <a:off x="3033926" y="1565100"/>
            <a:ext cx="6423000" cy="20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225">
            <a:spAutoFit/>
          </a:bodyPr>
          <a:lstStyle/>
          <a:p>
            <a:pPr indent="0" lvl="0" marL="12700" marR="5080" rtl="0" algn="l">
              <a:lnSpc>
                <a:spcPct val="110578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050"/>
              <a:t>Del dato al indicador</a:t>
            </a:r>
            <a:endParaRPr sz="6050"/>
          </a:p>
        </p:txBody>
      </p:sp>
      <p:pic>
        <p:nvPicPr>
          <p:cNvPr id="373" name="Google Shape;3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8527" y="2433269"/>
            <a:ext cx="7399807" cy="492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4" name="Google Shape;374;p10"/>
          <p:cNvGrpSpPr/>
          <p:nvPr/>
        </p:nvGrpSpPr>
        <p:grpSpPr>
          <a:xfrm>
            <a:off x="989620" y="1689060"/>
            <a:ext cx="845821" cy="846024"/>
            <a:chOff x="989620" y="1689060"/>
            <a:chExt cx="845821" cy="846024"/>
          </a:xfrm>
        </p:grpSpPr>
        <p:sp>
          <p:nvSpPr>
            <p:cNvPr id="375" name="Google Shape;375;p10"/>
            <p:cNvSpPr/>
            <p:nvPr/>
          </p:nvSpPr>
          <p:spPr>
            <a:xfrm>
              <a:off x="989620" y="1689060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0"/>
            <p:cNvSpPr/>
            <p:nvPr/>
          </p:nvSpPr>
          <p:spPr>
            <a:xfrm>
              <a:off x="1287824" y="1689080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0"/>
            <p:cNvSpPr/>
            <p:nvPr/>
          </p:nvSpPr>
          <p:spPr>
            <a:xfrm>
              <a:off x="989622" y="1839759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27" y="518782"/>
                  </a:moveTo>
                  <a:lnTo>
                    <a:pt x="839520" y="473151"/>
                  </a:lnTo>
                  <a:lnTo>
                    <a:pt x="821905" y="430618"/>
                  </a:lnTo>
                  <a:lnTo>
                    <a:pt x="793877" y="394106"/>
                  </a:lnTo>
                  <a:lnTo>
                    <a:pt x="399770" y="0"/>
                  </a:lnTo>
                  <a:lnTo>
                    <a:pt x="150685" y="249085"/>
                  </a:lnTo>
                  <a:lnTo>
                    <a:pt x="173685" y="272097"/>
                  </a:lnTo>
                  <a:lnTo>
                    <a:pt x="51650" y="394144"/>
                  </a:lnTo>
                  <a:lnTo>
                    <a:pt x="23622" y="430657"/>
                  </a:lnTo>
                  <a:lnTo>
                    <a:pt x="6007" y="473189"/>
                  </a:lnTo>
                  <a:lnTo>
                    <a:pt x="0" y="518820"/>
                  </a:lnTo>
                  <a:lnTo>
                    <a:pt x="381" y="530364"/>
                  </a:lnTo>
                  <a:lnTo>
                    <a:pt x="9359" y="575513"/>
                  </a:lnTo>
                  <a:lnTo>
                    <a:pt x="29718" y="616788"/>
                  </a:lnTo>
                  <a:lnTo>
                    <a:pt x="59855" y="651179"/>
                  </a:lnTo>
                  <a:lnTo>
                    <a:pt x="98069" y="676694"/>
                  </a:lnTo>
                  <a:lnTo>
                    <a:pt x="141655" y="691502"/>
                  </a:lnTo>
                  <a:lnTo>
                    <a:pt x="176060" y="694880"/>
                  </a:lnTo>
                  <a:lnTo>
                    <a:pt x="187591" y="694499"/>
                  </a:lnTo>
                  <a:lnTo>
                    <a:pt x="232740" y="685520"/>
                  </a:lnTo>
                  <a:lnTo>
                    <a:pt x="274027" y="665162"/>
                  </a:lnTo>
                  <a:lnTo>
                    <a:pt x="422783" y="521195"/>
                  </a:lnTo>
                  <a:lnTo>
                    <a:pt x="544791" y="643191"/>
                  </a:lnTo>
                  <a:lnTo>
                    <a:pt x="581304" y="671220"/>
                  </a:lnTo>
                  <a:lnTo>
                    <a:pt x="623836" y="688835"/>
                  </a:lnTo>
                  <a:lnTo>
                    <a:pt x="669467" y="694842"/>
                  </a:lnTo>
                  <a:lnTo>
                    <a:pt x="681012" y="694474"/>
                  </a:lnTo>
                  <a:lnTo>
                    <a:pt x="726160" y="685495"/>
                  </a:lnTo>
                  <a:lnTo>
                    <a:pt x="767435" y="665124"/>
                  </a:lnTo>
                  <a:lnTo>
                    <a:pt x="801827" y="634987"/>
                  </a:lnTo>
                  <a:lnTo>
                    <a:pt x="827341" y="596773"/>
                  </a:lnTo>
                  <a:lnTo>
                    <a:pt x="842149" y="553186"/>
                  </a:lnTo>
                  <a:lnTo>
                    <a:pt x="845146" y="530326"/>
                  </a:lnTo>
                  <a:lnTo>
                    <a:pt x="845527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8" name="Google Shape;378;p10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379" name="Google Shape;379;p10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0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0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2" name="Google Shape;382;p10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0"/>
          <p:cNvSpPr txBox="1"/>
          <p:nvPr/>
        </p:nvSpPr>
        <p:spPr>
          <a:xfrm>
            <a:off x="903857" y="9571461"/>
            <a:ext cx="550545" cy="407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rPr>
              <a:t>10.</a:t>
            </a:r>
            <a:endParaRPr b="0" i="0" sz="26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84" name="Google Shape;384;p10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385" name="Google Shape;385;p10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1"/>
          <p:cNvSpPr/>
          <p:nvPr/>
        </p:nvSpPr>
        <p:spPr>
          <a:xfrm>
            <a:off x="12916966" y="3808364"/>
            <a:ext cx="4441825" cy="4213225"/>
          </a:xfrm>
          <a:custGeom>
            <a:rect b="b" l="l" r="r" t="t"/>
            <a:pathLst>
              <a:path extrusionOk="0" h="4213225" w="4441825">
                <a:moveTo>
                  <a:pt x="4001109" y="0"/>
                </a:moveTo>
                <a:lnTo>
                  <a:pt x="447675" y="0"/>
                </a:lnTo>
                <a:lnTo>
                  <a:pt x="433031" y="177"/>
                </a:lnTo>
                <a:lnTo>
                  <a:pt x="389229" y="3771"/>
                </a:lnTo>
                <a:lnTo>
                  <a:pt x="346011" y="11633"/>
                </a:lnTo>
                <a:lnTo>
                  <a:pt x="303758" y="23698"/>
                </a:lnTo>
                <a:lnTo>
                  <a:pt x="262890" y="39852"/>
                </a:lnTo>
                <a:lnTo>
                  <a:pt x="223812" y="59918"/>
                </a:lnTo>
                <a:lnTo>
                  <a:pt x="186880" y="83731"/>
                </a:lnTo>
                <a:lnTo>
                  <a:pt x="152463" y="111048"/>
                </a:lnTo>
                <a:lnTo>
                  <a:pt x="120891" y="141605"/>
                </a:lnTo>
                <a:lnTo>
                  <a:pt x="92468" y="175107"/>
                </a:lnTo>
                <a:lnTo>
                  <a:pt x="67462" y="211239"/>
                </a:lnTo>
                <a:lnTo>
                  <a:pt x="46113" y="249643"/>
                </a:lnTo>
                <a:lnTo>
                  <a:pt x="28638" y="289953"/>
                </a:lnTo>
                <a:lnTo>
                  <a:pt x="15201" y="331787"/>
                </a:lnTo>
                <a:lnTo>
                  <a:pt x="5918" y="374738"/>
                </a:lnTo>
                <a:lnTo>
                  <a:pt x="901" y="418388"/>
                </a:lnTo>
                <a:lnTo>
                  <a:pt x="0" y="440347"/>
                </a:lnTo>
                <a:lnTo>
                  <a:pt x="0" y="3765054"/>
                </a:lnTo>
                <a:lnTo>
                  <a:pt x="3771" y="3823487"/>
                </a:lnTo>
                <a:lnTo>
                  <a:pt x="11633" y="3866718"/>
                </a:lnTo>
                <a:lnTo>
                  <a:pt x="23698" y="3908971"/>
                </a:lnTo>
                <a:lnTo>
                  <a:pt x="39852" y="3949827"/>
                </a:lnTo>
                <a:lnTo>
                  <a:pt x="59931" y="3988917"/>
                </a:lnTo>
                <a:lnTo>
                  <a:pt x="83731" y="4025849"/>
                </a:lnTo>
                <a:lnTo>
                  <a:pt x="111048" y="4060266"/>
                </a:lnTo>
                <a:lnTo>
                  <a:pt x="141604" y="4091838"/>
                </a:lnTo>
                <a:lnTo>
                  <a:pt x="175107" y="4120273"/>
                </a:lnTo>
                <a:lnTo>
                  <a:pt x="211239" y="4145267"/>
                </a:lnTo>
                <a:lnTo>
                  <a:pt x="249643" y="4166616"/>
                </a:lnTo>
                <a:lnTo>
                  <a:pt x="289966" y="4184091"/>
                </a:lnTo>
                <a:lnTo>
                  <a:pt x="331787" y="4197527"/>
                </a:lnTo>
                <a:lnTo>
                  <a:pt x="374738" y="4206811"/>
                </a:lnTo>
                <a:lnTo>
                  <a:pt x="418388" y="4211828"/>
                </a:lnTo>
                <a:lnTo>
                  <a:pt x="440347" y="4212729"/>
                </a:lnTo>
                <a:lnTo>
                  <a:pt x="3993781" y="4212729"/>
                </a:lnTo>
                <a:lnTo>
                  <a:pt x="4052227" y="4208957"/>
                </a:lnTo>
                <a:lnTo>
                  <a:pt x="4095457" y="4201096"/>
                </a:lnTo>
                <a:lnTo>
                  <a:pt x="4137698" y="4189018"/>
                </a:lnTo>
                <a:lnTo>
                  <a:pt x="4178566" y="4172877"/>
                </a:lnTo>
                <a:lnTo>
                  <a:pt x="4217657" y="4152798"/>
                </a:lnTo>
                <a:lnTo>
                  <a:pt x="4254576" y="4128985"/>
                </a:lnTo>
                <a:lnTo>
                  <a:pt x="4288993" y="4101680"/>
                </a:lnTo>
                <a:lnTo>
                  <a:pt x="4320578" y="4071112"/>
                </a:lnTo>
                <a:lnTo>
                  <a:pt x="4349000" y="4037622"/>
                </a:lnTo>
                <a:lnTo>
                  <a:pt x="4374007" y="4001490"/>
                </a:lnTo>
                <a:lnTo>
                  <a:pt x="4395343" y="3963073"/>
                </a:lnTo>
                <a:lnTo>
                  <a:pt x="4412830" y="3922763"/>
                </a:lnTo>
                <a:lnTo>
                  <a:pt x="4426267" y="3880929"/>
                </a:lnTo>
                <a:lnTo>
                  <a:pt x="4435538" y="3837990"/>
                </a:lnTo>
                <a:lnTo>
                  <a:pt x="4440567" y="3794340"/>
                </a:lnTo>
                <a:lnTo>
                  <a:pt x="4441456" y="3772382"/>
                </a:lnTo>
                <a:lnTo>
                  <a:pt x="4441456" y="447675"/>
                </a:lnTo>
                <a:lnTo>
                  <a:pt x="4437697" y="389229"/>
                </a:lnTo>
                <a:lnTo>
                  <a:pt x="4429823" y="346011"/>
                </a:lnTo>
                <a:lnTo>
                  <a:pt x="4417758" y="303758"/>
                </a:lnTo>
                <a:lnTo>
                  <a:pt x="4401604" y="262890"/>
                </a:lnTo>
                <a:lnTo>
                  <a:pt x="4381538" y="223812"/>
                </a:lnTo>
                <a:lnTo>
                  <a:pt x="4357725" y="186880"/>
                </a:lnTo>
                <a:lnTo>
                  <a:pt x="4330420" y="152463"/>
                </a:lnTo>
                <a:lnTo>
                  <a:pt x="4299851" y="120891"/>
                </a:lnTo>
                <a:lnTo>
                  <a:pt x="4266349" y="92468"/>
                </a:lnTo>
                <a:lnTo>
                  <a:pt x="4230217" y="67462"/>
                </a:lnTo>
                <a:lnTo>
                  <a:pt x="4191812" y="46113"/>
                </a:lnTo>
                <a:lnTo>
                  <a:pt x="4151503" y="28638"/>
                </a:lnTo>
                <a:lnTo>
                  <a:pt x="4109669" y="15201"/>
                </a:lnTo>
                <a:lnTo>
                  <a:pt x="4066717" y="5918"/>
                </a:lnTo>
                <a:lnTo>
                  <a:pt x="4023067" y="901"/>
                </a:lnTo>
                <a:lnTo>
                  <a:pt x="4001109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7995170" y="3808364"/>
            <a:ext cx="4441825" cy="4213225"/>
          </a:xfrm>
          <a:custGeom>
            <a:rect b="b" l="l" r="r" t="t"/>
            <a:pathLst>
              <a:path extrusionOk="0" h="4213225" w="4441825">
                <a:moveTo>
                  <a:pt x="4001109" y="0"/>
                </a:moveTo>
                <a:lnTo>
                  <a:pt x="447675" y="0"/>
                </a:lnTo>
                <a:lnTo>
                  <a:pt x="433031" y="177"/>
                </a:lnTo>
                <a:lnTo>
                  <a:pt x="389229" y="3771"/>
                </a:lnTo>
                <a:lnTo>
                  <a:pt x="346011" y="11633"/>
                </a:lnTo>
                <a:lnTo>
                  <a:pt x="303758" y="23698"/>
                </a:lnTo>
                <a:lnTo>
                  <a:pt x="262890" y="39852"/>
                </a:lnTo>
                <a:lnTo>
                  <a:pt x="223812" y="59918"/>
                </a:lnTo>
                <a:lnTo>
                  <a:pt x="186880" y="83731"/>
                </a:lnTo>
                <a:lnTo>
                  <a:pt x="152463" y="111048"/>
                </a:lnTo>
                <a:lnTo>
                  <a:pt x="120891" y="141605"/>
                </a:lnTo>
                <a:lnTo>
                  <a:pt x="92468" y="175107"/>
                </a:lnTo>
                <a:lnTo>
                  <a:pt x="67462" y="211239"/>
                </a:lnTo>
                <a:lnTo>
                  <a:pt x="46113" y="249643"/>
                </a:lnTo>
                <a:lnTo>
                  <a:pt x="28638" y="289953"/>
                </a:lnTo>
                <a:lnTo>
                  <a:pt x="15201" y="331787"/>
                </a:lnTo>
                <a:lnTo>
                  <a:pt x="5918" y="374738"/>
                </a:lnTo>
                <a:lnTo>
                  <a:pt x="901" y="418388"/>
                </a:lnTo>
                <a:lnTo>
                  <a:pt x="0" y="440347"/>
                </a:lnTo>
                <a:lnTo>
                  <a:pt x="0" y="3765054"/>
                </a:lnTo>
                <a:lnTo>
                  <a:pt x="3771" y="3823487"/>
                </a:lnTo>
                <a:lnTo>
                  <a:pt x="11633" y="3866718"/>
                </a:lnTo>
                <a:lnTo>
                  <a:pt x="23698" y="3908971"/>
                </a:lnTo>
                <a:lnTo>
                  <a:pt x="39852" y="3949827"/>
                </a:lnTo>
                <a:lnTo>
                  <a:pt x="59931" y="3988917"/>
                </a:lnTo>
                <a:lnTo>
                  <a:pt x="83731" y="4025849"/>
                </a:lnTo>
                <a:lnTo>
                  <a:pt x="111048" y="4060266"/>
                </a:lnTo>
                <a:lnTo>
                  <a:pt x="141604" y="4091838"/>
                </a:lnTo>
                <a:lnTo>
                  <a:pt x="175107" y="4120273"/>
                </a:lnTo>
                <a:lnTo>
                  <a:pt x="211239" y="4145267"/>
                </a:lnTo>
                <a:lnTo>
                  <a:pt x="249643" y="4166616"/>
                </a:lnTo>
                <a:lnTo>
                  <a:pt x="289953" y="4184091"/>
                </a:lnTo>
                <a:lnTo>
                  <a:pt x="331787" y="4197527"/>
                </a:lnTo>
                <a:lnTo>
                  <a:pt x="374738" y="4206811"/>
                </a:lnTo>
                <a:lnTo>
                  <a:pt x="418388" y="4211828"/>
                </a:lnTo>
                <a:lnTo>
                  <a:pt x="440347" y="4212729"/>
                </a:lnTo>
                <a:lnTo>
                  <a:pt x="3993781" y="4212729"/>
                </a:lnTo>
                <a:lnTo>
                  <a:pt x="4052227" y="4208957"/>
                </a:lnTo>
                <a:lnTo>
                  <a:pt x="4095457" y="4201096"/>
                </a:lnTo>
                <a:lnTo>
                  <a:pt x="4137698" y="4189018"/>
                </a:lnTo>
                <a:lnTo>
                  <a:pt x="4178566" y="4172877"/>
                </a:lnTo>
                <a:lnTo>
                  <a:pt x="4217657" y="4152798"/>
                </a:lnTo>
                <a:lnTo>
                  <a:pt x="4254576" y="4128985"/>
                </a:lnTo>
                <a:lnTo>
                  <a:pt x="4288993" y="4101680"/>
                </a:lnTo>
                <a:lnTo>
                  <a:pt x="4320578" y="4071112"/>
                </a:lnTo>
                <a:lnTo>
                  <a:pt x="4348988" y="4037622"/>
                </a:lnTo>
                <a:lnTo>
                  <a:pt x="4374007" y="4001490"/>
                </a:lnTo>
                <a:lnTo>
                  <a:pt x="4395343" y="3963073"/>
                </a:lnTo>
                <a:lnTo>
                  <a:pt x="4412818" y="3922763"/>
                </a:lnTo>
                <a:lnTo>
                  <a:pt x="4426267" y="3880929"/>
                </a:lnTo>
                <a:lnTo>
                  <a:pt x="4435538" y="3837990"/>
                </a:lnTo>
                <a:lnTo>
                  <a:pt x="4440567" y="3794340"/>
                </a:lnTo>
                <a:lnTo>
                  <a:pt x="4441456" y="3772382"/>
                </a:lnTo>
                <a:lnTo>
                  <a:pt x="4441456" y="447675"/>
                </a:lnTo>
                <a:lnTo>
                  <a:pt x="4437684" y="389229"/>
                </a:lnTo>
                <a:lnTo>
                  <a:pt x="4429823" y="346011"/>
                </a:lnTo>
                <a:lnTo>
                  <a:pt x="4417758" y="303758"/>
                </a:lnTo>
                <a:lnTo>
                  <a:pt x="4401604" y="262890"/>
                </a:lnTo>
                <a:lnTo>
                  <a:pt x="4381538" y="223812"/>
                </a:lnTo>
                <a:lnTo>
                  <a:pt x="4357725" y="186880"/>
                </a:lnTo>
                <a:lnTo>
                  <a:pt x="4330407" y="152463"/>
                </a:lnTo>
                <a:lnTo>
                  <a:pt x="4299851" y="120891"/>
                </a:lnTo>
                <a:lnTo>
                  <a:pt x="4266349" y="92468"/>
                </a:lnTo>
                <a:lnTo>
                  <a:pt x="4230217" y="67462"/>
                </a:lnTo>
                <a:lnTo>
                  <a:pt x="4191812" y="46113"/>
                </a:lnTo>
                <a:lnTo>
                  <a:pt x="4151503" y="28638"/>
                </a:lnTo>
                <a:lnTo>
                  <a:pt x="4109669" y="15201"/>
                </a:lnTo>
                <a:lnTo>
                  <a:pt x="4066717" y="5918"/>
                </a:lnTo>
                <a:lnTo>
                  <a:pt x="4023067" y="901"/>
                </a:lnTo>
                <a:lnTo>
                  <a:pt x="4001109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3073300" y="3808364"/>
            <a:ext cx="4441825" cy="4213225"/>
          </a:xfrm>
          <a:custGeom>
            <a:rect b="b" l="l" r="r" t="t"/>
            <a:pathLst>
              <a:path extrusionOk="0" h="4213225" w="4441825">
                <a:moveTo>
                  <a:pt x="4001109" y="0"/>
                </a:moveTo>
                <a:lnTo>
                  <a:pt x="447675" y="0"/>
                </a:lnTo>
                <a:lnTo>
                  <a:pt x="433031" y="177"/>
                </a:lnTo>
                <a:lnTo>
                  <a:pt x="389229" y="3771"/>
                </a:lnTo>
                <a:lnTo>
                  <a:pt x="346011" y="11633"/>
                </a:lnTo>
                <a:lnTo>
                  <a:pt x="303758" y="23698"/>
                </a:lnTo>
                <a:lnTo>
                  <a:pt x="262890" y="39852"/>
                </a:lnTo>
                <a:lnTo>
                  <a:pt x="223812" y="59918"/>
                </a:lnTo>
                <a:lnTo>
                  <a:pt x="186880" y="83731"/>
                </a:lnTo>
                <a:lnTo>
                  <a:pt x="152463" y="111048"/>
                </a:lnTo>
                <a:lnTo>
                  <a:pt x="120891" y="141605"/>
                </a:lnTo>
                <a:lnTo>
                  <a:pt x="92468" y="175107"/>
                </a:lnTo>
                <a:lnTo>
                  <a:pt x="67462" y="211239"/>
                </a:lnTo>
                <a:lnTo>
                  <a:pt x="46113" y="249643"/>
                </a:lnTo>
                <a:lnTo>
                  <a:pt x="28638" y="289953"/>
                </a:lnTo>
                <a:lnTo>
                  <a:pt x="15201" y="331787"/>
                </a:lnTo>
                <a:lnTo>
                  <a:pt x="5918" y="374738"/>
                </a:lnTo>
                <a:lnTo>
                  <a:pt x="901" y="418388"/>
                </a:lnTo>
                <a:lnTo>
                  <a:pt x="0" y="440347"/>
                </a:lnTo>
                <a:lnTo>
                  <a:pt x="0" y="3765054"/>
                </a:lnTo>
                <a:lnTo>
                  <a:pt x="3771" y="3823487"/>
                </a:lnTo>
                <a:lnTo>
                  <a:pt x="11633" y="3866718"/>
                </a:lnTo>
                <a:lnTo>
                  <a:pt x="23698" y="3908971"/>
                </a:lnTo>
                <a:lnTo>
                  <a:pt x="39852" y="3949827"/>
                </a:lnTo>
                <a:lnTo>
                  <a:pt x="59918" y="3988917"/>
                </a:lnTo>
                <a:lnTo>
                  <a:pt x="83731" y="4025849"/>
                </a:lnTo>
                <a:lnTo>
                  <a:pt x="111048" y="4060266"/>
                </a:lnTo>
                <a:lnTo>
                  <a:pt x="141604" y="4091838"/>
                </a:lnTo>
                <a:lnTo>
                  <a:pt x="175107" y="4120273"/>
                </a:lnTo>
                <a:lnTo>
                  <a:pt x="211239" y="4145267"/>
                </a:lnTo>
                <a:lnTo>
                  <a:pt x="249643" y="4166616"/>
                </a:lnTo>
                <a:lnTo>
                  <a:pt x="289953" y="4184091"/>
                </a:lnTo>
                <a:lnTo>
                  <a:pt x="331787" y="4197527"/>
                </a:lnTo>
                <a:lnTo>
                  <a:pt x="374738" y="4206811"/>
                </a:lnTo>
                <a:lnTo>
                  <a:pt x="418388" y="4211828"/>
                </a:lnTo>
                <a:lnTo>
                  <a:pt x="440347" y="4212729"/>
                </a:lnTo>
                <a:lnTo>
                  <a:pt x="3993781" y="4212729"/>
                </a:lnTo>
                <a:lnTo>
                  <a:pt x="4052227" y="4208957"/>
                </a:lnTo>
                <a:lnTo>
                  <a:pt x="4095457" y="4201096"/>
                </a:lnTo>
                <a:lnTo>
                  <a:pt x="4137710" y="4189018"/>
                </a:lnTo>
                <a:lnTo>
                  <a:pt x="4178566" y="4172877"/>
                </a:lnTo>
                <a:lnTo>
                  <a:pt x="4217657" y="4152798"/>
                </a:lnTo>
                <a:lnTo>
                  <a:pt x="4254576" y="4128985"/>
                </a:lnTo>
                <a:lnTo>
                  <a:pt x="4288993" y="4101680"/>
                </a:lnTo>
                <a:lnTo>
                  <a:pt x="4320578" y="4071112"/>
                </a:lnTo>
                <a:lnTo>
                  <a:pt x="4348988" y="4037622"/>
                </a:lnTo>
                <a:lnTo>
                  <a:pt x="4374007" y="4001490"/>
                </a:lnTo>
                <a:lnTo>
                  <a:pt x="4395343" y="3963073"/>
                </a:lnTo>
                <a:lnTo>
                  <a:pt x="4412818" y="3922763"/>
                </a:lnTo>
                <a:lnTo>
                  <a:pt x="4426267" y="3880929"/>
                </a:lnTo>
                <a:lnTo>
                  <a:pt x="4435538" y="3837990"/>
                </a:lnTo>
                <a:lnTo>
                  <a:pt x="4440567" y="3794340"/>
                </a:lnTo>
                <a:lnTo>
                  <a:pt x="4441456" y="3772382"/>
                </a:lnTo>
                <a:lnTo>
                  <a:pt x="4441456" y="447675"/>
                </a:lnTo>
                <a:lnTo>
                  <a:pt x="4437684" y="389229"/>
                </a:lnTo>
                <a:lnTo>
                  <a:pt x="4429823" y="346011"/>
                </a:lnTo>
                <a:lnTo>
                  <a:pt x="4417758" y="303758"/>
                </a:lnTo>
                <a:lnTo>
                  <a:pt x="4401616" y="262890"/>
                </a:lnTo>
                <a:lnTo>
                  <a:pt x="4381538" y="223812"/>
                </a:lnTo>
                <a:lnTo>
                  <a:pt x="4357725" y="186880"/>
                </a:lnTo>
                <a:lnTo>
                  <a:pt x="4330407" y="152463"/>
                </a:lnTo>
                <a:lnTo>
                  <a:pt x="4299851" y="120891"/>
                </a:lnTo>
                <a:lnTo>
                  <a:pt x="4266349" y="92468"/>
                </a:lnTo>
                <a:lnTo>
                  <a:pt x="4230217" y="67462"/>
                </a:lnTo>
                <a:lnTo>
                  <a:pt x="4191812" y="46113"/>
                </a:lnTo>
                <a:lnTo>
                  <a:pt x="4151503" y="28638"/>
                </a:lnTo>
                <a:lnTo>
                  <a:pt x="4109669" y="15201"/>
                </a:lnTo>
                <a:lnTo>
                  <a:pt x="4066717" y="5918"/>
                </a:lnTo>
                <a:lnTo>
                  <a:pt x="4023067" y="901"/>
                </a:lnTo>
                <a:lnTo>
                  <a:pt x="4001109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12916994" y="3951314"/>
            <a:ext cx="1235710" cy="1040130"/>
          </a:xfrm>
          <a:custGeom>
            <a:rect b="b" l="l" r="r" t="t"/>
            <a:pathLst>
              <a:path extrusionOk="0" h="1040129" w="1235709">
                <a:moveTo>
                  <a:pt x="760387" y="0"/>
                </a:moveTo>
                <a:lnTo>
                  <a:pt x="0" y="0"/>
                </a:lnTo>
                <a:lnTo>
                  <a:pt x="0" y="1039571"/>
                </a:lnTo>
                <a:lnTo>
                  <a:pt x="760387" y="1039571"/>
                </a:lnTo>
                <a:lnTo>
                  <a:pt x="791455" y="1038552"/>
                </a:lnTo>
                <a:lnTo>
                  <a:pt x="852991" y="1030446"/>
                </a:lnTo>
                <a:lnTo>
                  <a:pt x="913000" y="1014365"/>
                </a:lnTo>
                <a:lnTo>
                  <a:pt x="970338" y="990617"/>
                </a:lnTo>
                <a:lnTo>
                  <a:pt x="1024144" y="959551"/>
                </a:lnTo>
                <a:lnTo>
                  <a:pt x="1073386" y="921766"/>
                </a:lnTo>
                <a:lnTo>
                  <a:pt x="1117320" y="877833"/>
                </a:lnTo>
                <a:lnTo>
                  <a:pt x="1155100" y="828600"/>
                </a:lnTo>
                <a:lnTo>
                  <a:pt x="1186161" y="774796"/>
                </a:lnTo>
                <a:lnTo>
                  <a:pt x="1209912" y="717458"/>
                </a:lnTo>
                <a:lnTo>
                  <a:pt x="1225994" y="656740"/>
                </a:lnTo>
                <a:lnTo>
                  <a:pt x="1234095" y="576902"/>
                </a:lnTo>
                <a:lnTo>
                  <a:pt x="1235113" y="519785"/>
                </a:lnTo>
                <a:lnTo>
                  <a:pt x="1234095" y="462669"/>
                </a:lnTo>
                <a:lnTo>
                  <a:pt x="1231052" y="418393"/>
                </a:lnTo>
                <a:lnTo>
                  <a:pt x="1218933" y="351853"/>
                </a:lnTo>
                <a:lnTo>
                  <a:pt x="1198975" y="293055"/>
                </a:lnTo>
                <a:lnTo>
                  <a:pt x="1171511" y="237362"/>
                </a:lnTo>
                <a:lnTo>
                  <a:pt x="1137016" y="185735"/>
                </a:lnTo>
                <a:lnTo>
                  <a:pt x="1096073" y="139052"/>
                </a:lnTo>
                <a:lnTo>
                  <a:pt x="1049383" y="98107"/>
                </a:lnTo>
                <a:lnTo>
                  <a:pt x="997750" y="63601"/>
                </a:lnTo>
                <a:lnTo>
                  <a:pt x="942057" y="36142"/>
                </a:lnTo>
                <a:lnTo>
                  <a:pt x="883259" y="16179"/>
                </a:lnTo>
                <a:lnTo>
                  <a:pt x="822356" y="4065"/>
                </a:lnTo>
                <a:lnTo>
                  <a:pt x="760387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7995199" y="3951313"/>
            <a:ext cx="1235710" cy="1040130"/>
          </a:xfrm>
          <a:custGeom>
            <a:rect b="b" l="l" r="r" t="t"/>
            <a:pathLst>
              <a:path extrusionOk="0" h="1040129" w="1235709">
                <a:moveTo>
                  <a:pt x="760387" y="0"/>
                </a:moveTo>
                <a:lnTo>
                  <a:pt x="0" y="0"/>
                </a:lnTo>
                <a:lnTo>
                  <a:pt x="0" y="1039571"/>
                </a:lnTo>
                <a:lnTo>
                  <a:pt x="760387" y="1039571"/>
                </a:lnTo>
                <a:lnTo>
                  <a:pt x="791455" y="1038552"/>
                </a:lnTo>
                <a:lnTo>
                  <a:pt x="852991" y="1030446"/>
                </a:lnTo>
                <a:lnTo>
                  <a:pt x="913000" y="1014365"/>
                </a:lnTo>
                <a:lnTo>
                  <a:pt x="970338" y="990617"/>
                </a:lnTo>
                <a:lnTo>
                  <a:pt x="1024144" y="959551"/>
                </a:lnTo>
                <a:lnTo>
                  <a:pt x="1073386" y="921766"/>
                </a:lnTo>
                <a:lnTo>
                  <a:pt x="1117320" y="877833"/>
                </a:lnTo>
                <a:lnTo>
                  <a:pt x="1155100" y="828600"/>
                </a:lnTo>
                <a:lnTo>
                  <a:pt x="1186161" y="774796"/>
                </a:lnTo>
                <a:lnTo>
                  <a:pt x="1209912" y="717458"/>
                </a:lnTo>
                <a:lnTo>
                  <a:pt x="1225994" y="656740"/>
                </a:lnTo>
                <a:lnTo>
                  <a:pt x="1234095" y="576902"/>
                </a:lnTo>
                <a:lnTo>
                  <a:pt x="1235113" y="519785"/>
                </a:lnTo>
                <a:lnTo>
                  <a:pt x="1234095" y="462669"/>
                </a:lnTo>
                <a:lnTo>
                  <a:pt x="1231052" y="418393"/>
                </a:lnTo>
                <a:lnTo>
                  <a:pt x="1218933" y="351853"/>
                </a:lnTo>
                <a:lnTo>
                  <a:pt x="1198975" y="293055"/>
                </a:lnTo>
                <a:lnTo>
                  <a:pt x="1171511" y="237362"/>
                </a:lnTo>
                <a:lnTo>
                  <a:pt x="1137016" y="185735"/>
                </a:lnTo>
                <a:lnTo>
                  <a:pt x="1096073" y="139052"/>
                </a:lnTo>
                <a:lnTo>
                  <a:pt x="1049383" y="98107"/>
                </a:lnTo>
                <a:lnTo>
                  <a:pt x="997750" y="63601"/>
                </a:lnTo>
                <a:lnTo>
                  <a:pt x="942057" y="36142"/>
                </a:lnTo>
                <a:lnTo>
                  <a:pt x="883259" y="16179"/>
                </a:lnTo>
                <a:lnTo>
                  <a:pt x="822356" y="4065"/>
                </a:lnTo>
                <a:lnTo>
                  <a:pt x="760387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3073317" y="3951314"/>
            <a:ext cx="1235710" cy="1040130"/>
          </a:xfrm>
          <a:custGeom>
            <a:rect b="b" l="l" r="r" t="t"/>
            <a:pathLst>
              <a:path extrusionOk="0" h="1040129" w="1235710">
                <a:moveTo>
                  <a:pt x="760399" y="0"/>
                </a:moveTo>
                <a:lnTo>
                  <a:pt x="0" y="0"/>
                </a:lnTo>
                <a:lnTo>
                  <a:pt x="0" y="1039571"/>
                </a:lnTo>
                <a:lnTo>
                  <a:pt x="760399" y="1039571"/>
                </a:lnTo>
                <a:lnTo>
                  <a:pt x="791467" y="1038552"/>
                </a:lnTo>
                <a:lnTo>
                  <a:pt x="853004" y="1030446"/>
                </a:lnTo>
                <a:lnTo>
                  <a:pt x="913012" y="1014365"/>
                </a:lnTo>
                <a:lnTo>
                  <a:pt x="970351" y="990617"/>
                </a:lnTo>
                <a:lnTo>
                  <a:pt x="1024157" y="959551"/>
                </a:lnTo>
                <a:lnTo>
                  <a:pt x="1073399" y="921766"/>
                </a:lnTo>
                <a:lnTo>
                  <a:pt x="1117333" y="877833"/>
                </a:lnTo>
                <a:lnTo>
                  <a:pt x="1155113" y="828600"/>
                </a:lnTo>
                <a:lnTo>
                  <a:pt x="1186174" y="774796"/>
                </a:lnTo>
                <a:lnTo>
                  <a:pt x="1209925" y="717458"/>
                </a:lnTo>
                <a:lnTo>
                  <a:pt x="1226006" y="656740"/>
                </a:lnTo>
                <a:lnTo>
                  <a:pt x="1234108" y="576902"/>
                </a:lnTo>
                <a:lnTo>
                  <a:pt x="1235125" y="519785"/>
                </a:lnTo>
                <a:lnTo>
                  <a:pt x="1234108" y="462669"/>
                </a:lnTo>
                <a:lnTo>
                  <a:pt x="1231064" y="418393"/>
                </a:lnTo>
                <a:lnTo>
                  <a:pt x="1218946" y="351853"/>
                </a:lnTo>
                <a:lnTo>
                  <a:pt x="1198987" y="293055"/>
                </a:lnTo>
                <a:lnTo>
                  <a:pt x="1171524" y="237362"/>
                </a:lnTo>
                <a:lnTo>
                  <a:pt x="1137029" y="185735"/>
                </a:lnTo>
                <a:lnTo>
                  <a:pt x="1096086" y="139052"/>
                </a:lnTo>
                <a:lnTo>
                  <a:pt x="1049396" y="98107"/>
                </a:lnTo>
                <a:lnTo>
                  <a:pt x="997762" y="63601"/>
                </a:lnTo>
                <a:lnTo>
                  <a:pt x="942070" y="36142"/>
                </a:lnTo>
                <a:lnTo>
                  <a:pt x="883272" y="16179"/>
                </a:lnTo>
                <a:lnTo>
                  <a:pt x="822369" y="4065"/>
                </a:lnTo>
                <a:lnTo>
                  <a:pt x="760399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6" name="Google Shape;396;p11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397" name="Google Shape;397;p11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1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1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$PPTXTitle" id="400" name="Google Shape;400;p11"/>
          <p:cNvSpPr txBox="1"/>
          <p:nvPr>
            <p:ph type="title"/>
          </p:nvPr>
        </p:nvSpPr>
        <p:spPr>
          <a:xfrm>
            <a:off x="3031356" y="1550978"/>
            <a:ext cx="1374394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KPIs y scorecards en BI</a:t>
            </a:r>
            <a:endParaRPr/>
          </a:p>
        </p:txBody>
      </p:sp>
      <p:grpSp>
        <p:nvGrpSpPr>
          <p:cNvPr id="401" name="Google Shape;401;p11"/>
          <p:cNvGrpSpPr/>
          <p:nvPr/>
        </p:nvGrpSpPr>
        <p:grpSpPr>
          <a:xfrm>
            <a:off x="989572" y="1692474"/>
            <a:ext cx="845843" cy="846052"/>
            <a:chOff x="989572" y="1692474"/>
            <a:chExt cx="845843" cy="846052"/>
          </a:xfrm>
        </p:grpSpPr>
        <p:sp>
          <p:nvSpPr>
            <p:cNvPr id="402" name="Google Shape;402;p11"/>
            <p:cNvSpPr/>
            <p:nvPr/>
          </p:nvSpPr>
          <p:spPr>
            <a:xfrm>
              <a:off x="989572" y="1692498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1"/>
            <p:cNvSpPr/>
            <p:nvPr/>
          </p:nvSpPr>
          <p:spPr>
            <a:xfrm>
              <a:off x="1287839" y="1692474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1"/>
            <p:cNvSpPr/>
            <p:nvPr/>
          </p:nvSpPr>
          <p:spPr>
            <a:xfrm>
              <a:off x="989596" y="1843201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15" y="518782"/>
                  </a:moveTo>
                  <a:lnTo>
                    <a:pt x="839508" y="473151"/>
                  </a:lnTo>
                  <a:lnTo>
                    <a:pt x="821893" y="430618"/>
                  </a:lnTo>
                  <a:lnTo>
                    <a:pt x="793864" y="394106"/>
                  </a:lnTo>
                  <a:lnTo>
                    <a:pt x="671830" y="272084"/>
                  </a:lnTo>
                  <a:lnTo>
                    <a:pt x="422757" y="22961"/>
                  </a:lnTo>
                  <a:lnTo>
                    <a:pt x="399757" y="0"/>
                  </a:lnTo>
                  <a:lnTo>
                    <a:pt x="150672" y="249085"/>
                  </a:lnTo>
                  <a:lnTo>
                    <a:pt x="173647" y="272072"/>
                  </a:lnTo>
                  <a:lnTo>
                    <a:pt x="51650" y="394081"/>
                  </a:lnTo>
                  <a:lnTo>
                    <a:pt x="23622" y="430593"/>
                  </a:lnTo>
                  <a:lnTo>
                    <a:pt x="6007" y="473125"/>
                  </a:lnTo>
                  <a:lnTo>
                    <a:pt x="0" y="518756"/>
                  </a:lnTo>
                  <a:lnTo>
                    <a:pt x="368" y="530301"/>
                  </a:lnTo>
                  <a:lnTo>
                    <a:pt x="9359" y="575449"/>
                  </a:lnTo>
                  <a:lnTo>
                    <a:pt x="29718" y="616724"/>
                  </a:lnTo>
                  <a:lnTo>
                    <a:pt x="59855" y="651116"/>
                  </a:lnTo>
                  <a:lnTo>
                    <a:pt x="98069" y="676630"/>
                  </a:lnTo>
                  <a:lnTo>
                    <a:pt x="141655" y="691426"/>
                  </a:lnTo>
                  <a:lnTo>
                    <a:pt x="176060" y="694817"/>
                  </a:lnTo>
                  <a:lnTo>
                    <a:pt x="187591" y="694436"/>
                  </a:lnTo>
                  <a:lnTo>
                    <a:pt x="232740" y="685457"/>
                  </a:lnTo>
                  <a:lnTo>
                    <a:pt x="274027" y="665099"/>
                  </a:lnTo>
                  <a:lnTo>
                    <a:pt x="422744" y="521169"/>
                  </a:lnTo>
                  <a:lnTo>
                    <a:pt x="544779" y="643191"/>
                  </a:lnTo>
                  <a:lnTo>
                    <a:pt x="581291" y="671220"/>
                  </a:lnTo>
                  <a:lnTo>
                    <a:pt x="623824" y="688835"/>
                  </a:lnTo>
                  <a:lnTo>
                    <a:pt x="669455" y="694842"/>
                  </a:lnTo>
                  <a:lnTo>
                    <a:pt x="680999" y="694474"/>
                  </a:lnTo>
                  <a:lnTo>
                    <a:pt x="726147" y="685482"/>
                  </a:lnTo>
                  <a:lnTo>
                    <a:pt x="767422" y="665124"/>
                  </a:lnTo>
                  <a:lnTo>
                    <a:pt x="801814" y="634987"/>
                  </a:lnTo>
                  <a:lnTo>
                    <a:pt x="827328" y="596773"/>
                  </a:lnTo>
                  <a:lnTo>
                    <a:pt x="842124" y="553186"/>
                  </a:lnTo>
                  <a:lnTo>
                    <a:pt x="845134" y="530326"/>
                  </a:lnTo>
                  <a:lnTo>
                    <a:pt x="845515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5" name="Google Shape;405;p11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1"/>
          <p:cNvSpPr txBox="1"/>
          <p:nvPr/>
        </p:nvSpPr>
        <p:spPr>
          <a:xfrm>
            <a:off x="13079164" y="4091494"/>
            <a:ext cx="3831590" cy="3038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012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7F7F7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endParaRPr b="0" i="0" sz="45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22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Visuales KPI en Power BI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16534" lvl="0" marL="228600" marR="13589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Requieren una medida base, un objetivo y un eje de tendencia.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16534" lvl="0" marL="228600" marR="7975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Permiten contextualizar el desempeño en el tiempo.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7" name="Google Shape;407;p11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408" name="Google Shape;408;p11"/>
          <p:cNvSpPr txBox="1"/>
          <p:nvPr/>
        </p:nvSpPr>
        <p:spPr>
          <a:xfrm>
            <a:off x="3060600" y="9656443"/>
            <a:ext cx="6364605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Conceptos clave: visualización, indicadores y modelado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9" name="Google Shape;409;p11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  <p:sp>
        <p:nvSpPr>
          <p:cNvPr id="410" name="Google Shape;410;p11"/>
          <p:cNvSpPr txBox="1"/>
          <p:nvPr/>
        </p:nvSpPr>
        <p:spPr>
          <a:xfrm>
            <a:off x="8157319" y="4091494"/>
            <a:ext cx="3580129" cy="3434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019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7F7F7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 b="0" i="0" sz="45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marR="18415" rtl="0" algn="l">
              <a:lnSpc>
                <a:spcPct val="100000"/>
              </a:lnSpc>
              <a:spcBef>
                <a:spcPts val="322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Scorecards: estructura coherente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Agrupan múltiples indicadores para seguimiento estratégico.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16534" lvl="0" marL="228600" marR="39814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Facilitan la lectura rápida y priorización de áreas clave.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1" name="Google Shape;411;p11"/>
          <p:cNvSpPr txBox="1"/>
          <p:nvPr/>
        </p:nvSpPr>
        <p:spPr>
          <a:xfrm>
            <a:off x="3235473" y="4091494"/>
            <a:ext cx="3838575" cy="3434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019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7F7F7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endParaRPr b="0" i="0" sz="45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marR="1240790" rtl="0" algn="l">
              <a:lnSpc>
                <a:spcPct val="100000"/>
              </a:lnSpc>
              <a:spcBef>
                <a:spcPts val="322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KPIs: síntesis del desempeño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Resumen visual del estado frente a una meta deﬁnida.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16534" lvl="0" marL="228600" marR="5778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Permiten identiﬁcar rápidamente desviaciones y tendencias.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416" name="Google Shape;416;p12"/>
          <p:cNvSpPr txBox="1"/>
          <p:nvPr>
            <p:ph type="title"/>
          </p:nvPr>
        </p:nvSpPr>
        <p:spPr>
          <a:xfrm>
            <a:off x="3031356" y="1550978"/>
            <a:ext cx="1374394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Modelos tabulares: base analítica</a:t>
            </a:r>
            <a:endParaRPr/>
          </a:p>
        </p:txBody>
      </p:sp>
      <p:grpSp>
        <p:nvGrpSpPr>
          <p:cNvPr id="417" name="Google Shape;417;p12"/>
          <p:cNvGrpSpPr/>
          <p:nvPr/>
        </p:nvGrpSpPr>
        <p:grpSpPr>
          <a:xfrm>
            <a:off x="989533" y="1692474"/>
            <a:ext cx="845819" cy="846052"/>
            <a:chOff x="989533" y="1692474"/>
            <a:chExt cx="845819" cy="846052"/>
          </a:xfrm>
        </p:grpSpPr>
        <p:sp>
          <p:nvSpPr>
            <p:cNvPr id="418" name="Google Shape;418;p12"/>
            <p:cNvSpPr/>
            <p:nvPr/>
          </p:nvSpPr>
          <p:spPr>
            <a:xfrm>
              <a:off x="989594" y="1692498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2"/>
            <p:cNvSpPr/>
            <p:nvPr/>
          </p:nvSpPr>
          <p:spPr>
            <a:xfrm>
              <a:off x="1287839" y="1692474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2"/>
            <p:cNvSpPr/>
            <p:nvPr/>
          </p:nvSpPr>
          <p:spPr>
            <a:xfrm>
              <a:off x="989533" y="1843201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604" y="518782"/>
                  </a:moveTo>
                  <a:lnTo>
                    <a:pt x="839597" y="473151"/>
                  </a:lnTo>
                  <a:lnTo>
                    <a:pt x="821982" y="430618"/>
                  </a:lnTo>
                  <a:lnTo>
                    <a:pt x="793953" y="394106"/>
                  </a:lnTo>
                  <a:lnTo>
                    <a:pt x="399846" y="0"/>
                  </a:lnTo>
                  <a:lnTo>
                    <a:pt x="150761" y="249085"/>
                  </a:lnTo>
                  <a:lnTo>
                    <a:pt x="173697" y="272034"/>
                  </a:lnTo>
                  <a:lnTo>
                    <a:pt x="51650" y="394081"/>
                  </a:lnTo>
                  <a:lnTo>
                    <a:pt x="23622" y="430593"/>
                  </a:lnTo>
                  <a:lnTo>
                    <a:pt x="6007" y="473125"/>
                  </a:lnTo>
                  <a:lnTo>
                    <a:pt x="0" y="518756"/>
                  </a:lnTo>
                  <a:lnTo>
                    <a:pt x="381" y="530301"/>
                  </a:lnTo>
                  <a:lnTo>
                    <a:pt x="9359" y="575449"/>
                  </a:lnTo>
                  <a:lnTo>
                    <a:pt x="29718" y="616724"/>
                  </a:lnTo>
                  <a:lnTo>
                    <a:pt x="59855" y="651116"/>
                  </a:lnTo>
                  <a:lnTo>
                    <a:pt x="98069" y="676630"/>
                  </a:lnTo>
                  <a:lnTo>
                    <a:pt x="141655" y="691426"/>
                  </a:lnTo>
                  <a:lnTo>
                    <a:pt x="176060" y="694817"/>
                  </a:lnTo>
                  <a:lnTo>
                    <a:pt x="187591" y="694436"/>
                  </a:lnTo>
                  <a:lnTo>
                    <a:pt x="232740" y="685457"/>
                  </a:lnTo>
                  <a:lnTo>
                    <a:pt x="274027" y="665099"/>
                  </a:lnTo>
                  <a:lnTo>
                    <a:pt x="422783" y="521119"/>
                  </a:lnTo>
                  <a:lnTo>
                    <a:pt x="544868" y="643191"/>
                  </a:lnTo>
                  <a:lnTo>
                    <a:pt x="581380" y="671220"/>
                  </a:lnTo>
                  <a:lnTo>
                    <a:pt x="623912" y="688835"/>
                  </a:lnTo>
                  <a:lnTo>
                    <a:pt x="669544" y="694842"/>
                  </a:lnTo>
                  <a:lnTo>
                    <a:pt x="681088" y="694474"/>
                  </a:lnTo>
                  <a:lnTo>
                    <a:pt x="726236" y="685482"/>
                  </a:lnTo>
                  <a:lnTo>
                    <a:pt x="767511" y="665124"/>
                  </a:lnTo>
                  <a:lnTo>
                    <a:pt x="801903" y="634987"/>
                  </a:lnTo>
                  <a:lnTo>
                    <a:pt x="827417" y="596773"/>
                  </a:lnTo>
                  <a:lnTo>
                    <a:pt x="842213" y="553186"/>
                  </a:lnTo>
                  <a:lnTo>
                    <a:pt x="845223" y="530326"/>
                  </a:lnTo>
                  <a:lnTo>
                    <a:pt x="845604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1" name="Google Shape;421;p12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422" name="Google Shape;422;p12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2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2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5" name="Google Shape;425;p12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6" name="Google Shape;426;p12"/>
          <p:cNvGrpSpPr/>
          <p:nvPr/>
        </p:nvGrpSpPr>
        <p:grpSpPr>
          <a:xfrm>
            <a:off x="3044050" y="4363796"/>
            <a:ext cx="4598447" cy="3310896"/>
            <a:chOff x="3044050" y="4363796"/>
            <a:chExt cx="4598447" cy="3310896"/>
          </a:xfrm>
        </p:grpSpPr>
        <p:sp>
          <p:nvSpPr>
            <p:cNvPr id="427" name="Google Shape;427;p12"/>
            <p:cNvSpPr/>
            <p:nvPr/>
          </p:nvSpPr>
          <p:spPr>
            <a:xfrm>
              <a:off x="3149872" y="4363802"/>
              <a:ext cx="4492625" cy="3310890"/>
            </a:xfrm>
            <a:custGeom>
              <a:rect b="b" l="l" r="r" t="t"/>
              <a:pathLst>
                <a:path extrusionOk="0" h="3310890" w="4492625">
                  <a:moveTo>
                    <a:pt x="4033469" y="0"/>
                  </a:moveTo>
                  <a:lnTo>
                    <a:pt x="466725" y="0"/>
                  </a:lnTo>
                  <a:lnTo>
                    <a:pt x="451446" y="190"/>
                  </a:lnTo>
                  <a:lnTo>
                    <a:pt x="405803" y="3937"/>
                  </a:lnTo>
                  <a:lnTo>
                    <a:pt x="360730" y="12128"/>
                  </a:lnTo>
                  <a:lnTo>
                    <a:pt x="316687" y="24714"/>
                  </a:lnTo>
                  <a:lnTo>
                    <a:pt x="274078" y="41541"/>
                  </a:lnTo>
                  <a:lnTo>
                    <a:pt x="233337" y="62471"/>
                  </a:lnTo>
                  <a:lnTo>
                    <a:pt x="194830" y="87299"/>
                  </a:lnTo>
                  <a:lnTo>
                    <a:pt x="158953" y="115773"/>
                  </a:lnTo>
                  <a:lnTo>
                    <a:pt x="126034" y="147637"/>
                  </a:lnTo>
                  <a:lnTo>
                    <a:pt x="96393" y="182562"/>
                  </a:lnTo>
                  <a:lnTo>
                    <a:pt x="70332" y="220230"/>
                  </a:lnTo>
                  <a:lnTo>
                    <a:pt x="48082" y="260273"/>
                  </a:lnTo>
                  <a:lnTo>
                    <a:pt x="29857" y="302298"/>
                  </a:lnTo>
                  <a:lnTo>
                    <a:pt x="15836" y="345909"/>
                  </a:lnTo>
                  <a:lnTo>
                    <a:pt x="6172" y="390690"/>
                  </a:lnTo>
                  <a:lnTo>
                    <a:pt x="939" y="436194"/>
                  </a:lnTo>
                  <a:lnTo>
                    <a:pt x="0" y="459092"/>
                  </a:lnTo>
                  <a:lnTo>
                    <a:pt x="0" y="2843885"/>
                  </a:lnTo>
                  <a:lnTo>
                    <a:pt x="1498" y="2882036"/>
                  </a:lnTo>
                  <a:lnTo>
                    <a:pt x="7480" y="2927451"/>
                  </a:lnTo>
                  <a:lnTo>
                    <a:pt x="17881" y="2972066"/>
                  </a:lnTo>
                  <a:lnTo>
                    <a:pt x="32600" y="3015437"/>
                  </a:lnTo>
                  <a:lnTo>
                    <a:pt x="51511" y="3057169"/>
                  </a:lnTo>
                  <a:lnTo>
                    <a:pt x="74409" y="3096831"/>
                  </a:lnTo>
                  <a:lnTo>
                    <a:pt x="101092" y="3134080"/>
                  </a:lnTo>
                  <a:lnTo>
                    <a:pt x="131305" y="3168523"/>
                  </a:lnTo>
                  <a:lnTo>
                    <a:pt x="164731" y="3199828"/>
                  </a:lnTo>
                  <a:lnTo>
                    <a:pt x="201079" y="3227717"/>
                  </a:lnTo>
                  <a:lnTo>
                    <a:pt x="239979" y="3251898"/>
                  </a:lnTo>
                  <a:lnTo>
                    <a:pt x="281063" y="3272167"/>
                  </a:lnTo>
                  <a:lnTo>
                    <a:pt x="323938" y="3288296"/>
                  </a:lnTo>
                  <a:lnTo>
                    <a:pt x="368185" y="3300158"/>
                  </a:lnTo>
                  <a:lnTo>
                    <a:pt x="413372" y="3307626"/>
                  </a:lnTo>
                  <a:lnTo>
                    <a:pt x="459092" y="3310610"/>
                  </a:lnTo>
                  <a:lnTo>
                    <a:pt x="4025823" y="3310610"/>
                  </a:lnTo>
                  <a:lnTo>
                    <a:pt x="4063974" y="3309112"/>
                  </a:lnTo>
                  <a:lnTo>
                    <a:pt x="4109389" y="3303142"/>
                  </a:lnTo>
                  <a:lnTo>
                    <a:pt x="4154004" y="3292741"/>
                  </a:lnTo>
                  <a:lnTo>
                    <a:pt x="4197375" y="3278009"/>
                  </a:lnTo>
                  <a:lnTo>
                    <a:pt x="4239094" y="3259112"/>
                  </a:lnTo>
                  <a:lnTo>
                    <a:pt x="4278769" y="3236201"/>
                  </a:lnTo>
                  <a:lnTo>
                    <a:pt x="4316006" y="3209518"/>
                  </a:lnTo>
                  <a:lnTo>
                    <a:pt x="4350448" y="3179318"/>
                  </a:lnTo>
                  <a:lnTo>
                    <a:pt x="4381766" y="3145878"/>
                  </a:lnTo>
                  <a:lnTo>
                    <a:pt x="4409655" y="3109531"/>
                  </a:lnTo>
                  <a:lnTo>
                    <a:pt x="4433836" y="3070644"/>
                  </a:lnTo>
                  <a:lnTo>
                    <a:pt x="4454105" y="3029559"/>
                  </a:lnTo>
                  <a:lnTo>
                    <a:pt x="4470234" y="2986684"/>
                  </a:lnTo>
                  <a:lnTo>
                    <a:pt x="4482096" y="2942437"/>
                  </a:lnTo>
                  <a:lnTo>
                    <a:pt x="4489551" y="2897238"/>
                  </a:lnTo>
                  <a:lnTo>
                    <a:pt x="4492548" y="2851531"/>
                  </a:lnTo>
                  <a:lnTo>
                    <a:pt x="4492548" y="466725"/>
                  </a:lnTo>
                  <a:lnTo>
                    <a:pt x="4491050" y="428574"/>
                  </a:lnTo>
                  <a:lnTo>
                    <a:pt x="4485068" y="383159"/>
                  </a:lnTo>
                  <a:lnTo>
                    <a:pt x="4474667" y="338556"/>
                  </a:lnTo>
                  <a:lnTo>
                    <a:pt x="4459947" y="295173"/>
                  </a:lnTo>
                  <a:lnTo>
                    <a:pt x="4441037" y="253453"/>
                  </a:lnTo>
                  <a:lnTo>
                    <a:pt x="4418139" y="213779"/>
                  </a:lnTo>
                  <a:lnTo>
                    <a:pt x="4391456" y="176542"/>
                  </a:lnTo>
                  <a:lnTo>
                    <a:pt x="4361256" y="142100"/>
                  </a:lnTo>
                  <a:lnTo>
                    <a:pt x="4327817" y="110782"/>
                  </a:lnTo>
                  <a:lnTo>
                    <a:pt x="4291469" y="82905"/>
                  </a:lnTo>
                  <a:lnTo>
                    <a:pt x="4252569" y="58712"/>
                  </a:lnTo>
                  <a:lnTo>
                    <a:pt x="4211497" y="38455"/>
                  </a:lnTo>
                  <a:lnTo>
                    <a:pt x="4168622" y="22313"/>
                  </a:lnTo>
                  <a:lnTo>
                    <a:pt x="4124375" y="10452"/>
                  </a:lnTo>
                  <a:lnTo>
                    <a:pt x="4079176" y="2997"/>
                  </a:lnTo>
                  <a:lnTo>
                    <a:pt x="4033469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2"/>
            <p:cNvSpPr/>
            <p:nvPr/>
          </p:nvSpPr>
          <p:spPr>
            <a:xfrm>
              <a:off x="3044050" y="4363796"/>
              <a:ext cx="3056890" cy="3310890"/>
            </a:xfrm>
            <a:custGeom>
              <a:rect b="b" l="l" r="r" t="t"/>
              <a:pathLst>
                <a:path extrusionOk="0" h="3310890" w="3056890">
                  <a:moveTo>
                    <a:pt x="3056648" y="0"/>
                  </a:moveTo>
                  <a:lnTo>
                    <a:pt x="0" y="0"/>
                  </a:lnTo>
                  <a:lnTo>
                    <a:pt x="0" y="3310623"/>
                  </a:lnTo>
                  <a:lnTo>
                    <a:pt x="3056648" y="3310623"/>
                  </a:lnTo>
                  <a:lnTo>
                    <a:pt x="3056648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9" name="Google Shape;429;p12"/>
          <p:cNvSpPr/>
          <p:nvPr/>
        </p:nvSpPr>
        <p:spPr>
          <a:xfrm>
            <a:off x="7902029" y="4363796"/>
            <a:ext cx="4598670" cy="3310890"/>
          </a:xfrm>
          <a:custGeom>
            <a:rect b="b" l="l" r="r" t="t"/>
            <a:pathLst>
              <a:path extrusionOk="0" h="3310890" w="4598670">
                <a:moveTo>
                  <a:pt x="4598365" y="466737"/>
                </a:moveTo>
                <a:lnTo>
                  <a:pt x="4596866" y="428586"/>
                </a:lnTo>
                <a:lnTo>
                  <a:pt x="4590885" y="383171"/>
                </a:lnTo>
                <a:lnTo>
                  <a:pt x="4580483" y="338569"/>
                </a:lnTo>
                <a:lnTo>
                  <a:pt x="4565764" y="295186"/>
                </a:lnTo>
                <a:lnTo>
                  <a:pt x="4546854" y="253466"/>
                </a:lnTo>
                <a:lnTo>
                  <a:pt x="4523956" y="213791"/>
                </a:lnTo>
                <a:lnTo>
                  <a:pt x="4497273" y="176555"/>
                </a:lnTo>
                <a:lnTo>
                  <a:pt x="4467072" y="142113"/>
                </a:lnTo>
                <a:lnTo>
                  <a:pt x="4433633" y="110794"/>
                </a:lnTo>
                <a:lnTo>
                  <a:pt x="4397286" y="82918"/>
                </a:lnTo>
                <a:lnTo>
                  <a:pt x="4358386" y="58724"/>
                </a:lnTo>
                <a:lnTo>
                  <a:pt x="4317314" y="38468"/>
                </a:lnTo>
                <a:lnTo>
                  <a:pt x="4274439" y="22326"/>
                </a:lnTo>
                <a:lnTo>
                  <a:pt x="4230192" y="10464"/>
                </a:lnTo>
                <a:lnTo>
                  <a:pt x="4184993" y="3009"/>
                </a:lnTo>
                <a:lnTo>
                  <a:pt x="4139285" y="12"/>
                </a:lnTo>
                <a:lnTo>
                  <a:pt x="3056648" y="12"/>
                </a:lnTo>
                <a:lnTo>
                  <a:pt x="0" y="0"/>
                </a:lnTo>
                <a:lnTo>
                  <a:pt x="0" y="3310623"/>
                </a:lnTo>
                <a:lnTo>
                  <a:pt x="564908" y="3310623"/>
                </a:lnTo>
                <a:lnTo>
                  <a:pt x="3056648" y="3310623"/>
                </a:lnTo>
                <a:lnTo>
                  <a:pt x="4131640" y="3310623"/>
                </a:lnTo>
                <a:lnTo>
                  <a:pt x="4146918" y="3310445"/>
                </a:lnTo>
                <a:lnTo>
                  <a:pt x="4192574" y="3306699"/>
                </a:lnTo>
                <a:lnTo>
                  <a:pt x="4237634" y="3298494"/>
                </a:lnTo>
                <a:lnTo>
                  <a:pt x="4281678" y="3285921"/>
                </a:lnTo>
                <a:lnTo>
                  <a:pt x="4324286" y="3269081"/>
                </a:lnTo>
                <a:lnTo>
                  <a:pt x="4365028" y="3248152"/>
                </a:lnTo>
                <a:lnTo>
                  <a:pt x="4403534" y="3223336"/>
                </a:lnTo>
                <a:lnTo>
                  <a:pt x="4439412" y="3194850"/>
                </a:lnTo>
                <a:lnTo>
                  <a:pt x="4472330" y="3162998"/>
                </a:lnTo>
                <a:lnTo>
                  <a:pt x="4501972" y="3128073"/>
                </a:lnTo>
                <a:lnTo>
                  <a:pt x="4528032" y="3090405"/>
                </a:lnTo>
                <a:lnTo>
                  <a:pt x="4550283" y="3050362"/>
                </a:lnTo>
                <a:lnTo>
                  <a:pt x="4568507" y="3008338"/>
                </a:lnTo>
                <a:lnTo>
                  <a:pt x="4582515" y="2964713"/>
                </a:lnTo>
                <a:lnTo>
                  <a:pt x="4592193" y="2919946"/>
                </a:lnTo>
                <a:lnTo>
                  <a:pt x="4597438" y="2874441"/>
                </a:lnTo>
                <a:lnTo>
                  <a:pt x="4598365" y="2851543"/>
                </a:lnTo>
                <a:lnTo>
                  <a:pt x="4598365" y="466737"/>
                </a:lnTo>
                <a:close/>
              </a:path>
            </a:pathLst>
          </a:custGeom>
          <a:solidFill>
            <a:srgbClr val="F579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12760071" y="4363796"/>
            <a:ext cx="4598670" cy="3310890"/>
          </a:xfrm>
          <a:custGeom>
            <a:rect b="b" l="l" r="r" t="t"/>
            <a:pathLst>
              <a:path extrusionOk="0" h="3310890" w="4598669">
                <a:moveTo>
                  <a:pt x="4598365" y="466737"/>
                </a:moveTo>
                <a:lnTo>
                  <a:pt x="4596866" y="428586"/>
                </a:lnTo>
                <a:lnTo>
                  <a:pt x="4590885" y="383171"/>
                </a:lnTo>
                <a:lnTo>
                  <a:pt x="4580483" y="338569"/>
                </a:lnTo>
                <a:lnTo>
                  <a:pt x="4565764" y="295186"/>
                </a:lnTo>
                <a:lnTo>
                  <a:pt x="4546854" y="253466"/>
                </a:lnTo>
                <a:lnTo>
                  <a:pt x="4523956" y="213791"/>
                </a:lnTo>
                <a:lnTo>
                  <a:pt x="4497260" y="176555"/>
                </a:lnTo>
                <a:lnTo>
                  <a:pt x="4467072" y="142113"/>
                </a:lnTo>
                <a:lnTo>
                  <a:pt x="4433633" y="110794"/>
                </a:lnTo>
                <a:lnTo>
                  <a:pt x="4397286" y="82918"/>
                </a:lnTo>
                <a:lnTo>
                  <a:pt x="4358386" y="58724"/>
                </a:lnTo>
                <a:lnTo>
                  <a:pt x="4317314" y="38468"/>
                </a:lnTo>
                <a:lnTo>
                  <a:pt x="4274439" y="22326"/>
                </a:lnTo>
                <a:lnTo>
                  <a:pt x="4230192" y="10464"/>
                </a:lnTo>
                <a:lnTo>
                  <a:pt x="4184993" y="3009"/>
                </a:lnTo>
                <a:lnTo>
                  <a:pt x="4139285" y="12"/>
                </a:lnTo>
                <a:lnTo>
                  <a:pt x="3056648" y="12"/>
                </a:lnTo>
                <a:lnTo>
                  <a:pt x="0" y="0"/>
                </a:lnTo>
                <a:lnTo>
                  <a:pt x="0" y="3310623"/>
                </a:lnTo>
                <a:lnTo>
                  <a:pt x="564908" y="3310623"/>
                </a:lnTo>
                <a:lnTo>
                  <a:pt x="3056648" y="3310623"/>
                </a:lnTo>
                <a:lnTo>
                  <a:pt x="4131640" y="3310623"/>
                </a:lnTo>
                <a:lnTo>
                  <a:pt x="4146918" y="3310445"/>
                </a:lnTo>
                <a:lnTo>
                  <a:pt x="4192574" y="3306699"/>
                </a:lnTo>
                <a:lnTo>
                  <a:pt x="4237634" y="3298494"/>
                </a:lnTo>
                <a:lnTo>
                  <a:pt x="4281678" y="3285921"/>
                </a:lnTo>
                <a:lnTo>
                  <a:pt x="4324286" y="3269081"/>
                </a:lnTo>
                <a:lnTo>
                  <a:pt x="4365028" y="3248152"/>
                </a:lnTo>
                <a:lnTo>
                  <a:pt x="4403534" y="3223336"/>
                </a:lnTo>
                <a:lnTo>
                  <a:pt x="4439412" y="3194850"/>
                </a:lnTo>
                <a:lnTo>
                  <a:pt x="4472330" y="3162998"/>
                </a:lnTo>
                <a:lnTo>
                  <a:pt x="4501972" y="3128073"/>
                </a:lnTo>
                <a:lnTo>
                  <a:pt x="4528045" y="3090405"/>
                </a:lnTo>
                <a:lnTo>
                  <a:pt x="4550283" y="3050362"/>
                </a:lnTo>
                <a:lnTo>
                  <a:pt x="4568507" y="3008338"/>
                </a:lnTo>
                <a:lnTo>
                  <a:pt x="4582515" y="2964713"/>
                </a:lnTo>
                <a:lnTo>
                  <a:pt x="4592193" y="2919946"/>
                </a:lnTo>
                <a:lnTo>
                  <a:pt x="4597438" y="2874441"/>
                </a:lnTo>
                <a:lnTo>
                  <a:pt x="4598365" y="2851543"/>
                </a:lnTo>
                <a:lnTo>
                  <a:pt x="4598365" y="466737"/>
                </a:lnTo>
                <a:close/>
              </a:path>
            </a:pathLst>
          </a:custGeom>
          <a:solidFill>
            <a:srgbClr val="EF8F5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2"/>
          <p:cNvSpPr txBox="1"/>
          <p:nvPr/>
        </p:nvSpPr>
        <p:spPr>
          <a:xfrm>
            <a:off x="3354983" y="4546991"/>
            <a:ext cx="2922270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Modelo semántico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2" name="Google Shape;432;p12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433" name="Google Shape;433;p12"/>
          <p:cNvSpPr txBox="1"/>
          <p:nvPr/>
        </p:nvSpPr>
        <p:spPr>
          <a:xfrm>
            <a:off x="3060600" y="9656443"/>
            <a:ext cx="6364605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Conceptos clave: visualización, indicadores y modelado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4" name="Google Shape;434;p12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  <p:sp>
        <p:nvSpPr>
          <p:cNvPr id="435" name="Google Shape;435;p12"/>
          <p:cNvSpPr txBox="1"/>
          <p:nvPr/>
        </p:nvSpPr>
        <p:spPr>
          <a:xfrm>
            <a:off x="3354983" y="4943231"/>
            <a:ext cx="2061845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estructurado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6" name="Google Shape;436;p12"/>
          <p:cNvSpPr txBox="1"/>
          <p:nvPr/>
        </p:nvSpPr>
        <p:spPr>
          <a:xfrm>
            <a:off x="3354983" y="5578231"/>
            <a:ext cx="3291204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Deﬁne entidades, relaciones y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7" name="Google Shape;437;p12"/>
          <p:cNvSpPr txBox="1"/>
          <p:nvPr/>
        </p:nvSpPr>
        <p:spPr>
          <a:xfrm>
            <a:off x="3354983" y="5883031"/>
            <a:ext cx="351409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jerarquías para análisis eﬁciente.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8" name="Google Shape;438;p12"/>
          <p:cNvSpPr txBox="1"/>
          <p:nvPr/>
        </p:nvSpPr>
        <p:spPr>
          <a:xfrm>
            <a:off x="8212956" y="4519988"/>
            <a:ext cx="3270885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Ventajas de modelos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9" name="Google Shape;439;p12"/>
          <p:cNvSpPr txBox="1"/>
          <p:nvPr/>
        </p:nvSpPr>
        <p:spPr>
          <a:xfrm>
            <a:off x="8212956" y="4916228"/>
            <a:ext cx="1508125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tabulares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0" name="Google Shape;440;p12"/>
          <p:cNvSpPr txBox="1"/>
          <p:nvPr/>
        </p:nvSpPr>
        <p:spPr>
          <a:xfrm>
            <a:off x="8212956" y="5551228"/>
            <a:ext cx="382142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Permiten medidas DAX y consultas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1" name="Google Shape;441;p12"/>
          <p:cNvSpPr txBox="1"/>
          <p:nvPr/>
        </p:nvSpPr>
        <p:spPr>
          <a:xfrm>
            <a:off x="8212956" y="5856028"/>
            <a:ext cx="282575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rápidas en plataformas BI.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2" name="Google Shape;442;p12"/>
          <p:cNvSpPr txBox="1"/>
          <p:nvPr/>
        </p:nvSpPr>
        <p:spPr>
          <a:xfrm>
            <a:off x="13052995" y="4546991"/>
            <a:ext cx="3478529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Impacto en calidad de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3" name="Google Shape;443;p12"/>
          <p:cNvSpPr txBox="1"/>
          <p:nvPr/>
        </p:nvSpPr>
        <p:spPr>
          <a:xfrm>
            <a:off x="13052995" y="4943231"/>
            <a:ext cx="553085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KPI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4" name="Google Shape;444;p12"/>
          <p:cNvSpPr txBox="1"/>
          <p:nvPr/>
        </p:nvSpPr>
        <p:spPr>
          <a:xfrm>
            <a:off x="13052995" y="5578231"/>
            <a:ext cx="382397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Un modelo tabular sólido garantiza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5" name="Google Shape;445;p12"/>
          <p:cNvSpPr txBox="1"/>
          <p:nvPr/>
        </p:nvSpPr>
        <p:spPr>
          <a:xfrm>
            <a:off x="13052995" y="5883031"/>
            <a:ext cx="369442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indicadores conﬁables y precisos.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3"/>
          <p:cNvSpPr txBox="1"/>
          <p:nvPr/>
        </p:nvSpPr>
        <p:spPr>
          <a:xfrm>
            <a:off x="3033886" y="3796758"/>
            <a:ext cx="6326505" cy="5052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Deﬁnición precisa de la tabla de fechas</a:t>
            </a:r>
            <a:endParaRPr b="0" i="0" sz="22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664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Permite análisis temporal conﬁable y comparaciones históricas</a:t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Dimensiones limpias y estables</a:t>
            </a:r>
            <a:endParaRPr b="0" i="0" sz="22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81660" rtl="0" algn="l">
              <a:lnSpc>
                <a:spcPct val="101899"/>
              </a:lnSpc>
              <a:spcBef>
                <a:spcPts val="162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Facilitan navegación por categorías y reducen errores de interpretación</a:t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Medidas reutilizables y consistentes</a:t>
            </a:r>
            <a:endParaRPr b="0" i="0" sz="22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664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Optimiza el diseño de scorecards y dashboards ejecutivos</a:t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11455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Nomenclatura clara y separación de columnas</a:t>
            </a:r>
            <a:endParaRPr b="0" i="0" sz="22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09905" rtl="0" algn="l">
              <a:lnSpc>
                <a:spcPct val="101899"/>
              </a:lnSpc>
              <a:spcBef>
                <a:spcPts val="16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Distingue entre datos descriptivos y analíticos para mayor claridad</a:t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$PPTXTitle" id="451" name="Google Shape;451;p13"/>
          <p:cNvSpPr txBox="1"/>
          <p:nvPr>
            <p:ph type="title"/>
          </p:nvPr>
        </p:nvSpPr>
        <p:spPr>
          <a:xfrm>
            <a:off x="3033923" y="1565105"/>
            <a:ext cx="6096000" cy="1802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225">
            <a:spAutoFit/>
          </a:bodyPr>
          <a:lstStyle/>
          <a:p>
            <a:pPr indent="0" lvl="0" marL="12700" marR="5080" rtl="0" algn="l">
              <a:lnSpc>
                <a:spcPct val="110578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050"/>
              <a:t>Buenas prácticas de modelado</a:t>
            </a:r>
            <a:endParaRPr sz="6050"/>
          </a:p>
        </p:txBody>
      </p:sp>
      <p:pic>
        <p:nvPicPr>
          <p:cNvPr id="452" name="Google Shape;4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8527" y="2433269"/>
            <a:ext cx="7399807" cy="492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3" name="Google Shape;453;p13"/>
          <p:cNvGrpSpPr/>
          <p:nvPr/>
        </p:nvGrpSpPr>
        <p:grpSpPr>
          <a:xfrm>
            <a:off x="989622" y="1689054"/>
            <a:ext cx="845819" cy="846030"/>
            <a:chOff x="989622" y="1689054"/>
            <a:chExt cx="845819" cy="846030"/>
          </a:xfrm>
        </p:grpSpPr>
        <p:sp>
          <p:nvSpPr>
            <p:cNvPr id="454" name="Google Shape;454;p13"/>
            <p:cNvSpPr/>
            <p:nvPr/>
          </p:nvSpPr>
          <p:spPr>
            <a:xfrm>
              <a:off x="989638" y="1689088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3"/>
            <p:cNvSpPr/>
            <p:nvPr/>
          </p:nvSpPr>
          <p:spPr>
            <a:xfrm>
              <a:off x="1287842" y="1689054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3"/>
            <p:cNvSpPr/>
            <p:nvPr/>
          </p:nvSpPr>
          <p:spPr>
            <a:xfrm>
              <a:off x="989622" y="1839759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27" y="518782"/>
                  </a:moveTo>
                  <a:lnTo>
                    <a:pt x="839520" y="473151"/>
                  </a:lnTo>
                  <a:lnTo>
                    <a:pt x="821905" y="430618"/>
                  </a:lnTo>
                  <a:lnTo>
                    <a:pt x="793877" y="394106"/>
                  </a:lnTo>
                  <a:lnTo>
                    <a:pt x="399770" y="0"/>
                  </a:lnTo>
                  <a:lnTo>
                    <a:pt x="150685" y="249085"/>
                  </a:lnTo>
                  <a:lnTo>
                    <a:pt x="173685" y="272097"/>
                  </a:lnTo>
                  <a:lnTo>
                    <a:pt x="51650" y="394144"/>
                  </a:lnTo>
                  <a:lnTo>
                    <a:pt x="23622" y="430657"/>
                  </a:lnTo>
                  <a:lnTo>
                    <a:pt x="6007" y="473189"/>
                  </a:lnTo>
                  <a:lnTo>
                    <a:pt x="0" y="518820"/>
                  </a:lnTo>
                  <a:lnTo>
                    <a:pt x="368" y="530364"/>
                  </a:lnTo>
                  <a:lnTo>
                    <a:pt x="9347" y="575513"/>
                  </a:lnTo>
                  <a:lnTo>
                    <a:pt x="29718" y="616788"/>
                  </a:lnTo>
                  <a:lnTo>
                    <a:pt x="59855" y="651179"/>
                  </a:lnTo>
                  <a:lnTo>
                    <a:pt x="98069" y="676694"/>
                  </a:lnTo>
                  <a:lnTo>
                    <a:pt x="141655" y="691502"/>
                  </a:lnTo>
                  <a:lnTo>
                    <a:pt x="176060" y="694880"/>
                  </a:lnTo>
                  <a:lnTo>
                    <a:pt x="187591" y="694499"/>
                  </a:lnTo>
                  <a:lnTo>
                    <a:pt x="232727" y="685520"/>
                  </a:lnTo>
                  <a:lnTo>
                    <a:pt x="274015" y="665162"/>
                  </a:lnTo>
                  <a:lnTo>
                    <a:pt x="422783" y="521195"/>
                  </a:lnTo>
                  <a:lnTo>
                    <a:pt x="544791" y="643191"/>
                  </a:lnTo>
                  <a:lnTo>
                    <a:pt x="581304" y="671220"/>
                  </a:lnTo>
                  <a:lnTo>
                    <a:pt x="623836" y="688835"/>
                  </a:lnTo>
                  <a:lnTo>
                    <a:pt x="669467" y="694842"/>
                  </a:lnTo>
                  <a:lnTo>
                    <a:pt x="680999" y="694474"/>
                  </a:lnTo>
                  <a:lnTo>
                    <a:pt x="726147" y="685495"/>
                  </a:lnTo>
                  <a:lnTo>
                    <a:pt x="767422" y="665124"/>
                  </a:lnTo>
                  <a:lnTo>
                    <a:pt x="801827" y="634987"/>
                  </a:lnTo>
                  <a:lnTo>
                    <a:pt x="827341" y="596773"/>
                  </a:lnTo>
                  <a:lnTo>
                    <a:pt x="842137" y="553186"/>
                  </a:lnTo>
                  <a:lnTo>
                    <a:pt x="845146" y="530326"/>
                  </a:lnTo>
                  <a:lnTo>
                    <a:pt x="845527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7" name="Google Shape;457;p13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458" name="Google Shape;458;p13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3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3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1" name="Google Shape;461;p13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3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463" name="Google Shape;463;p13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464" name="Google Shape;464;p13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9" name="Google Shape;469;p14"/>
          <p:cNvGrpSpPr/>
          <p:nvPr/>
        </p:nvGrpSpPr>
        <p:grpSpPr>
          <a:xfrm>
            <a:off x="1018820" y="4081279"/>
            <a:ext cx="845831" cy="846028"/>
            <a:chOff x="1018820" y="4081279"/>
            <a:chExt cx="845831" cy="846028"/>
          </a:xfrm>
        </p:grpSpPr>
        <p:sp>
          <p:nvSpPr>
            <p:cNvPr id="470" name="Google Shape;470;p14"/>
            <p:cNvSpPr/>
            <p:nvPr/>
          </p:nvSpPr>
          <p:spPr>
            <a:xfrm>
              <a:off x="1018820" y="4081282"/>
              <a:ext cx="547370" cy="547370"/>
            </a:xfrm>
            <a:custGeom>
              <a:rect b="b" l="l" r="r" t="t"/>
              <a:pathLst>
                <a:path extrusionOk="0" h="547370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1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1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4"/>
            <p:cNvSpPr/>
            <p:nvPr/>
          </p:nvSpPr>
          <p:spPr>
            <a:xfrm>
              <a:off x="1317058" y="4081279"/>
              <a:ext cx="547370" cy="547370"/>
            </a:xfrm>
            <a:custGeom>
              <a:rect b="b" l="l" r="r" t="t"/>
              <a:pathLst>
                <a:path extrusionOk="0" h="547370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1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5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4"/>
            <p:cNvSpPr/>
            <p:nvPr/>
          </p:nvSpPr>
          <p:spPr>
            <a:xfrm>
              <a:off x="1018832" y="4231982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27" y="518782"/>
                  </a:moveTo>
                  <a:lnTo>
                    <a:pt x="839520" y="473151"/>
                  </a:lnTo>
                  <a:lnTo>
                    <a:pt x="821905" y="430618"/>
                  </a:lnTo>
                  <a:lnTo>
                    <a:pt x="793877" y="394106"/>
                  </a:lnTo>
                  <a:lnTo>
                    <a:pt x="671855" y="272084"/>
                  </a:lnTo>
                  <a:lnTo>
                    <a:pt x="422757" y="22987"/>
                  </a:lnTo>
                  <a:lnTo>
                    <a:pt x="399770" y="0"/>
                  </a:lnTo>
                  <a:lnTo>
                    <a:pt x="150685" y="249085"/>
                  </a:lnTo>
                  <a:lnTo>
                    <a:pt x="173672" y="272084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68" y="530326"/>
                  </a:lnTo>
                  <a:lnTo>
                    <a:pt x="9359" y="575475"/>
                  </a:lnTo>
                  <a:lnTo>
                    <a:pt x="29718" y="616750"/>
                  </a:lnTo>
                  <a:lnTo>
                    <a:pt x="59855" y="651141"/>
                  </a:lnTo>
                  <a:lnTo>
                    <a:pt x="98069" y="676656"/>
                  </a:lnTo>
                  <a:lnTo>
                    <a:pt x="141655" y="691451"/>
                  </a:lnTo>
                  <a:lnTo>
                    <a:pt x="176060" y="694842"/>
                  </a:lnTo>
                  <a:lnTo>
                    <a:pt x="187591" y="694461"/>
                  </a:lnTo>
                  <a:lnTo>
                    <a:pt x="232740" y="685482"/>
                  </a:lnTo>
                  <a:lnTo>
                    <a:pt x="274027" y="665124"/>
                  </a:lnTo>
                  <a:lnTo>
                    <a:pt x="422757" y="521169"/>
                  </a:lnTo>
                  <a:lnTo>
                    <a:pt x="544791" y="643191"/>
                  </a:lnTo>
                  <a:lnTo>
                    <a:pt x="581304" y="671220"/>
                  </a:lnTo>
                  <a:lnTo>
                    <a:pt x="623836" y="688835"/>
                  </a:lnTo>
                  <a:lnTo>
                    <a:pt x="669467" y="694842"/>
                  </a:lnTo>
                  <a:lnTo>
                    <a:pt x="681012" y="694474"/>
                  </a:lnTo>
                  <a:lnTo>
                    <a:pt x="726160" y="685482"/>
                  </a:lnTo>
                  <a:lnTo>
                    <a:pt x="767435" y="665124"/>
                  </a:lnTo>
                  <a:lnTo>
                    <a:pt x="801827" y="634987"/>
                  </a:lnTo>
                  <a:lnTo>
                    <a:pt x="827341" y="596773"/>
                  </a:lnTo>
                  <a:lnTo>
                    <a:pt x="842137" y="553186"/>
                  </a:lnTo>
                  <a:lnTo>
                    <a:pt x="845146" y="530326"/>
                  </a:lnTo>
                  <a:lnTo>
                    <a:pt x="845527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$PPTXTitle" id="473" name="Google Shape;473;p14"/>
          <p:cNvSpPr txBox="1"/>
          <p:nvPr>
            <p:ph type="title"/>
          </p:nvPr>
        </p:nvSpPr>
        <p:spPr>
          <a:xfrm>
            <a:off x="3060600" y="3808833"/>
            <a:ext cx="1175131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0">
            <a:spAutoFit/>
          </a:bodyPr>
          <a:lstStyle/>
          <a:p>
            <a:pPr indent="0" lvl="0" marL="1270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0"/>
              <a:t>Scorecards, semáforos y codiﬁcación visual</a:t>
            </a:r>
            <a:endParaRPr sz="8000"/>
          </a:p>
        </p:txBody>
      </p:sp>
      <p:grpSp>
        <p:nvGrpSpPr>
          <p:cNvPr id="474" name="Google Shape;474;p14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475" name="Google Shape;475;p14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4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4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8" name="Google Shape;478;p14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4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480" name="Google Shape;480;p14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481" name="Google Shape;481;p14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5"/>
          <p:cNvSpPr txBox="1"/>
          <p:nvPr/>
        </p:nvSpPr>
        <p:spPr>
          <a:xfrm>
            <a:off x="3033886" y="4644998"/>
            <a:ext cx="6202680" cy="3983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Balanced Scorecard: visión integral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92405" lvl="0" marL="205104" marR="0" rtl="0" algn="l">
              <a:lnSpc>
                <a:spcPct val="100000"/>
              </a:lnSpc>
              <a:spcBef>
                <a:spcPts val="1725"/>
              </a:spcBef>
              <a:spcAft>
                <a:spcPts val="0"/>
              </a:spcAft>
              <a:buClr>
                <a:srgbClr val="292929"/>
              </a:buClr>
              <a:buSzPts val="1750"/>
              <a:buFont typeface="Garamond"/>
              <a:buChar char="•"/>
            </a:pPr>
            <a:r>
              <a:rPr b="0" i="0" lang="en-US" sz="17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Permite traducir la estrategia en </a:t>
            </a:r>
            <a:r>
              <a:rPr b="1" i="0" lang="en-US" sz="1750" u="none" cap="none" strike="noStrike">
                <a:solidFill>
                  <a:srgbClr val="F2620F"/>
                </a:solidFill>
                <a:latin typeface="Gill Sans"/>
                <a:ea typeface="Gill Sans"/>
                <a:cs typeface="Gill Sans"/>
                <a:sym typeface="Gill Sans"/>
              </a:rPr>
              <a:t>objetivos e indicadores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20574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claros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Cuatro perspectivas clave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92405" lvl="0" marL="204470" marR="530860" rtl="0" algn="l">
              <a:lnSpc>
                <a:spcPct val="102200"/>
              </a:lnSpc>
              <a:spcBef>
                <a:spcPts val="1675"/>
              </a:spcBef>
              <a:spcAft>
                <a:spcPts val="0"/>
              </a:spcAft>
              <a:buClr>
                <a:srgbClr val="292929"/>
              </a:buClr>
              <a:buSzPts val="1750"/>
              <a:buFont typeface="Garamond"/>
              <a:buChar char="•"/>
            </a:pPr>
            <a:r>
              <a:rPr b="0" i="0" lang="en-US" sz="17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Financiera, clientes, procesos internos, aprendizaje y 	crecimiento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292929"/>
              </a:buClr>
              <a:buSzPts val="1750"/>
              <a:buFont typeface="Garamond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Scorecards en BI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92405" lvl="0" marL="204470" marR="5715" rtl="0" algn="l">
              <a:lnSpc>
                <a:spcPct val="102200"/>
              </a:lnSpc>
              <a:spcBef>
                <a:spcPts val="1680"/>
              </a:spcBef>
              <a:spcAft>
                <a:spcPts val="0"/>
              </a:spcAft>
              <a:buClr>
                <a:srgbClr val="292929"/>
              </a:buClr>
              <a:buSzPts val="1750"/>
              <a:buFont typeface="Garamond"/>
              <a:buChar char="•"/>
            </a:pPr>
            <a:r>
              <a:rPr b="0" i="0" lang="en-US" sz="17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Conectan métricas con la ejecución estratégica y facilitan 	el seguimiento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$PPTXTitle" id="487" name="Google Shape;487;p15"/>
          <p:cNvSpPr txBox="1"/>
          <p:nvPr>
            <p:ph type="title"/>
          </p:nvPr>
        </p:nvSpPr>
        <p:spPr>
          <a:xfrm>
            <a:off x="3033925" y="1565100"/>
            <a:ext cx="6202800" cy="30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0" lvl="0" marL="12700" marR="5080" rtl="0" algn="l">
              <a:lnSpc>
                <a:spcPct val="110578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050"/>
              <a:t>Balanced Scorecard: estrategia y BI</a:t>
            </a:r>
            <a:endParaRPr sz="6050"/>
          </a:p>
        </p:txBody>
      </p:sp>
      <p:pic>
        <p:nvPicPr>
          <p:cNvPr id="488" name="Google Shape;48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8527" y="2433269"/>
            <a:ext cx="7399807" cy="492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9" name="Google Shape;489;p15"/>
          <p:cNvGrpSpPr/>
          <p:nvPr/>
        </p:nvGrpSpPr>
        <p:grpSpPr>
          <a:xfrm>
            <a:off x="989609" y="1689056"/>
            <a:ext cx="845819" cy="846041"/>
            <a:chOff x="989609" y="1689056"/>
            <a:chExt cx="845819" cy="846041"/>
          </a:xfrm>
        </p:grpSpPr>
        <p:sp>
          <p:nvSpPr>
            <p:cNvPr id="490" name="Google Shape;490;p15"/>
            <p:cNvSpPr/>
            <p:nvPr/>
          </p:nvSpPr>
          <p:spPr>
            <a:xfrm>
              <a:off x="989613" y="1689106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1287837" y="1689056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5"/>
            <p:cNvSpPr/>
            <p:nvPr/>
          </p:nvSpPr>
          <p:spPr>
            <a:xfrm>
              <a:off x="989609" y="1839772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27" y="518782"/>
                  </a:moveTo>
                  <a:lnTo>
                    <a:pt x="839520" y="473151"/>
                  </a:lnTo>
                  <a:lnTo>
                    <a:pt x="821905" y="430618"/>
                  </a:lnTo>
                  <a:lnTo>
                    <a:pt x="793877" y="394106"/>
                  </a:lnTo>
                  <a:lnTo>
                    <a:pt x="399770" y="0"/>
                  </a:lnTo>
                  <a:lnTo>
                    <a:pt x="150685" y="249085"/>
                  </a:lnTo>
                  <a:lnTo>
                    <a:pt x="173685" y="272097"/>
                  </a:lnTo>
                  <a:lnTo>
                    <a:pt x="51650" y="394131"/>
                  </a:lnTo>
                  <a:lnTo>
                    <a:pt x="23622" y="430644"/>
                  </a:lnTo>
                  <a:lnTo>
                    <a:pt x="6007" y="473176"/>
                  </a:lnTo>
                  <a:lnTo>
                    <a:pt x="0" y="518807"/>
                  </a:lnTo>
                  <a:lnTo>
                    <a:pt x="381" y="530352"/>
                  </a:lnTo>
                  <a:lnTo>
                    <a:pt x="9359" y="575500"/>
                  </a:lnTo>
                  <a:lnTo>
                    <a:pt x="29718" y="616775"/>
                  </a:lnTo>
                  <a:lnTo>
                    <a:pt x="59867" y="651167"/>
                  </a:lnTo>
                  <a:lnTo>
                    <a:pt x="98082" y="676681"/>
                  </a:lnTo>
                  <a:lnTo>
                    <a:pt x="141668" y="691476"/>
                  </a:lnTo>
                  <a:lnTo>
                    <a:pt x="176060" y="694867"/>
                  </a:lnTo>
                  <a:lnTo>
                    <a:pt x="187604" y="694486"/>
                  </a:lnTo>
                  <a:lnTo>
                    <a:pt x="232740" y="685507"/>
                  </a:lnTo>
                  <a:lnTo>
                    <a:pt x="274027" y="665149"/>
                  </a:lnTo>
                  <a:lnTo>
                    <a:pt x="422770" y="521182"/>
                  </a:lnTo>
                  <a:lnTo>
                    <a:pt x="544791" y="643191"/>
                  </a:lnTo>
                  <a:lnTo>
                    <a:pt x="581304" y="671220"/>
                  </a:lnTo>
                  <a:lnTo>
                    <a:pt x="623836" y="688835"/>
                  </a:lnTo>
                  <a:lnTo>
                    <a:pt x="669467" y="694842"/>
                  </a:lnTo>
                  <a:lnTo>
                    <a:pt x="681012" y="694461"/>
                  </a:lnTo>
                  <a:lnTo>
                    <a:pt x="726160" y="685482"/>
                  </a:lnTo>
                  <a:lnTo>
                    <a:pt x="767435" y="665124"/>
                  </a:lnTo>
                  <a:lnTo>
                    <a:pt x="801827" y="634987"/>
                  </a:lnTo>
                  <a:lnTo>
                    <a:pt x="827341" y="596773"/>
                  </a:lnTo>
                  <a:lnTo>
                    <a:pt x="842137" y="553186"/>
                  </a:lnTo>
                  <a:lnTo>
                    <a:pt x="845146" y="530326"/>
                  </a:lnTo>
                  <a:lnTo>
                    <a:pt x="845527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3" name="Google Shape;493;p15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494" name="Google Shape;494;p15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7" name="Google Shape;497;p15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5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499" name="Google Shape;499;p15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500" name="Google Shape;500;p15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6"/>
          <p:cNvSpPr txBox="1"/>
          <p:nvPr/>
        </p:nvSpPr>
        <p:spPr>
          <a:xfrm>
            <a:off x="14536825" y="4798625"/>
            <a:ext cx="2305685" cy="8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Consistencia y claridad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6" name="Google Shape;506;p16"/>
          <p:cNvSpPr txBox="1"/>
          <p:nvPr/>
        </p:nvSpPr>
        <p:spPr>
          <a:xfrm>
            <a:off x="14536836" y="5956736"/>
            <a:ext cx="2664460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16534" lvl="0" marL="228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Mantener semántica visual estable para evitar interpretaciones erróneas.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7" name="Google Shape;507;p16"/>
          <p:cNvSpPr txBox="1"/>
          <p:nvPr/>
        </p:nvSpPr>
        <p:spPr>
          <a:xfrm>
            <a:off x="10712541" y="4798497"/>
            <a:ext cx="2731770" cy="8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Lectura rápida y análisis profundo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8" name="Google Shape;508;p16"/>
          <p:cNvSpPr txBox="1"/>
          <p:nvPr/>
        </p:nvSpPr>
        <p:spPr>
          <a:xfrm>
            <a:off x="10712541" y="5956736"/>
            <a:ext cx="259207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16534" lvl="0" marL="228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Utilizar formato condicional y permitir exploración por dimensiones o periodos.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9" name="Google Shape;509;p16"/>
          <p:cNvSpPr txBox="1"/>
          <p:nvPr/>
        </p:nvSpPr>
        <p:spPr>
          <a:xfrm>
            <a:off x="6888244" y="4798497"/>
            <a:ext cx="2570480" cy="8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Visualización de desempeño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10" name="Google Shape;510;p16"/>
          <p:cNvSpPr txBox="1"/>
          <p:nvPr/>
        </p:nvSpPr>
        <p:spPr>
          <a:xfrm>
            <a:off x="6888244" y="5956736"/>
            <a:ext cx="2752090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16534" lvl="0" marL="228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Mostrar </a:t>
            </a:r>
            <a:r>
              <a:rPr b="1" i="0" lang="en-US" sz="2000" u="none" cap="none" strike="noStrike">
                <a:solidFill>
                  <a:srgbClr val="F2620F"/>
                </a:solidFill>
                <a:latin typeface="Gill Sans"/>
                <a:ea typeface="Gill Sans"/>
                <a:cs typeface="Gill Sans"/>
                <a:sym typeface="Gill Sans"/>
              </a:rPr>
              <a:t>valor actual</a:t>
            </a: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, meta y desviación para facilitar el análisis.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11" name="Google Shape;511;p16"/>
          <p:cNvSpPr txBox="1"/>
          <p:nvPr/>
        </p:nvSpPr>
        <p:spPr>
          <a:xfrm>
            <a:off x="3063949" y="4798497"/>
            <a:ext cx="2363470" cy="1214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Vinculación de indicadores y objetivos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12" name="Google Shape;512;p16"/>
          <p:cNvSpPr txBox="1"/>
          <p:nvPr/>
        </p:nvSpPr>
        <p:spPr>
          <a:xfrm>
            <a:off x="3063949" y="6352975"/>
            <a:ext cx="2442845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16534" lvl="0" marL="228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Cada KPI debe estar alineado con un objetivo estratégico.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$PPTXTitle" id="513" name="Google Shape;513;p16"/>
          <p:cNvSpPr txBox="1"/>
          <p:nvPr>
            <p:ph type="title"/>
          </p:nvPr>
        </p:nvSpPr>
        <p:spPr>
          <a:xfrm>
            <a:off x="3031356" y="1550978"/>
            <a:ext cx="1374394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Diseño de scorecards efectivos</a:t>
            </a:r>
            <a:endParaRPr/>
          </a:p>
        </p:txBody>
      </p:sp>
      <p:grpSp>
        <p:nvGrpSpPr>
          <p:cNvPr id="514" name="Google Shape;514;p16"/>
          <p:cNvGrpSpPr/>
          <p:nvPr/>
        </p:nvGrpSpPr>
        <p:grpSpPr>
          <a:xfrm>
            <a:off x="989584" y="1692471"/>
            <a:ext cx="845819" cy="846030"/>
            <a:chOff x="989584" y="1692471"/>
            <a:chExt cx="845819" cy="846030"/>
          </a:xfrm>
        </p:grpSpPr>
        <p:sp>
          <p:nvSpPr>
            <p:cNvPr id="515" name="Google Shape;515;p16"/>
            <p:cNvSpPr/>
            <p:nvPr/>
          </p:nvSpPr>
          <p:spPr>
            <a:xfrm>
              <a:off x="989590" y="1692471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1287809" y="1692474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6"/>
            <p:cNvSpPr/>
            <p:nvPr/>
          </p:nvSpPr>
          <p:spPr>
            <a:xfrm>
              <a:off x="989584" y="1843176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97" y="272084"/>
                  </a:lnTo>
                  <a:lnTo>
                    <a:pt x="51650" y="394131"/>
                  </a:lnTo>
                  <a:lnTo>
                    <a:pt x="23622" y="430644"/>
                  </a:lnTo>
                  <a:lnTo>
                    <a:pt x="6007" y="473176"/>
                  </a:lnTo>
                  <a:lnTo>
                    <a:pt x="0" y="518807"/>
                  </a:lnTo>
                  <a:lnTo>
                    <a:pt x="368" y="530352"/>
                  </a:lnTo>
                  <a:lnTo>
                    <a:pt x="9359" y="575500"/>
                  </a:lnTo>
                  <a:lnTo>
                    <a:pt x="29718" y="616775"/>
                  </a:lnTo>
                  <a:lnTo>
                    <a:pt x="59855" y="651167"/>
                  </a:lnTo>
                  <a:lnTo>
                    <a:pt x="98069" y="676681"/>
                  </a:lnTo>
                  <a:lnTo>
                    <a:pt x="141655" y="691489"/>
                  </a:lnTo>
                  <a:lnTo>
                    <a:pt x="176060" y="694867"/>
                  </a:lnTo>
                  <a:lnTo>
                    <a:pt x="187591" y="694486"/>
                  </a:lnTo>
                  <a:lnTo>
                    <a:pt x="232740" y="685507"/>
                  </a:lnTo>
                  <a:lnTo>
                    <a:pt x="274027" y="665149"/>
                  </a:lnTo>
                  <a:lnTo>
                    <a:pt x="422783" y="521169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24" y="694461"/>
                  </a:lnTo>
                  <a:lnTo>
                    <a:pt x="726173" y="685482"/>
                  </a:lnTo>
                  <a:lnTo>
                    <a:pt x="767448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8" name="Google Shape;518;p16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519" name="Google Shape;519;p16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6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6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2" name="Google Shape;522;p16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6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524" name="Google Shape;524;p16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525" name="Google Shape;525;p16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0" name="Google Shape;530;p17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531" name="Google Shape;531;p17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17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17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$PPTXTitle" id="534" name="Google Shape;534;p17"/>
          <p:cNvSpPr txBox="1"/>
          <p:nvPr>
            <p:ph type="title"/>
          </p:nvPr>
        </p:nvSpPr>
        <p:spPr>
          <a:xfrm>
            <a:off x="3031356" y="1550978"/>
            <a:ext cx="1021778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0" lvl="0" marL="1270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Semáforos y visualización condicional</a:t>
            </a:r>
            <a:endParaRPr/>
          </a:p>
        </p:txBody>
      </p:sp>
      <p:grpSp>
        <p:nvGrpSpPr>
          <p:cNvPr id="535" name="Google Shape;535;p17"/>
          <p:cNvGrpSpPr/>
          <p:nvPr/>
        </p:nvGrpSpPr>
        <p:grpSpPr>
          <a:xfrm>
            <a:off x="989545" y="1692498"/>
            <a:ext cx="845819" cy="846028"/>
            <a:chOff x="989545" y="1692498"/>
            <a:chExt cx="845819" cy="846028"/>
          </a:xfrm>
        </p:grpSpPr>
        <p:sp>
          <p:nvSpPr>
            <p:cNvPr id="536" name="Google Shape;536;p17"/>
            <p:cNvSpPr/>
            <p:nvPr/>
          </p:nvSpPr>
          <p:spPr>
            <a:xfrm>
              <a:off x="989584" y="1692498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17"/>
            <p:cNvSpPr/>
            <p:nvPr/>
          </p:nvSpPr>
          <p:spPr>
            <a:xfrm>
              <a:off x="1287797" y="1692527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17"/>
            <p:cNvSpPr/>
            <p:nvPr/>
          </p:nvSpPr>
          <p:spPr>
            <a:xfrm>
              <a:off x="989545" y="1843201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78" y="518782"/>
                  </a:moveTo>
                  <a:lnTo>
                    <a:pt x="839571" y="473151"/>
                  </a:lnTo>
                  <a:lnTo>
                    <a:pt x="821956" y="430618"/>
                  </a:lnTo>
                  <a:lnTo>
                    <a:pt x="793927" y="394106"/>
                  </a:lnTo>
                  <a:lnTo>
                    <a:pt x="399821" y="0"/>
                  </a:lnTo>
                  <a:lnTo>
                    <a:pt x="150736" y="249085"/>
                  </a:lnTo>
                  <a:lnTo>
                    <a:pt x="173710" y="272072"/>
                  </a:lnTo>
                  <a:lnTo>
                    <a:pt x="51650" y="394131"/>
                  </a:lnTo>
                  <a:lnTo>
                    <a:pt x="23622" y="430644"/>
                  </a:lnTo>
                  <a:lnTo>
                    <a:pt x="6007" y="473176"/>
                  </a:lnTo>
                  <a:lnTo>
                    <a:pt x="0" y="518807"/>
                  </a:lnTo>
                  <a:lnTo>
                    <a:pt x="381" y="530352"/>
                  </a:lnTo>
                  <a:lnTo>
                    <a:pt x="9359" y="575500"/>
                  </a:lnTo>
                  <a:lnTo>
                    <a:pt x="29718" y="616775"/>
                  </a:lnTo>
                  <a:lnTo>
                    <a:pt x="59855" y="651167"/>
                  </a:lnTo>
                  <a:lnTo>
                    <a:pt x="98082" y="676681"/>
                  </a:lnTo>
                  <a:lnTo>
                    <a:pt x="141668" y="691489"/>
                  </a:lnTo>
                  <a:lnTo>
                    <a:pt x="176060" y="694867"/>
                  </a:lnTo>
                  <a:lnTo>
                    <a:pt x="187604" y="694486"/>
                  </a:lnTo>
                  <a:lnTo>
                    <a:pt x="232740" y="685507"/>
                  </a:lnTo>
                  <a:lnTo>
                    <a:pt x="274027" y="665149"/>
                  </a:lnTo>
                  <a:lnTo>
                    <a:pt x="422795" y="521157"/>
                  </a:lnTo>
                  <a:lnTo>
                    <a:pt x="544842" y="643191"/>
                  </a:lnTo>
                  <a:lnTo>
                    <a:pt x="581355" y="671220"/>
                  </a:lnTo>
                  <a:lnTo>
                    <a:pt x="623887" y="688835"/>
                  </a:lnTo>
                  <a:lnTo>
                    <a:pt x="669518" y="694842"/>
                  </a:lnTo>
                  <a:lnTo>
                    <a:pt x="681062" y="694474"/>
                  </a:lnTo>
                  <a:lnTo>
                    <a:pt x="726211" y="685482"/>
                  </a:lnTo>
                  <a:lnTo>
                    <a:pt x="767486" y="665124"/>
                  </a:lnTo>
                  <a:lnTo>
                    <a:pt x="801878" y="634987"/>
                  </a:lnTo>
                  <a:lnTo>
                    <a:pt x="827392" y="596773"/>
                  </a:lnTo>
                  <a:lnTo>
                    <a:pt x="842187" y="553186"/>
                  </a:lnTo>
                  <a:lnTo>
                    <a:pt x="845197" y="530326"/>
                  </a:lnTo>
                  <a:lnTo>
                    <a:pt x="845578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9" name="Google Shape;539;p17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0" name="Google Shape;540;p17"/>
          <p:cNvGrpSpPr/>
          <p:nvPr/>
        </p:nvGrpSpPr>
        <p:grpSpPr>
          <a:xfrm>
            <a:off x="14142169" y="4052112"/>
            <a:ext cx="3216275" cy="4453890"/>
            <a:chOff x="14142169" y="4052112"/>
            <a:chExt cx="3216275" cy="4453890"/>
          </a:xfrm>
        </p:grpSpPr>
        <p:sp>
          <p:nvSpPr>
            <p:cNvPr id="541" name="Google Shape;541;p17"/>
            <p:cNvSpPr/>
            <p:nvPr/>
          </p:nvSpPr>
          <p:spPr>
            <a:xfrm>
              <a:off x="14142169" y="4052112"/>
              <a:ext cx="3216275" cy="4453890"/>
            </a:xfrm>
            <a:custGeom>
              <a:rect b="b" l="l" r="r" t="t"/>
              <a:pathLst>
                <a:path extrusionOk="0" h="4453890" w="3216275">
                  <a:moveTo>
                    <a:pt x="2775927" y="0"/>
                  </a:moveTo>
                  <a:lnTo>
                    <a:pt x="447675" y="0"/>
                  </a:lnTo>
                  <a:lnTo>
                    <a:pt x="433031" y="177"/>
                  </a:lnTo>
                  <a:lnTo>
                    <a:pt x="389229" y="3771"/>
                  </a:lnTo>
                  <a:lnTo>
                    <a:pt x="346011" y="11633"/>
                  </a:lnTo>
                  <a:lnTo>
                    <a:pt x="303758" y="23698"/>
                  </a:lnTo>
                  <a:lnTo>
                    <a:pt x="262890" y="39852"/>
                  </a:lnTo>
                  <a:lnTo>
                    <a:pt x="223812" y="59918"/>
                  </a:lnTo>
                  <a:lnTo>
                    <a:pt x="186880" y="83731"/>
                  </a:lnTo>
                  <a:lnTo>
                    <a:pt x="152463" y="111048"/>
                  </a:lnTo>
                  <a:lnTo>
                    <a:pt x="120891" y="141605"/>
                  </a:lnTo>
                  <a:lnTo>
                    <a:pt x="92468" y="175107"/>
                  </a:lnTo>
                  <a:lnTo>
                    <a:pt x="67462" y="211239"/>
                  </a:lnTo>
                  <a:lnTo>
                    <a:pt x="46113" y="249643"/>
                  </a:lnTo>
                  <a:lnTo>
                    <a:pt x="28638" y="289953"/>
                  </a:lnTo>
                  <a:lnTo>
                    <a:pt x="15201" y="331787"/>
                  </a:lnTo>
                  <a:lnTo>
                    <a:pt x="5918" y="374738"/>
                  </a:lnTo>
                  <a:lnTo>
                    <a:pt x="901" y="418388"/>
                  </a:lnTo>
                  <a:lnTo>
                    <a:pt x="0" y="440347"/>
                  </a:lnTo>
                  <a:lnTo>
                    <a:pt x="0" y="4005719"/>
                  </a:lnTo>
                  <a:lnTo>
                    <a:pt x="3771" y="4064152"/>
                  </a:lnTo>
                  <a:lnTo>
                    <a:pt x="11633" y="4107395"/>
                  </a:lnTo>
                  <a:lnTo>
                    <a:pt x="23698" y="4149636"/>
                  </a:lnTo>
                  <a:lnTo>
                    <a:pt x="39852" y="4190504"/>
                  </a:lnTo>
                  <a:lnTo>
                    <a:pt x="59931" y="4229582"/>
                  </a:lnTo>
                  <a:lnTo>
                    <a:pt x="83731" y="4266514"/>
                  </a:lnTo>
                  <a:lnTo>
                    <a:pt x="111048" y="4300931"/>
                  </a:lnTo>
                  <a:lnTo>
                    <a:pt x="141604" y="4332503"/>
                  </a:lnTo>
                  <a:lnTo>
                    <a:pt x="175107" y="4360926"/>
                  </a:lnTo>
                  <a:lnTo>
                    <a:pt x="211239" y="4385932"/>
                  </a:lnTo>
                  <a:lnTo>
                    <a:pt x="249643" y="4407281"/>
                  </a:lnTo>
                  <a:lnTo>
                    <a:pt x="289953" y="4424756"/>
                  </a:lnTo>
                  <a:lnTo>
                    <a:pt x="331787" y="4438192"/>
                  </a:lnTo>
                  <a:lnTo>
                    <a:pt x="374738" y="4447476"/>
                  </a:lnTo>
                  <a:lnTo>
                    <a:pt x="418388" y="4452493"/>
                  </a:lnTo>
                  <a:lnTo>
                    <a:pt x="440347" y="4453394"/>
                  </a:lnTo>
                  <a:lnTo>
                    <a:pt x="2768600" y="4453394"/>
                  </a:lnTo>
                  <a:lnTo>
                    <a:pt x="2827045" y="4449622"/>
                  </a:lnTo>
                  <a:lnTo>
                    <a:pt x="2870276" y="4441748"/>
                  </a:lnTo>
                  <a:lnTo>
                    <a:pt x="2912529" y="4429683"/>
                  </a:lnTo>
                  <a:lnTo>
                    <a:pt x="2953385" y="4413542"/>
                  </a:lnTo>
                  <a:lnTo>
                    <a:pt x="2992475" y="4393463"/>
                  </a:lnTo>
                  <a:lnTo>
                    <a:pt x="3029407" y="4369663"/>
                  </a:lnTo>
                  <a:lnTo>
                    <a:pt x="3063824" y="4342345"/>
                  </a:lnTo>
                  <a:lnTo>
                    <a:pt x="3095383" y="4311789"/>
                  </a:lnTo>
                  <a:lnTo>
                    <a:pt x="3123819" y="4278274"/>
                  </a:lnTo>
                  <a:lnTo>
                    <a:pt x="3148825" y="4242155"/>
                  </a:lnTo>
                  <a:lnTo>
                    <a:pt x="3170174" y="4203750"/>
                  </a:lnTo>
                  <a:lnTo>
                    <a:pt x="3187636" y="4163428"/>
                  </a:lnTo>
                  <a:lnTo>
                    <a:pt x="3201085" y="4121594"/>
                  </a:lnTo>
                  <a:lnTo>
                    <a:pt x="3210356" y="4078655"/>
                  </a:lnTo>
                  <a:lnTo>
                    <a:pt x="3215386" y="4034993"/>
                  </a:lnTo>
                  <a:lnTo>
                    <a:pt x="3216275" y="4013047"/>
                  </a:lnTo>
                  <a:lnTo>
                    <a:pt x="3216275" y="447675"/>
                  </a:lnTo>
                  <a:lnTo>
                    <a:pt x="3212515" y="389229"/>
                  </a:lnTo>
                  <a:lnTo>
                    <a:pt x="3204641" y="346011"/>
                  </a:lnTo>
                  <a:lnTo>
                    <a:pt x="3192589" y="303758"/>
                  </a:lnTo>
                  <a:lnTo>
                    <a:pt x="3176435" y="262890"/>
                  </a:lnTo>
                  <a:lnTo>
                    <a:pt x="3156356" y="223812"/>
                  </a:lnTo>
                  <a:lnTo>
                    <a:pt x="3132543" y="186880"/>
                  </a:lnTo>
                  <a:lnTo>
                    <a:pt x="3105226" y="152463"/>
                  </a:lnTo>
                  <a:lnTo>
                    <a:pt x="3074682" y="120891"/>
                  </a:lnTo>
                  <a:lnTo>
                    <a:pt x="3041167" y="92468"/>
                  </a:lnTo>
                  <a:lnTo>
                    <a:pt x="3005035" y="67462"/>
                  </a:lnTo>
                  <a:lnTo>
                    <a:pt x="2966631" y="46113"/>
                  </a:lnTo>
                  <a:lnTo>
                    <a:pt x="2926321" y="28638"/>
                  </a:lnTo>
                  <a:lnTo>
                    <a:pt x="2884487" y="15201"/>
                  </a:lnTo>
                  <a:lnTo>
                    <a:pt x="2841548" y="5918"/>
                  </a:lnTo>
                  <a:lnTo>
                    <a:pt x="2797898" y="901"/>
                  </a:lnTo>
                  <a:lnTo>
                    <a:pt x="2775927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17"/>
            <p:cNvSpPr/>
            <p:nvPr/>
          </p:nvSpPr>
          <p:spPr>
            <a:xfrm>
              <a:off x="14142198" y="4186636"/>
              <a:ext cx="1235710" cy="1040130"/>
            </a:xfrm>
            <a:custGeom>
              <a:rect b="b" l="l" r="r" t="t"/>
              <a:pathLst>
                <a:path extrusionOk="0" h="1040129" w="1235709">
                  <a:moveTo>
                    <a:pt x="760387" y="0"/>
                  </a:moveTo>
                  <a:lnTo>
                    <a:pt x="0" y="0"/>
                  </a:lnTo>
                  <a:lnTo>
                    <a:pt x="0" y="1039571"/>
                  </a:lnTo>
                  <a:lnTo>
                    <a:pt x="760387" y="1039571"/>
                  </a:lnTo>
                  <a:lnTo>
                    <a:pt x="791455" y="1038552"/>
                  </a:lnTo>
                  <a:lnTo>
                    <a:pt x="852991" y="1030446"/>
                  </a:lnTo>
                  <a:lnTo>
                    <a:pt x="913000" y="1014365"/>
                  </a:lnTo>
                  <a:lnTo>
                    <a:pt x="970338" y="990617"/>
                  </a:lnTo>
                  <a:lnTo>
                    <a:pt x="1024144" y="959551"/>
                  </a:lnTo>
                  <a:lnTo>
                    <a:pt x="1073386" y="921766"/>
                  </a:lnTo>
                  <a:lnTo>
                    <a:pt x="1117320" y="877833"/>
                  </a:lnTo>
                  <a:lnTo>
                    <a:pt x="1155100" y="828600"/>
                  </a:lnTo>
                  <a:lnTo>
                    <a:pt x="1186161" y="774796"/>
                  </a:lnTo>
                  <a:lnTo>
                    <a:pt x="1209912" y="717458"/>
                  </a:lnTo>
                  <a:lnTo>
                    <a:pt x="1225994" y="656740"/>
                  </a:lnTo>
                  <a:lnTo>
                    <a:pt x="1234095" y="576902"/>
                  </a:lnTo>
                  <a:lnTo>
                    <a:pt x="1235113" y="519785"/>
                  </a:lnTo>
                  <a:lnTo>
                    <a:pt x="1234095" y="462669"/>
                  </a:lnTo>
                  <a:lnTo>
                    <a:pt x="1231052" y="418393"/>
                  </a:lnTo>
                  <a:lnTo>
                    <a:pt x="1218933" y="351853"/>
                  </a:lnTo>
                  <a:lnTo>
                    <a:pt x="1198975" y="293055"/>
                  </a:lnTo>
                  <a:lnTo>
                    <a:pt x="1171511" y="237362"/>
                  </a:lnTo>
                  <a:lnTo>
                    <a:pt x="1137016" y="185735"/>
                  </a:lnTo>
                  <a:lnTo>
                    <a:pt x="1096073" y="139052"/>
                  </a:lnTo>
                  <a:lnTo>
                    <a:pt x="1049383" y="98107"/>
                  </a:lnTo>
                  <a:lnTo>
                    <a:pt x="997750" y="63601"/>
                  </a:lnTo>
                  <a:lnTo>
                    <a:pt x="942057" y="36142"/>
                  </a:lnTo>
                  <a:lnTo>
                    <a:pt x="883259" y="16179"/>
                  </a:lnTo>
                  <a:lnTo>
                    <a:pt x="822356" y="4065"/>
                  </a:lnTo>
                  <a:lnTo>
                    <a:pt x="760387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17"/>
            <p:cNvSpPr/>
            <p:nvPr/>
          </p:nvSpPr>
          <p:spPr>
            <a:xfrm>
              <a:off x="14332711" y="4542877"/>
              <a:ext cx="700405" cy="398780"/>
            </a:xfrm>
            <a:custGeom>
              <a:rect b="b" l="l" r="r" t="t"/>
              <a:pathLst>
                <a:path extrusionOk="0" h="398779" w="700405">
                  <a:moveTo>
                    <a:pt x="101396" y="248767"/>
                  </a:moveTo>
                  <a:lnTo>
                    <a:pt x="54167" y="264366"/>
                  </a:lnTo>
                  <a:lnTo>
                    <a:pt x="22799" y="280435"/>
                  </a:lnTo>
                  <a:lnTo>
                    <a:pt x="5381" y="295855"/>
                  </a:lnTo>
                  <a:lnTo>
                    <a:pt x="0" y="309511"/>
                  </a:lnTo>
                  <a:lnTo>
                    <a:pt x="6578" y="325362"/>
                  </a:lnTo>
                  <a:lnTo>
                    <a:pt x="56351" y="356000"/>
                  </a:lnTo>
                  <a:lnTo>
                    <a:pt x="97642" y="369579"/>
                  </a:lnTo>
                  <a:lnTo>
                    <a:pt x="148600" y="381192"/>
                  </a:lnTo>
                  <a:lnTo>
                    <a:pt x="208274" y="390236"/>
                  </a:lnTo>
                  <a:lnTo>
                    <a:pt x="275711" y="396105"/>
                  </a:lnTo>
                  <a:lnTo>
                    <a:pt x="349961" y="398195"/>
                  </a:lnTo>
                  <a:lnTo>
                    <a:pt x="424206" y="396105"/>
                  </a:lnTo>
                  <a:lnTo>
                    <a:pt x="491640" y="390236"/>
                  </a:lnTo>
                  <a:lnTo>
                    <a:pt x="551312" y="381192"/>
                  </a:lnTo>
                  <a:lnTo>
                    <a:pt x="602268" y="369579"/>
                  </a:lnTo>
                  <a:lnTo>
                    <a:pt x="643558" y="356000"/>
                  </a:lnTo>
                  <a:lnTo>
                    <a:pt x="693331" y="325362"/>
                  </a:lnTo>
                  <a:lnTo>
                    <a:pt x="694575" y="322364"/>
                  </a:lnTo>
                  <a:lnTo>
                    <a:pt x="372490" y="322364"/>
                  </a:lnTo>
                  <a:lnTo>
                    <a:pt x="313879" y="320499"/>
                  </a:lnTo>
                  <a:lnTo>
                    <a:pt x="256024" y="314761"/>
                  </a:lnTo>
                  <a:lnTo>
                    <a:pt x="202387" y="304934"/>
                  </a:lnTo>
                  <a:lnTo>
                    <a:pt x="156429" y="290804"/>
                  </a:lnTo>
                  <a:lnTo>
                    <a:pt x="121611" y="272153"/>
                  </a:lnTo>
                  <a:lnTo>
                    <a:pt x="101396" y="248767"/>
                  </a:lnTo>
                  <a:close/>
                </a:path>
                <a:path extrusionOk="0" h="398779" w="700405">
                  <a:moveTo>
                    <a:pt x="601116" y="249440"/>
                  </a:moveTo>
                  <a:lnTo>
                    <a:pt x="572342" y="286246"/>
                  </a:lnTo>
                  <a:lnTo>
                    <a:pt x="535927" y="302399"/>
                  </a:lnTo>
                  <a:lnTo>
                    <a:pt x="479971" y="315061"/>
                  </a:lnTo>
                  <a:lnTo>
                    <a:pt x="429462" y="320499"/>
                  </a:lnTo>
                  <a:lnTo>
                    <a:pt x="372490" y="322364"/>
                  </a:lnTo>
                  <a:lnTo>
                    <a:pt x="694575" y="322364"/>
                  </a:lnTo>
                  <a:lnTo>
                    <a:pt x="699909" y="309511"/>
                  </a:lnTo>
                  <a:lnTo>
                    <a:pt x="694698" y="296098"/>
                  </a:lnTo>
                  <a:lnTo>
                    <a:pt x="694486" y="295855"/>
                  </a:lnTo>
                  <a:lnTo>
                    <a:pt x="677697" y="280790"/>
                  </a:lnTo>
                  <a:lnTo>
                    <a:pt x="647135" y="264906"/>
                  </a:lnTo>
                  <a:lnTo>
                    <a:pt x="601116" y="249440"/>
                  </a:lnTo>
                  <a:close/>
                </a:path>
                <a:path extrusionOk="0" h="398779" w="700405">
                  <a:moveTo>
                    <a:pt x="125031" y="202628"/>
                  </a:moveTo>
                  <a:lnTo>
                    <a:pt x="122199" y="235280"/>
                  </a:lnTo>
                  <a:lnTo>
                    <a:pt x="134140" y="252262"/>
                  </a:lnTo>
                  <a:lnTo>
                    <a:pt x="199631" y="279890"/>
                  </a:lnTo>
                  <a:lnTo>
                    <a:pt x="247618" y="289644"/>
                  </a:lnTo>
                  <a:lnTo>
                    <a:pt x="302055" y="296098"/>
                  </a:lnTo>
                  <a:lnTo>
                    <a:pt x="360161" y="298807"/>
                  </a:lnTo>
                  <a:lnTo>
                    <a:pt x="419153" y="297327"/>
                  </a:lnTo>
                  <a:lnTo>
                    <a:pt x="476249" y="291211"/>
                  </a:lnTo>
                  <a:lnTo>
                    <a:pt x="520801" y="281734"/>
                  </a:lnTo>
                  <a:lnTo>
                    <a:pt x="572565" y="254599"/>
                  </a:lnTo>
                  <a:lnTo>
                    <a:pt x="577468" y="238150"/>
                  </a:lnTo>
                  <a:lnTo>
                    <a:pt x="577343" y="236308"/>
                  </a:lnTo>
                  <a:lnTo>
                    <a:pt x="349961" y="236308"/>
                  </a:lnTo>
                  <a:lnTo>
                    <a:pt x="302587" y="234922"/>
                  </a:lnTo>
                  <a:lnTo>
                    <a:pt x="302413" y="234922"/>
                  </a:lnTo>
                  <a:lnTo>
                    <a:pt x="256909" y="230890"/>
                  </a:lnTo>
                  <a:lnTo>
                    <a:pt x="256401" y="230890"/>
                  </a:lnTo>
                  <a:lnTo>
                    <a:pt x="210791" y="224044"/>
                  </a:lnTo>
                  <a:lnTo>
                    <a:pt x="210653" y="224044"/>
                  </a:lnTo>
                  <a:lnTo>
                    <a:pt x="167239" y="214690"/>
                  </a:lnTo>
                  <a:lnTo>
                    <a:pt x="167098" y="214690"/>
                  </a:lnTo>
                  <a:lnTo>
                    <a:pt x="125031" y="202628"/>
                  </a:lnTo>
                  <a:close/>
                </a:path>
                <a:path extrusionOk="0" h="398779" w="700405">
                  <a:moveTo>
                    <a:pt x="574293" y="202819"/>
                  </a:moveTo>
                  <a:lnTo>
                    <a:pt x="532738" y="214690"/>
                  </a:lnTo>
                  <a:lnTo>
                    <a:pt x="489182" y="224044"/>
                  </a:lnTo>
                  <a:lnTo>
                    <a:pt x="443439" y="230890"/>
                  </a:lnTo>
                  <a:lnTo>
                    <a:pt x="443071" y="230890"/>
                  </a:lnTo>
                  <a:lnTo>
                    <a:pt x="397447" y="234922"/>
                  </a:lnTo>
                  <a:lnTo>
                    <a:pt x="349961" y="236308"/>
                  </a:lnTo>
                  <a:lnTo>
                    <a:pt x="577343" y="236308"/>
                  </a:lnTo>
                  <a:lnTo>
                    <a:pt x="577267" y="233728"/>
                  </a:lnTo>
                  <a:lnTo>
                    <a:pt x="576911" y="226912"/>
                  </a:lnTo>
                  <a:lnTo>
                    <a:pt x="576005" y="216412"/>
                  </a:lnTo>
                  <a:lnTo>
                    <a:pt x="574401" y="203676"/>
                  </a:lnTo>
                  <a:lnTo>
                    <a:pt x="574293" y="202819"/>
                  </a:lnTo>
                  <a:close/>
                </a:path>
                <a:path extrusionOk="0" h="398779" w="700405">
                  <a:moveTo>
                    <a:pt x="132295" y="166827"/>
                  </a:moveTo>
                  <a:lnTo>
                    <a:pt x="131229" y="170891"/>
                  </a:lnTo>
                  <a:lnTo>
                    <a:pt x="130251" y="174840"/>
                  </a:lnTo>
                  <a:lnTo>
                    <a:pt x="129400" y="178689"/>
                  </a:lnTo>
                  <a:lnTo>
                    <a:pt x="180566" y="193135"/>
                  </a:lnTo>
                  <a:lnTo>
                    <a:pt x="235142" y="203676"/>
                  </a:lnTo>
                  <a:lnTo>
                    <a:pt x="235354" y="203676"/>
                  </a:lnTo>
                  <a:lnTo>
                    <a:pt x="291670" y="210021"/>
                  </a:lnTo>
                  <a:lnTo>
                    <a:pt x="349961" y="212166"/>
                  </a:lnTo>
                  <a:lnTo>
                    <a:pt x="408175" y="210021"/>
                  </a:lnTo>
                  <a:lnTo>
                    <a:pt x="464686" y="203676"/>
                  </a:lnTo>
                  <a:lnTo>
                    <a:pt x="493302" y="198170"/>
                  </a:lnTo>
                  <a:lnTo>
                    <a:pt x="349961" y="198170"/>
                  </a:lnTo>
                  <a:lnTo>
                    <a:pt x="293094" y="196162"/>
                  </a:lnTo>
                  <a:lnTo>
                    <a:pt x="292861" y="196162"/>
                  </a:lnTo>
                  <a:lnTo>
                    <a:pt x="237416" y="190222"/>
                  </a:lnTo>
                  <a:lnTo>
                    <a:pt x="237220" y="190222"/>
                  </a:lnTo>
                  <a:lnTo>
                    <a:pt x="183876" y="180473"/>
                  </a:lnTo>
                  <a:lnTo>
                    <a:pt x="183675" y="180473"/>
                  </a:lnTo>
                  <a:lnTo>
                    <a:pt x="132295" y="166827"/>
                  </a:lnTo>
                  <a:close/>
                </a:path>
                <a:path extrusionOk="0" h="398779" w="700405">
                  <a:moveTo>
                    <a:pt x="566927" y="167043"/>
                  </a:moveTo>
                  <a:lnTo>
                    <a:pt x="516142" y="180473"/>
                  </a:lnTo>
                  <a:lnTo>
                    <a:pt x="462607" y="190222"/>
                  </a:lnTo>
                  <a:lnTo>
                    <a:pt x="406990" y="196162"/>
                  </a:lnTo>
                  <a:lnTo>
                    <a:pt x="349961" y="198170"/>
                  </a:lnTo>
                  <a:lnTo>
                    <a:pt x="493302" y="198170"/>
                  </a:lnTo>
                  <a:lnTo>
                    <a:pt x="518807" y="193263"/>
                  </a:lnTo>
                  <a:lnTo>
                    <a:pt x="569848" y="178917"/>
                  </a:lnTo>
                  <a:lnTo>
                    <a:pt x="568985" y="175069"/>
                  </a:lnTo>
                  <a:lnTo>
                    <a:pt x="567994" y="171094"/>
                  </a:lnTo>
                  <a:lnTo>
                    <a:pt x="566927" y="167043"/>
                  </a:lnTo>
                  <a:close/>
                </a:path>
                <a:path extrusionOk="0" h="398779" w="700405">
                  <a:moveTo>
                    <a:pt x="349961" y="0"/>
                  </a:moveTo>
                  <a:lnTo>
                    <a:pt x="290312" y="6046"/>
                  </a:lnTo>
                  <a:lnTo>
                    <a:pt x="242111" y="22542"/>
                  </a:lnTo>
                  <a:lnTo>
                    <a:pt x="204138" y="47026"/>
                  </a:lnTo>
                  <a:lnTo>
                    <a:pt x="175172" y="77033"/>
                  </a:lnTo>
                  <a:lnTo>
                    <a:pt x="153994" y="110100"/>
                  </a:lnTo>
                  <a:lnTo>
                    <a:pt x="139382" y="143764"/>
                  </a:lnTo>
                  <a:lnTo>
                    <a:pt x="188583" y="156826"/>
                  </a:lnTo>
                  <a:lnTo>
                    <a:pt x="240831" y="166365"/>
                  </a:lnTo>
                  <a:lnTo>
                    <a:pt x="241053" y="166365"/>
                  </a:lnTo>
                  <a:lnTo>
                    <a:pt x="294663" y="172101"/>
                  </a:lnTo>
                  <a:lnTo>
                    <a:pt x="349961" y="174040"/>
                  </a:lnTo>
                  <a:lnTo>
                    <a:pt x="405192" y="172101"/>
                  </a:lnTo>
                  <a:lnTo>
                    <a:pt x="459011" y="166365"/>
                  </a:lnTo>
                  <a:lnTo>
                    <a:pt x="510765" y="156954"/>
                  </a:lnTo>
                  <a:lnTo>
                    <a:pt x="559803" y="143992"/>
                  </a:lnTo>
                  <a:lnTo>
                    <a:pt x="557315" y="137209"/>
                  </a:lnTo>
                  <a:lnTo>
                    <a:pt x="522480" y="74787"/>
                  </a:lnTo>
                  <a:lnTo>
                    <a:pt x="489535" y="42146"/>
                  </a:lnTo>
                  <a:lnTo>
                    <a:pt x="449741" y="18766"/>
                  </a:lnTo>
                  <a:lnTo>
                    <a:pt x="403187" y="4700"/>
                  </a:lnTo>
                  <a:lnTo>
                    <a:pt x="349961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4" name="Google Shape;544;p17"/>
          <p:cNvGrpSpPr/>
          <p:nvPr/>
        </p:nvGrpSpPr>
        <p:grpSpPr>
          <a:xfrm>
            <a:off x="10442822" y="4052112"/>
            <a:ext cx="3216275" cy="4453890"/>
            <a:chOff x="10442822" y="4052112"/>
            <a:chExt cx="3216275" cy="4453890"/>
          </a:xfrm>
        </p:grpSpPr>
        <p:sp>
          <p:nvSpPr>
            <p:cNvPr id="545" name="Google Shape;545;p17"/>
            <p:cNvSpPr/>
            <p:nvPr/>
          </p:nvSpPr>
          <p:spPr>
            <a:xfrm>
              <a:off x="10442822" y="4052112"/>
              <a:ext cx="3216275" cy="4453890"/>
            </a:xfrm>
            <a:custGeom>
              <a:rect b="b" l="l" r="r" t="t"/>
              <a:pathLst>
                <a:path extrusionOk="0" h="4453890" w="3216275">
                  <a:moveTo>
                    <a:pt x="2775927" y="0"/>
                  </a:moveTo>
                  <a:lnTo>
                    <a:pt x="447675" y="0"/>
                  </a:lnTo>
                  <a:lnTo>
                    <a:pt x="433031" y="177"/>
                  </a:lnTo>
                  <a:lnTo>
                    <a:pt x="389229" y="3771"/>
                  </a:lnTo>
                  <a:lnTo>
                    <a:pt x="346011" y="11633"/>
                  </a:lnTo>
                  <a:lnTo>
                    <a:pt x="303758" y="23698"/>
                  </a:lnTo>
                  <a:lnTo>
                    <a:pt x="262890" y="39852"/>
                  </a:lnTo>
                  <a:lnTo>
                    <a:pt x="223812" y="59918"/>
                  </a:lnTo>
                  <a:lnTo>
                    <a:pt x="186880" y="83731"/>
                  </a:lnTo>
                  <a:lnTo>
                    <a:pt x="152463" y="111048"/>
                  </a:lnTo>
                  <a:lnTo>
                    <a:pt x="120891" y="141605"/>
                  </a:lnTo>
                  <a:lnTo>
                    <a:pt x="92468" y="175107"/>
                  </a:lnTo>
                  <a:lnTo>
                    <a:pt x="67462" y="211239"/>
                  </a:lnTo>
                  <a:lnTo>
                    <a:pt x="46113" y="249643"/>
                  </a:lnTo>
                  <a:lnTo>
                    <a:pt x="28638" y="289953"/>
                  </a:lnTo>
                  <a:lnTo>
                    <a:pt x="15201" y="331787"/>
                  </a:lnTo>
                  <a:lnTo>
                    <a:pt x="5918" y="374738"/>
                  </a:lnTo>
                  <a:lnTo>
                    <a:pt x="901" y="418388"/>
                  </a:lnTo>
                  <a:lnTo>
                    <a:pt x="0" y="440347"/>
                  </a:lnTo>
                  <a:lnTo>
                    <a:pt x="0" y="4005719"/>
                  </a:lnTo>
                  <a:lnTo>
                    <a:pt x="3771" y="4064152"/>
                  </a:lnTo>
                  <a:lnTo>
                    <a:pt x="11633" y="4107395"/>
                  </a:lnTo>
                  <a:lnTo>
                    <a:pt x="23698" y="4149636"/>
                  </a:lnTo>
                  <a:lnTo>
                    <a:pt x="39852" y="4190504"/>
                  </a:lnTo>
                  <a:lnTo>
                    <a:pt x="59931" y="4229582"/>
                  </a:lnTo>
                  <a:lnTo>
                    <a:pt x="83731" y="4266514"/>
                  </a:lnTo>
                  <a:lnTo>
                    <a:pt x="111048" y="4300931"/>
                  </a:lnTo>
                  <a:lnTo>
                    <a:pt x="141604" y="4332503"/>
                  </a:lnTo>
                  <a:lnTo>
                    <a:pt x="175107" y="4360926"/>
                  </a:lnTo>
                  <a:lnTo>
                    <a:pt x="211239" y="4385932"/>
                  </a:lnTo>
                  <a:lnTo>
                    <a:pt x="249643" y="4407281"/>
                  </a:lnTo>
                  <a:lnTo>
                    <a:pt x="289953" y="4424756"/>
                  </a:lnTo>
                  <a:lnTo>
                    <a:pt x="331787" y="4438192"/>
                  </a:lnTo>
                  <a:lnTo>
                    <a:pt x="374738" y="4447476"/>
                  </a:lnTo>
                  <a:lnTo>
                    <a:pt x="418388" y="4452493"/>
                  </a:lnTo>
                  <a:lnTo>
                    <a:pt x="440347" y="4453394"/>
                  </a:lnTo>
                  <a:lnTo>
                    <a:pt x="2768600" y="4453394"/>
                  </a:lnTo>
                  <a:lnTo>
                    <a:pt x="2827045" y="4449622"/>
                  </a:lnTo>
                  <a:lnTo>
                    <a:pt x="2870276" y="4441748"/>
                  </a:lnTo>
                  <a:lnTo>
                    <a:pt x="2912529" y="4429683"/>
                  </a:lnTo>
                  <a:lnTo>
                    <a:pt x="2953385" y="4413542"/>
                  </a:lnTo>
                  <a:lnTo>
                    <a:pt x="2992475" y="4393463"/>
                  </a:lnTo>
                  <a:lnTo>
                    <a:pt x="3029407" y="4369663"/>
                  </a:lnTo>
                  <a:lnTo>
                    <a:pt x="3063824" y="4342345"/>
                  </a:lnTo>
                  <a:lnTo>
                    <a:pt x="3095383" y="4311789"/>
                  </a:lnTo>
                  <a:lnTo>
                    <a:pt x="3123819" y="4278274"/>
                  </a:lnTo>
                  <a:lnTo>
                    <a:pt x="3148825" y="4242155"/>
                  </a:lnTo>
                  <a:lnTo>
                    <a:pt x="3170174" y="4203750"/>
                  </a:lnTo>
                  <a:lnTo>
                    <a:pt x="3187636" y="4163428"/>
                  </a:lnTo>
                  <a:lnTo>
                    <a:pt x="3201085" y="4121594"/>
                  </a:lnTo>
                  <a:lnTo>
                    <a:pt x="3210356" y="4078655"/>
                  </a:lnTo>
                  <a:lnTo>
                    <a:pt x="3215386" y="4034993"/>
                  </a:lnTo>
                  <a:lnTo>
                    <a:pt x="3216275" y="4013047"/>
                  </a:lnTo>
                  <a:lnTo>
                    <a:pt x="3216275" y="447675"/>
                  </a:lnTo>
                  <a:lnTo>
                    <a:pt x="3212515" y="389229"/>
                  </a:lnTo>
                  <a:lnTo>
                    <a:pt x="3204641" y="346011"/>
                  </a:lnTo>
                  <a:lnTo>
                    <a:pt x="3192589" y="303758"/>
                  </a:lnTo>
                  <a:lnTo>
                    <a:pt x="3176435" y="262890"/>
                  </a:lnTo>
                  <a:lnTo>
                    <a:pt x="3156356" y="223812"/>
                  </a:lnTo>
                  <a:lnTo>
                    <a:pt x="3132543" y="186880"/>
                  </a:lnTo>
                  <a:lnTo>
                    <a:pt x="3105226" y="152463"/>
                  </a:lnTo>
                  <a:lnTo>
                    <a:pt x="3074682" y="120891"/>
                  </a:lnTo>
                  <a:lnTo>
                    <a:pt x="3041167" y="92468"/>
                  </a:lnTo>
                  <a:lnTo>
                    <a:pt x="3005035" y="67462"/>
                  </a:lnTo>
                  <a:lnTo>
                    <a:pt x="2966643" y="46113"/>
                  </a:lnTo>
                  <a:lnTo>
                    <a:pt x="2926321" y="28638"/>
                  </a:lnTo>
                  <a:lnTo>
                    <a:pt x="2884487" y="15201"/>
                  </a:lnTo>
                  <a:lnTo>
                    <a:pt x="2841548" y="5918"/>
                  </a:lnTo>
                  <a:lnTo>
                    <a:pt x="2797898" y="901"/>
                  </a:lnTo>
                  <a:lnTo>
                    <a:pt x="2775927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7"/>
            <p:cNvSpPr/>
            <p:nvPr/>
          </p:nvSpPr>
          <p:spPr>
            <a:xfrm>
              <a:off x="10442851" y="4186636"/>
              <a:ext cx="1235710" cy="1040130"/>
            </a:xfrm>
            <a:custGeom>
              <a:rect b="b" l="l" r="r" t="t"/>
              <a:pathLst>
                <a:path extrusionOk="0" h="1040129" w="1235709">
                  <a:moveTo>
                    <a:pt x="760387" y="0"/>
                  </a:moveTo>
                  <a:lnTo>
                    <a:pt x="0" y="0"/>
                  </a:lnTo>
                  <a:lnTo>
                    <a:pt x="0" y="1039571"/>
                  </a:lnTo>
                  <a:lnTo>
                    <a:pt x="760387" y="1039571"/>
                  </a:lnTo>
                  <a:lnTo>
                    <a:pt x="791455" y="1038552"/>
                  </a:lnTo>
                  <a:lnTo>
                    <a:pt x="852991" y="1030446"/>
                  </a:lnTo>
                  <a:lnTo>
                    <a:pt x="913000" y="1014365"/>
                  </a:lnTo>
                  <a:lnTo>
                    <a:pt x="970338" y="990617"/>
                  </a:lnTo>
                  <a:lnTo>
                    <a:pt x="1024144" y="959551"/>
                  </a:lnTo>
                  <a:lnTo>
                    <a:pt x="1073386" y="921766"/>
                  </a:lnTo>
                  <a:lnTo>
                    <a:pt x="1117320" y="877833"/>
                  </a:lnTo>
                  <a:lnTo>
                    <a:pt x="1155100" y="828600"/>
                  </a:lnTo>
                  <a:lnTo>
                    <a:pt x="1186161" y="774796"/>
                  </a:lnTo>
                  <a:lnTo>
                    <a:pt x="1209912" y="717458"/>
                  </a:lnTo>
                  <a:lnTo>
                    <a:pt x="1225994" y="656740"/>
                  </a:lnTo>
                  <a:lnTo>
                    <a:pt x="1234095" y="576902"/>
                  </a:lnTo>
                  <a:lnTo>
                    <a:pt x="1235113" y="519785"/>
                  </a:lnTo>
                  <a:lnTo>
                    <a:pt x="1234095" y="462669"/>
                  </a:lnTo>
                  <a:lnTo>
                    <a:pt x="1231052" y="418393"/>
                  </a:lnTo>
                  <a:lnTo>
                    <a:pt x="1218933" y="351853"/>
                  </a:lnTo>
                  <a:lnTo>
                    <a:pt x="1198975" y="293055"/>
                  </a:lnTo>
                  <a:lnTo>
                    <a:pt x="1171511" y="237362"/>
                  </a:lnTo>
                  <a:lnTo>
                    <a:pt x="1137016" y="185735"/>
                  </a:lnTo>
                  <a:lnTo>
                    <a:pt x="1096073" y="139052"/>
                  </a:lnTo>
                  <a:lnTo>
                    <a:pt x="1049383" y="98107"/>
                  </a:lnTo>
                  <a:lnTo>
                    <a:pt x="997750" y="63601"/>
                  </a:lnTo>
                  <a:lnTo>
                    <a:pt x="942057" y="36142"/>
                  </a:lnTo>
                  <a:lnTo>
                    <a:pt x="883259" y="16179"/>
                  </a:lnTo>
                  <a:lnTo>
                    <a:pt x="822356" y="4065"/>
                  </a:lnTo>
                  <a:lnTo>
                    <a:pt x="760387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17"/>
            <p:cNvSpPr/>
            <p:nvPr/>
          </p:nvSpPr>
          <p:spPr>
            <a:xfrm>
              <a:off x="10718609" y="4434674"/>
              <a:ext cx="614680" cy="614680"/>
            </a:xfrm>
            <a:custGeom>
              <a:rect b="b" l="l" r="r" t="t"/>
              <a:pathLst>
                <a:path extrusionOk="0" h="614679" w="614679">
                  <a:moveTo>
                    <a:pt x="338086" y="276529"/>
                  </a:moveTo>
                  <a:lnTo>
                    <a:pt x="335673" y="264566"/>
                  </a:lnTo>
                  <a:lnTo>
                    <a:pt x="329082" y="254800"/>
                  </a:lnTo>
                  <a:lnTo>
                    <a:pt x="319316" y="248208"/>
                  </a:lnTo>
                  <a:lnTo>
                    <a:pt x="307352" y="245795"/>
                  </a:lnTo>
                  <a:lnTo>
                    <a:pt x="295389" y="248208"/>
                  </a:lnTo>
                  <a:lnTo>
                    <a:pt x="285623" y="254800"/>
                  </a:lnTo>
                  <a:lnTo>
                    <a:pt x="279031" y="264566"/>
                  </a:lnTo>
                  <a:lnTo>
                    <a:pt x="276618" y="276529"/>
                  </a:lnTo>
                  <a:lnTo>
                    <a:pt x="279031" y="288493"/>
                  </a:lnTo>
                  <a:lnTo>
                    <a:pt x="285623" y="298259"/>
                  </a:lnTo>
                  <a:lnTo>
                    <a:pt x="295389" y="304850"/>
                  </a:lnTo>
                  <a:lnTo>
                    <a:pt x="307352" y="307263"/>
                  </a:lnTo>
                  <a:lnTo>
                    <a:pt x="319316" y="304850"/>
                  </a:lnTo>
                  <a:lnTo>
                    <a:pt x="329082" y="298259"/>
                  </a:lnTo>
                  <a:lnTo>
                    <a:pt x="335673" y="288493"/>
                  </a:lnTo>
                  <a:lnTo>
                    <a:pt x="338086" y="276529"/>
                  </a:lnTo>
                  <a:close/>
                </a:path>
                <a:path extrusionOk="0" h="614679" w="614679">
                  <a:moveTo>
                    <a:pt x="614654" y="266700"/>
                  </a:moveTo>
                  <a:lnTo>
                    <a:pt x="613041" y="259080"/>
                  </a:lnTo>
                  <a:lnTo>
                    <a:pt x="608660" y="252730"/>
                  </a:lnTo>
                  <a:lnTo>
                    <a:pt x="602145" y="247650"/>
                  </a:lnTo>
                  <a:lnTo>
                    <a:pt x="594169" y="246380"/>
                  </a:lnTo>
                  <a:lnTo>
                    <a:pt x="502691" y="246380"/>
                  </a:lnTo>
                  <a:lnTo>
                    <a:pt x="499795" y="237490"/>
                  </a:lnTo>
                  <a:lnTo>
                    <a:pt x="496544" y="229870"/>
                  </a:lnTo>
                  <a:lnTo>
                    <a:pt x="492925" y="220980"/>
                  </a:lnTo>
                  <a:lnTo>
                    <a:pt x="488937" y="213360"/>
                  </a:lnTo>
                  <a:lnTo>
                    <a:pt x="538441" y="163830"/>
                  </a:lnTo>
                  <a:lnTo>
                    <a:pt x="553669" y="148590"/>
                  </a:lnTo>
                  <a:lnTo>
                    <a:pt x="558165" y="142240"/>
                  </a:lnTo>
                  <a:lnTo>
                    <a:pt x="559663" y="134620"/>
                  </a:lnTo>
                  <a:lnTo>
                    <a:pt x="558165" y="125730"/>
                  </a:lnTo>
                  <a:lnTo>
                    <a:pt x="553669" y="119380"/>
                  </a:lnTo>
                  <a:lnTo>
                    <a:pt x="491845" y="57150"/>
                  </a:lnTo>
                  <a:lnTo>
                    <a:pt x="486625" y="55880"/>
                  </a:lnTo>
                  <a:lnTo>
                    <a:pt x="475754" y="55880"/>
                  </a:lnTo>
                  <a:lnTo>
                    <a:pt x="470547" y="57150"/>
                  </a:lnTo>
                  <a:lnTo>
                    <a:pt x="460603" y="67094"/>
                  </a:lnTo>
                  <a:lnTo>
                    <a:pt x="460603" y="307340"/>
                  </a:lnTo>
                  <a:lnTo>
                    <a:pt x="440093" y="307340"/>
                  </a:lnTo>
                  <a:lnTo>
                    <a:pt x="426910" y="259080"/>
                  </a:lnTo>
                  <a:lnTo>
                    <a:pt x="401726" y="226060"/>
                  </a:lnTo>
                  <a:lnTo>
                    <a:pt x="398881" y="222338"/>
                  </a:lnTo>
                  <a:lnTo>
                    <a:pt x="398881" y="307340"/>
                  </a:lnTo>
                  <a:lnTo>
                    <a:pt x="378218" y="307340"/>
                  </a:lnTo>
                  <a:lnTo>
                    <a:pt x="375627" y="295910"/>
                  </a:lnTo>
                  <a:lnTo>
                    <a:pt x="371246" y="285750"/>
                  </a:lnTo>
                  <a:lnTo>
                    <a:pt x="365175" y="275590"/>
                  </a:lnTo>
                  <a:lnTo>
                    <a:pt x="357530" y="266700"/>
                  </a:lnTo>
                  <a:lnTo>
                    <a:pt x="358178" y="270510"/>
                  </a:lnTo>
                  <a:lnTo>
                    <a:pt x="358521" y="274320"/>
                  </a:lnTo>
                  <a:lnTo>
                    <a:pt x="348310" y="307340"/>
                  </a:lnTo>
                  <a:lnTo>
                    <a:pt x="266357" y="307340"/>
                  </a:lnTo>
                  <a:lnTo>
                    <a:pt x="261924" y="300990"/>
                  </a:lnTo>
                  <a:lnTo>
                    <a:pt x="258699" y="293370"/>
                  </a:lnTo>
                  <a:lnTo>
                    <a:pt x="256743" y="285750"/>
                  </a:lnTo>
                  <a:lnTo>
                    <a:pt x="256108" y="276860"/>
                  </a:lnTo>
                  <a:lnTo>
                    <a:pt x="256133" y="274320"/>
                  </a:lnTo>
                  <a:lnTo>
                    <a:pt x="256476" y="270510"/>
                  </a:lnTo>
                  <a:lnTo>
                    <a:pt x="257136" y="266700"/>
                  </a:lnTo>
                  <a:lnTo>
                    <a:pt x="249491" y="275590"/>
                  </a:lnTo>
                  <a:lnTo>
                    <a:pt x="243420" y="285750"/>
                  </a:lnTo>
                  <a:lnTo>
                    <a:pt x="239052" y="295910"/>
                  </a:lnTo>
                  <a:lnTo>
                    <a:pt x="236461" y="307340"/>
                  </a:lnTo>
                  <a:lnTo>
                    <a:pt x="215773" y="307340"/>
                  </a:lnTo>
                  <a:lnTo>
                    <a:pt x="225831" y="275590"/>
                  </a:lnTo>
                  <a:lnTo>
                    <a:pt x="246087" y="250190"/>
                  </a:lnTo>
                  <a:lnTo>
                    <a:pt x="274078" y="232410"/>
                  </a:lnTo>
                  <a:lnTo>
                    <a:pt x="307327" y="226060"/>
                  </a:lnTo>
                  <a:lnTo>
                    <a:pt x="340575" y="232410"/>
                  </a:lnTo>
                  <a:lnTo>
                    <a:pt x="368566" y="250190"/>
                  </a:lnTo>
                  <a:lnTo>
                    <a:pt x="388835" y="275590"/>
                  </a:lnTo>
                  <a:lnTo>
                    <a:pt x="398881" y="307340"/>
                  </a:lnTo>
                  <a:lnTo>
                    <a:pt x="398881" y="222338"/>
                  </a:lnTo>
                  <a:lnTo>
                    <a:pt x="397852" y="220980"/>
                  </a:lnTo>
                  <a:lnTo>
                    <a:pt x="356730" y="194310"/>
                  </a:lnTo>
                  <a:lnTo>
                    <a:pt x="307378" y="185420"/>
                  </a:lnTo>
                  <a:lnTo>
                    <a:pt x="258025" y="194310"/>
                  </a:lnTo>
                  <a:lnTo>
                    <a:pt x="216903" y="220980"/>
                  </a:lnTo>
                  <a:lnTo>
                    <a:pt x="187845" y="259080"/>
                  </a:lnTo>
                  <a:lnTo>
                    <a:pt x="174663" y="307340"/>
                  </a:lnTo>
                  <a:lnTo>
                    <a:pt x="154101" y="307340"/>
                  </a:lnTo>
                  <a:lnTo>
                    <a:pt x="164312" y="261620"/>
                  </a:lnTo>
                  <a:lnTo>
                    <a:pt x="187045" y="222250"/>
                  </a:lnTo>
                  <a:lnTo>
                    <a:pt x="219989" y="191770"/>
                  </a:lnTo>
                  <a:lnTo>
                    <a:pt x="260858" y="171450"/>
                  </a:lnTo>
                  <a:lnTo>
                    <a:pt x="307352" y="163830"/>
                  </a:lnTo>
                  <a:lnTo>
                    <a:pt x="353847" y="171450"/>
                  </a:lnTo>
                  <a:lnTo>
                    <a:pt x="394716" y="191770"/>
                  </a:lnTo>
                  <a:lnTo>
                    <a:pt x="427659" y="222250"/>
                  </a:lnTo>
                  <a:lnTo>
                    <a:pt x="450392" y="261620"/>
                  </a:lnTo>
                  <a:lnTo>
                    <a:pt x="460603" y="307340"/>
                  </a:lnTo>
                  <a:lnTo>
                    <a:pt x="460603" y="67094"/>
                  </a:lnTo>
                  <a:lnTo>
                    <a:pt x="401967" y="125730"/>
                  </a:lnTo>
                  <a:lnTo>
                    <a:pt x="385686" y="118110"/>
                  </a:lnTo>
                  <a:lnTo>
                    <a:pt x="368795" y="113030"/>
                  </a:lnTo>
                  <a:lnTo>
                    <a:pt x="368795" y="21590"/>
                  </a:lnTo>
                  <a:lnTo>
                    <a:pt x="367182" y="12700"/>
                  </a:lnTo>
                  <a:lnTo>
                    <a:pt x="362800" y="6350"/>
                  </a:lnTo>
                  <a:lnTo>
                    <a:pt x="356285" y="2540"/>
                  </a:lnTo>
                  <a:lnTo>
                    <a:pt x="348310" y="0"/>
                  </a:lnTo>
                  <a:lnTo>
                    <a:pt x="266357" y="0"/>
                  </a:lnTo>
                  <a:lnTo>
                    <a:pt x="258381" y="2540"/>
                  </a:lnTo>
                  <a:lnTo>
                    <a:pt x="251866" y="6350"/>
                  </a:lnTo>
                  <a:lnTo>
                    <a:pt x="247472" y="12700"/>
                  </a:lnTo>
                  <a:lnTo>
                    <a:pt x="245859" y="21590"/>
                  </a:lnTo>
                  <a:lnTo>
                    <a:pt x="245859" y="113030"/>
                  </a:lnTo>
                  <a:lnTo>
                    <a:pt x="228981" y="118110"/>
                  </a:lnTo>
                  <a:lnTo>
                    <a:pt x="212712" y="125730"/>
                  </a:lnTo>
                  <a:lnTo>
                    <a:pt x="144145" y="57150"/>
                  </a:lnTo>
                  <a:lnTo>
                    <a:pt x="138938" y="55880"/>
                  </a:lnTo>
                  <a:lnTo>
                    <a:pt x="128066" y="55880"/>
                  </a:lnTo>
                  <a:lnTo>
                    <a:pt x="122859" y="57150"/>
                  </a:lnTo>
                  <a:lnTo>
                    <a:pt x="61023" y="119380"/>
                  </a:lnTo>
                  <a:lnTo>
                    <a:pt x="56527" y="125730"/>
                  </a:lnTo>
                  <a:lnTo>
                    <a:pt x="55029" y="134620"/>
                  </a:lnTo>
                  <a:lnTo>
                    <a:pt x="56527" y="142240"/>
                  </a:lnTo>
                  <a:lnTo>
                    <a:pt x="61023" y="148590"/>
                  </a:lnTo>
                  <a:lnTo>
                    <a:pt x="125768" y="213360"/>
                  </a:lnTo>
                  <a:lnTo>
                    <a:pt x="121793" y="220980"/>
                  </a:lnTo>
                  <a:lnTo>
                    <a:pt x="118160" y="229870"/>
                  </a:lnTo>
                  <a:lnTo>
                    <a:pt x="114909" y="237490"/>
                  </a:lnTo>
                  <a:lnTo>
                    <a:pt x="112014" y="246380"/>
                  </a:lnTo>
                  <a:lnTo>
                    <a:pt x="20485" y="246380"/>
                  </a:lnTo>
                  <a:lnTo>
                    <a:pt x="12509" y="247650"/>
                  </a:lnTo>
                  <a:lnTo>
                    <a:pt x="5994" y="252730"/>
                  </a:lnTo>
                  <a:lnTo>
                    <a:pt x="1612" y="259080"/>
                  </a:lnTo>
                  <a:lnTo>
                    <a:pt x="0" y="266700"/>
                  </a:lnTo>
                  <a:lnTo>
                    <a:pt x="0" y="307340"/>
                  </a:lnTo>
                  <a:lnTo>
                    <a:pt x="1612" y="316230"/>
                  </a:lnTo>
                  <a:lnTo>
                    <a:pt x="5994" y="322580"/>
                  </a:lnTo>
                  <a:lnTo>
                    <a:pt x="12509" y="326390"/>
                  </a:lnTo>
                  <a:lnTo>
                    <a:pt x="20485" y="328930"/>
                  </a:lnTo>
                  <a:lnTo>
                    <a:pt x="61468" y="328930"/>
                  </a:lnTo>
                  <a:lnTo>
                    <a:pt x="61468" y="370840"/>
                  </a:lnTo>
                  <a:lnTo>
                    <a:pt x="53086" y="375920"/>
                  </a:lnTo>
                  <a:lnTo>
                    <a:pt x="46609" y="382270"/>
                  </a:lnTo>
                  <a:lnTo>
                    <a:pt x="42430" y="391160"/>
                  </a:lnTo>
                  <a:lnTo>
                    <a:pt x="40957" y="400050"/>
                  </a:lnTo>
                  <a:lnTo>
                    <a:pt x="42430" y="408940"/>
                  </a:lnTo>
                  <a:lnTo>
                    <a:pt x="46609" y="417830"/>
                  </a:lnTo>
                  <a:lnTo>
                    <a:pt x="53086" y="424180"/>
                  </a:lnTo>
                  <a:lnTo>
                    <a:pt x="61468" y="429260"/>
                  </a:lnTo>
                  <a:lnTo>
                    <a:pt x="61468" y="472440"/>
                  </a:lnTo>
                  <a:lnTo>
                    <a:pt x="35801" y="481330"/>
                  </a:lnTo>
                  <a:lnTo>
                    <a:pt x="15849" y="499110"/>
                  </a:lnTo>
                  <a:lnTo>
                    <a:pt x="3378" y="521970"/>
                  </a:lnTo>
                  <a:lnTo>
                    <a:pt x="177" y="548640"/>
                  </a:lnTo>
                  <a:lnTo>
                    <a:pt x="7200" y="575310"/>
                  </a:lnTo>
                  <a:lnTo>
                    <a:pt x="22847" y="595630"/>
                  </a:lnTo>
                  <a:lnTo>
                    <a:pt x="45046" y="609600"/>
                  </a:lnTo>
                  <a:lnTo>
                    <a:pt x="71704" y="614680"/>
                  </a:lnTo>
                  <a:lnTo>
                    <a:pt x="98374" y="609600"/>
                  </a:lnTo>
                  <a:lnTo>
                    <a:pt x="120561" y="595630"/>
                  </a:lnTo>
                  <a:lnTo>
                    <a:pt x="126428" y="588010"/>
                  </a:lnTo>
                  <a:lnTo>
                    <a:pt x="136207" y="575310"/>
                  </a:lnTo>
                  <a:lnTo>
                    <a:pt x="143230" y="548640"/>
                  </a:lnTo>
                  <a:lnTo>
                    <a:pt x="142773" y="544830"/>
                  </a:lnTo>
                  <a:lnTo>
                    <a:pt x="141706" y="535940"/>
                  </a:lnTo>
                  <a:lnTo>
                    <a:pt x="140030" y="521970"/>
                  </a:lnTo>
                  <a:lnTo>
                    <a:pt x="131025" y="505460"/>
                  </a:lnTo>
                  <a:lnTo>
                    <a:pt x="127558" y="499110"/>
                  </a:lnTo>
                  <a:lnTo>
                    <a:pt x="113322" y="486435"/>
                  </a:lnTo>
                  <a:lnTo>
                    <a:pt x="113322" y="572770"/>
                  </a:lnTo>
                  <a:lnTo>
                    <a:pt x="108699" y="579120"/>
                  </a:lnTo>
                  <a:lnTo>
                    <a:pt x="102755" y="584200"/>
                  </a:lnTo>
                  <a:lnTo>
                    <a:pt x="95910" y="588010"/>
                  </a:lnTo>
                  <a:lnTo>
                    <a:pt x="93700" y="579120"/>
                  </a:lnTo>
                  <a:lnTo>
                    <a:pt x="88442" y="571500"/>
                  </a:lnTo>
                  <a:lnTo>
                    <a:pt x="80886" y="566420"/>
                  </a:lnTo>
                  <a:lnTo>
                    <a:pt x="71729" y="565150"/>
                  </a:lnTo>
                  <a:lnTo>
                    <a:pt x="62585" y="566420"/>
                  </a:lnTo>
                  <a:lnTo>
                    <a:pt x="55016" y="571500"/>
                  </a:lnTo>
                  <a:lnTo>
                    <a:pt x="49771" y="579120"/>
                  </a:lnTo>
                  <a:lnTo>
                    <a:pt x="47561" y="588010"/>
                  </a:lnTo>
                  <a:lnTo>
                    <a:pt x="40703" y="584200"/>
                  </a:lnTo>
                  <a:lnTo>
                    <a:pt x="34759" y="579120"/>
                  </a:lnTo>
                  <a:lnTo>
                    <a:pt x="30137" y="572770"/>
                  </a:lnTo>
                  <a:lnTo>
                    <a:pt x="36855" y="561340"/>
                  </a:lnTo>
                  <a:lnTo>
                    <a:pt x="46520" y="552450"/>
                  </a:lnTo>
                  <a:lnTo>
                    <a:pt x="58407" y="546100"/>
                  </a:lnTo>
                  <a:lnTo>
                    <a:pt x="71755" y="544830"/>
                  </a:lnTo>
                  <a:lnTo>
                    <a:pt x="85102" y="546100"/>
                  </a:lnTo>
                  <a:lnTo>
                    <a:pt x="96989" y="552450"/>
                  </a:lnTo>
                  <a:lnTo>
                    <a:pt x="106654" y="561340"/>
                  </a:lnTo>
                  <a:lnTo>
                    <a:pt x="112623" y="571500"/>
                  </a:lnTo>
                  <a:lnTo>
                    <a:pt x="113322" y="572770"/>
                  </a:lnTo>
                  <a:lnTo>
                    <a:pt x="113322" y="486435"/>
                  </a:lnTo>
                  <a:lnTo>
                    <a:pt x="107607" y="481330"/>
                  </a:lnTo>
                  <a:lnTo>
                    <a:pt x="87071" y="474218"/>
                  </a:lnTo>
                  <a:lnTo>
                    <a:pt x="87071" y="511810"/>
                  </a:lnTo>
                  <a:lnTo>
                    <a:pt x="87071" y="528320"/>
                  </a:lnTo>
                  <a:lnTo>
                    <a:pt x="80200" y="535940"/>
                  </a:lnTo>
                  <a:lnTo>
                    <a:pt x="63220" y="535940"/>
                  </a:lnTo>
                  <a:lnTo>
                    <a:pt x="56337" y="528320"/>
                  </a:lnTo>
                  <a:lnTo>
                    <a:pt x="56337" y="511810"/>
                  </a:lnTo>
                  <a:lnTo>
                    <a:pt x="63220" y="505460"/>
                  </a:lnTo>
                  <a:lnTo>
                    <a:pt x="80200" y="505460"/>
                  </a:lnTo>
                  <a:lnTo>
                    <a:pt x="87071" y="511810"/>
                  </a:lnTo>
                  <a:lnTo>
                    <a:pt x="87071" y="474218"/>
                  </a:lnTo>
                  <a:lnTo>
                    <a:pt x="81953" y="472440"/>
                  </a:lnTo>
                  <a:lnTo>
                    <a:pt x="81953" y="429260"/>
                  </a:lnTo>
                  <a:lnTo>
                    <a:pt x="90335" y="424180"/>
                  </a:lnTo>
                  <a:lnTo>
                    <a:pt x="96812" y="417830"/>
                  </a:lnTo>
                  <a:lnTo>
                    <a:pt x="100380" y="410210"/>
                  </a:lnTo>
                  <a:lnTo>
                    <a:pt x="100977" y="408940"/>
                  </a:lnTo>
                  <a:lnTo>
                    <a:pt x="102450" y="400050"/>
                  </a:lnTo>
                  <a:lnTo>
                    <a:pt x="100977" y="391160"/>
                  </a:lnTo>
                  <a:lnTo>
                    <a:pt x="100380" y="389890"/>
                  </a:lnTo>
                  <a:lnTo>
                    <a:pt x="96812" y="382270"/>
                  </a:lnTo>
                  <a:lnTo>
                    <a:pt x="90335" y="375920"/>
                  </a:lnTo>
                  <a:lnTo>
                    <a:pt x="81953" y="370840"/>
                  </a:lnTo>
                  <a:lnTo>
                    <a:pt x="81953" y="394970"/>
                  </a:lnTo>
                  <a:lnTo>
                    <a:pt x="81953" y="405130"/>
                  </a:lnTo>
                  <a:lnTo>
                    <a:pt x="77368" y="410210"/>
                  </a:lnTo>
                  <a:lnTo>
                    <a:pt x="66052" y="410210"/>
                  </a:lnTo>
                  <a:lnTo>
                    <a:pt x="61468" y="405130"/>
                  </a:lnTo>
                  <a:lnTo>
                    <a:pt x="61468" y="394970"/>
                  </a:lnTo>
                  <a:lnTo>
                    <a:pt x="66052" y="389890"/>
                  </a:lnTo>
                  <a:lnTo>
                    <a:pt x="77368" y="389890"/>
                  </a:lnTo>
                  <a:lnTo>
                    <a:pt x="81953" y="394970"/>
                  </a:lnTo>
                  <a:lnTo>
                    <a:pt x="81953" y="370840"/>
                  </a:lnTo>
                  <a:lnTo>
                    <a:pt x="81953" y="328930"/>
                  </a:lnTo>
                  <a:lnTo>
                    <a:pt x="297078" y="328930"/>
                  </a:lnTo>
                  <a:lnTo>
                    <a:pt x="297078" y="350520"/>
                  </a:lnTo>
                  <a:lnTo>
                    <a:pt x="288747" y="355600"/>
                  </a:lnTo>
                  <a:lnTo>
                    <a:pt x="282308" y="361950"/>
                  </a:lnTo>
                  <a:lnTo>
                    <a:pt x="278168" y="369570"/>
                  </a:lnTo>
                  <a:lnTo>
                    <a:pt x="276694" y="379730"/>
                  </a:lnTo>
                  <a:lnTo>
                    <a:pt x="278168" y="388620"/>
                  </a:lnTo>
                  <a:lnTo>
                    <a:pt x="282308" y="397510"/>
                  </a:lnTo>
                  <a:lnTo>
                    <a:pt x="288747" y="403860"/>
                  </a:lnTo>
                  <a:lnTo>
                    <a:pt x="297078" y="408940"/>
                  </a:lnTo>
                  <a:lnTo>
                    <a:pt x="297078" y="431800"/>
                  </a:lnTo>
                  <a:lnTo>
                    <a:pt x="263398" y="441960"/>
                  </a:lnTo>
                  <a:lnTo>
                    <a:pt x="236918" y="463550"/>
                  </a:lnTo>
                  <a:lnTo>
                    <a:pt x="220065" y="492760"/>
                  </a:lnTo>
                  <a:lnTo>
                    <a:pt x="215277" y="528320"/>
                  </a:lnTo>
                  <a:lnTo>
                    <a:pt x="223926" y="562610"/>
                  </a:lnTo>
                  <a:lnTo>
                    <a:pt x="243979" y="590550"/>
                  </a:lnTo>
                  <a:lnTo>
                    <a:pt x="272681" y="608330"/>
                  </a:lnTo>
                  <a:lnTo>
                    <a:pt x="307327" y="614680"/>
                  </a:lnTo>
                  <a:lnTo>
                    <a:pt x="341972" y="608330"/>
                  </a:lnTo>
                  <a:lnTo>
                    <a:pt x="370687" y="590550"/>
                  </a:lnTo>
                  <a:lnTo>
                    <a:pt x="377977" y="580390"/>
                  </a:lnTo>
                  <a:lnTo>
                    <a:pt x="390728" y="562610"/>
                  </a:lnTo>
                  <a:lnTo>
                    <a:pt x="399389" y="528320"/>
                  </a:lnTo>
                  <a:lnTo>
                    <a:pt x="397332" y="513080"/>
                  </a:lnTo>
                  <a:lnTo>
                    <a:pt x="394589" y="492760"/>
                  </a:lnTo>
                  <a:lnTo>
                    <a:pt x="382130" y="471170"/>
                  </a:lnTo>
                  <a:lnTo>
                    <a:pt x="377736" y="463550"/>
                  </a:lnTo>
                  <a:lnTo>
                    <a:pt x="366229" y="454177"/>
                  </a:lnTo>
                  <a:lnTo>
                    <a:pt x="366229" y="563880"/>
                  </a:lnTo>
                  <a:lnTo>
                    <a:pt x="361988" y="570230"/>
                  </a:lnTo>
                  <a:lnTo>
                    <a:pt x="356857" y="575310"/>
                  </a:lnTo>
                  <a:lnTo>
                    <a:pt x="350989" y="580390"/>
                  </a:lnTo>
                  <a:lnTo>
                    <a:pt x="344271" y="567690"/>
                  </a:lnTo>
                  <a:lnTo>
                    <a:pt x="334187" y="557530"/>
                  </a:lnTo>
                  <a:lnTo>
                    <a:pt x="321602" y="551180"/>
                  </a:lnTo>
                  <a:lnTo>
                    <a:pt x="307352" y="548640"/>
                  </a:lnTo>
                  <a:lnTo>
                    <a:pt x="293103" y="551180"/>
                  </a:lnTo>
                  <a:lnTo>
                    <a:pt x="280517" y="557530"/>
                  </a:lnTo>
                  <a:lnTo>
                    <a:pt x="270446" y="567690"/>
                  </a:lnTo>
                  <a:lnTo>
                    <a:pt x="263715" y="580390"/>
                  </a:lnTo>
                  <a:lnTo>
                    <a:pt x="257835" y="575310"/>
                  </a:lnTo>
                  <a:lnTo>
                    <a:pt x="252679" y="570230"/>
                  </a:lnTo>
                  <a:lnTo>
                    <a:pt x="248424" y="563880"/>
                  </a:lnTo>
                  <a:lnTo>
                    <a:pt x="258965" y="548640"/>
                  </a:lnTo>
                  <a:lnTo>
                    <a:pt x="272872" y="537210"/>
                  </a:lnTo>
                  <a:lnTo>
                    <a:pt x="289280" y="530860"/>
                  </a:lnTo>
                  <a:lnTo>
                    <a:pt x="307327" y="528320"/>
                  </a:lnTo>
                  <a:lnTo>
                    <a:pt x="325374" y="530860"/>
                  </a:lnTo>
                  <a:lnTo>
                    <a:pt x="341782" y="537210"/>
                  </a:lnTo>
                  <a:lnTo>
                    <a:pt x="355688" y="548640"/>
                  </a:lnTo>
                  <a:lnTo>
                    <a:pt x="366229" y="563880"/>
                  </a:lnTo>
                  <a:lnTo>
                    <a:pt x="366229" y="454177"/>
                  </a:lnTo>
                  <a:lnTo>
                    <a:pt x="351243" y="441960"/>
                  </a:lnTo>
                  <a:lnTo>
                    <a:pt x="327812" y="434898"/>
                  </a:lnTo>
                  <a:lnTo>
                    <a:pt x="327812" y="492760"/>
                  </a:lnTo>
                  <a:lnTo>
                    <a:pt x="326199" y="500380"/>
                  </a:lnTo>
                  <a:lnTo>
                    <a:pt x="321818" y="506730"/>
                  </a:lnTo>
                  <a:lnTo>
                    <a:pt x="315302" y="511810"/>
                  </a:lnTo>
                  <a:lnTo>
                    <a:pt x="307327" y="513080"/>
                  </a:lnTo>
                  <a:lnTo>
                    <a:pt x="299351" y="511810"/>
                  </a:lnTo>
                  <a:lnTo>
                    <a:pt x="292836" y="506730"/>
                  </a:lnTo>
                  <a:lnTo>
                    <a:pt x="288455" y="500380"/>
                  </a:lnTo>
                  <a:lnTo>
                    <a:pt x="286842" y="492760"/>
                  </a:lnTo>
                  <a:lnTo>
                    <a:pt x="288455" y="483870"/>
                  </a:lnTo>
                  <a:lnTo>
                    <a:pt x="292836" y="477520"/>
                  </a:lnTo>
                  <a:lnTo>
                    <a:pt x="299351" y="473710"/>
                  </a:lnTo>
                  <a:lnTo>
                    <a:pt x="307327" y="471170"/>
                  </a:lnTo>
                  <a:lnTo>
                    <a:pt x="315302" y="473710"/>
                  </a:lnTo>
                  <a:lnTo>
                    <a:pt x="321818" y="477520"/>
                  </a:lnTo>
                  <a:lnTo>
                    <a:pt x="326199" y="483870"/>
                  </a:lnTo>
                  <a:lnTo>
                    <a:pt x="327812" y="492760"/>
                  </a:lnTo>
                  <a:lnTo>
                    <a:pt x="327812" y="434898"/>
                  </a:lnTo>
                  <a:lnTo>
                    <a:pt x="317576" y="431800"/>
                  </a:lnTo>
                  <a:lnTo>
                    <a:pt x="317576" y="408940"/>
                  </a:lnTo>
                  <a:lnTo>
                    <a:pt x="325958" y="403860"/>
                  </a:lnTo>
                  <a:lnTo>
                    <a:pt x="332422" y="397510"/>
                  </a:lnTo>
                  <a:lnTo>
                    <a:pt x="336003" y="389890"/>
                  </a:lnTo>
                  <a:lnTo>
                    <a:pt x="336600" y="388620"/>
                  </a:lnTo>
                  <a:lnTo>
                    <a:pt x="338074" y="379730"/>
                  </a:lnTo>
                  <a:lnTo>
                    <a:pt x="336600" y="370840"/>
                  </a:lnTo>
                  <a:lnTo>
                    <a:pt x="336003" y="369570"/>
                  </a:lnTo>
                  <a:lnTo>
                    <a:pt x="332422" y="361950"/>
                  </a:lnTo>
                  <a:lnTo>
                    <a:pt x="325958" y="355600"/>
                  </a:lnTo>
                  <a:lnTo>
                    <a:pt x="317576" y="350520"/>
                  </a:lnTo>
                  <a:lnTo>
                    <a:pt x="317576" y="373380"/>
                  </a:lnTo>
                  <a:lnTo>
                    <a:pt x="317576" y="384810"/>
                  </a:lnTo>
                  <a:lnTo>
                    <a:pt x="312991" y="389890"/>
                  </a:lnTo>
                  <a:lnTo>
                    <a:pt x="301675" y="389890"/>
                  </a:lnTo>
                  <a:lnTo>
                    <a:pt x="297078" y="384810"/>
                  </a:lnTo>
                  <a:lnTo>
                    <a:pt x="297078" y="373380"/>
                  </a:lnTo>
                  <a:lnTo>
                    <a:pt x="301675" y="369570"/>
                  </a:lnTo>
                  <a:lnTo>
                    <a:pt x="312991" y="369570"/>
                  </a:lnTo>
                  <a:lnTo>
                    <a:pt x="317576" y="373380"/>
                  </a:lnTo>
                  <a:lnTo>
                    <a:pt x="317576" y="350520"/>
                  </a:lnTo>
                  <a:lnTo>
                    <a:pt x="317576" y="328930"/>
                  </a:lnTo>
                  <a:lnTo>
                    <a:pt x="532701" y="328930"/>
                  </a:lnTo>
                  <a:lnTo>
                    <a:pt x="532701" y="370840"/>
                  </a:lnTo>
                  <a:lnTo>
                    <a:pt x="524319" y="375920"/>
                  </a:lnTo>
                  <a:lnTo>
                    <a:pt x="517842" y="382270"/>
                  </a:lnTo>
                  <a:lnTo>
                    <a:pt x="513676" y="391160"/>
                  </a:lnTo>
                  <a:lnTo>
                    <a:pt x="512203" y="400050"/>
                  </a:lnTo>
                  <a:lnTo>
                    <a:pt x="513676" y="408940"/>
                  </a:lnTo>
                  <a:lnTo>
                    <a:pt x="517842" y="417830"/>
                  </a:lnTo>
                  <a:lnTo>
                    <a:pt x="524319" y="424180"/>
                  </a:lnTo>
                  <a:lnTo>
                    <a:pt x="532701" y="429260"/>
                  </a:lnTo>
                  <a:lnTo>
                    <a:pt x="532701" y="472440"/>
                  </a:lnTo>
                  <a:lnTo>
                    <a:pt x="507047" y="481330"/>
                  </a:lnTo>
                  <a:lnTo>
                    <a:pt x="487095" y="499110"/>
                  </a:lnTo>
                  <a:lnTo>
                    <a:pt x="474624" y="521970"/>
                  </a:lnTo>
                  <a:lnTo>
                    <a:pt x="471424" y="548640"/>
                  </a:lnTo>
                  <a:lnTo>
                    <a:pt x="478447" y="575310"/>
                  </a:lnTo>
                  <a:lnTo>
                    <a:pt x="494093" y="595630"/>
                  </a:lnTo>
                  <a:lnTo>
                    <a:pt x="516280" y="609600"/>
                  </a:lnTo>
                  <a:lnTo>
                    <a:pt x="542950" y="614680"/>
                  </a:lnTo>
                  <a:lnTo>
                    <a:pt x="569607" y="609600"/>
                  </a:lnTo>
                  <a:lnTo>
                    <a:pt x="591807" y="595630"/>
                  </a:lnTo>
                  <a:lnTo>
                    <a:pt x="597674" y="588010"/>
                  </a:lnTo>
                  <a:lnTo>
                    <a:pt x="607453" y="575310"/>
                  </a:lnTo>
                  <a:lnTo>
                    <a:pt x="614476" y="548640"/>
                  </a:lnTo>
                  <a:lnTo>
                    <a:pt x="614019" y="544830"/>
                  </a:lnTo>
                  <a:lnTo>
                    <a:pt x="612952" y="535940"/>
                  </a:lnTo>
                  <a:lnTo>
                    <a:pt x="611276" y="521970"/>
                  </a:lnTo>
                  <a:lnTo>
                    <a:pt x="602272" y="505460"/>
                  </a:lnTo>
                  <a:lnTo>
                    <a:pt x="598805" y="499110"/>
                  </a:lnTo>
                  <a:lnTo>
                    <a:pt x="584568" y="486435"/>
                  </a:lnTo>
                  <a:lnTo>
                    <a:pt x="584568" y="572770"/>
                  </a:lnTo>
                  <a:lnTo>
                    <a:pt x="579945" y="579120"/>
                  </a:lnTo>
                  <a:lnTo>
                    <a:pt x="573989" y="584200"/>
                  </a:lnTo>
                  <a:lnTo>
                    <a:pt x="567143" y="588010"/>
                  </a:lnTo>
                  <a:lnTo>
                    <a:pt x="564934" y="579120"/>
                  </a:lnTo>
                  <a:lnTo>
                    <a:pt x="559689" y="571500"/>
                  </a:lnTo>
                  <a:lnTo>
                    <a:pt x="552119" y="566420"/>
                  </a:lnTo>
                  <a:lnTo>
                    <a:pt x="542975" y="565150"/>
                  </a:lnTo>
                  <a:lnTo>
                    <a:pt x="533819" y="566420"/>
                  </a:lnTo>
                  <a:lnTo>
                    <a:pt x="526249" y="571500"/>
                  </a:lnTo>
                  <a:lnTo>
                    <a:pt x="521004" y="579120"/>
                  </a:lnTo>
                  <a:lnTo>
                    <a:pt x="518795" y="588010"/>
                  </a:lnTo>
                  <a:lnTo>
                    <a:pt x="511949" y="584200"/>
                  </a:lnTo>
                  <a:lnTo>
                    <a:pt x="505993" y="579120"/>
                  </a:lnTo>
                  <a:lnTo>
                    <a:pt x="501383" y="572770"/>
                  </a:lnTo>
                  <a:lnTo>
                    <a:pt x="508088" y="561340"/>
                  </a:lnTo>
                  <a:lnTo>
                    <a:pt x="517766" y="552450"/>
                  </a:lnTo>
                  <a:lnTo>
                    <a:pt x="529653" y="546100"/>
                  </a:lnTo>
                  <a:lnTo>
                    <a:pt x="543001" y="544830"/>
                  </a:lnTo>
                  <a:lnTo>
                    <a:pt x="556348" y="546100"/>
                  </a:lnTo>
                  <a:lnTo>
                    <a:pt x="568236" y="552450"/>
                  </a:lnTo>
                  <a:lnTo>
                    <a:pt x="577900" y="561340"/>
                  </a:lnTo>
                  <a:lnTo>
                    <a:pt x="583869" y="571500"/>
                  </a:lnTo>
                  <a:lnTo>
                    <a:pt x="584568" y="572770"/>
                  </a:lnTo>
                  <a:lnTo>
                    <a:pt x="584568" y="486435"/>
                  </a:lnTo>
                  <a:lnTo>
                    <a:pt x="578853" y="481330"/>
                  </a:lnTo>
                  <a:lnTo>
                    <a:pt x="558317" y="474218"/>
                  </a:lnTo>
                  <a:lnTo>
                    <a:pt x="558317" y="511810"/>
                  </a:lnTo>
                  <a:lnTo>
                    <a:pt x="558317" y="528320"/>
                  </a:lnTo>
                  <a:lnTo>
                    <a:pt x="551434" y="535940"/>
                  </a:lnTo>
                  <a:lnTo>
                    <a:pt x="534466" y="535940"/>
                  </a:lnTo>
                  <a:lnTo>
                    <a:pt x="527583" y="528320"/>
                  </a:lnTo>
                  <a:lnTo>
                    <a:pt x="527583" y="511810"/>
                  </a:lnTo>
                  <a:lnTo>
                    <a:pt x="534466" y="505460"/>
                  </a:lnTo>
                  <a:lnTo>
                    <a:pt x="551434" y="505460"/>
                  </a:lnTo>
                  <a:lnTo>
                    <a:pt x="558317" y="511810"/>
                  </a:lnTo>
                  <a:lnTo>
                    <a:pt x="558317" y="474218"/>
                  </a:lnTo>
                  <a:lnTo>
                    <a:pt x="553186" y="472440"/>
                  </a:lnTo>
                  <a:lnTo>
                    <a:pt x="553186" y="429260"/>
                  </a:lnTo>
                  <a:lnTo>
                    <a:pt x="561568" y="424180"/>
                  </a:lnTo>
                  <a:lnTo>
                    <a:pt x="568045" y="417830"/>
                  </a:lnTo>
                  <a:lnTo>
                    <a:pt x="571627" y="410210"/>
                  </a:lnTo>
                  <a:lnTo>
                    <a:pt x="572223" y="408940"/>
                  </a:lnTo>
                  <a:lnTo>
                    <a:pt x="573697" y="400050"/>
                  </a:lnTo>
                  <a:lnTo>
                    <a:pt x="572223" y="391160"/>
                  </a:lnTo>
                  <a:lnTo>
                    <a:pt x="571627" y="389890"/>
                  </a:lnTo>
                  <a:lnTo>
                    <a:pt x="568045" y="382270"/>
                  </a:lnTo>
                  <a:lnTo>
                    <a:pt x="561568" y="375920"/>
                  </a:lnTo>
                  <a:lnTo>
                    <a:pt x="553186" y="370840"/>
                  </a:lnTo>
                  <a:lnTo>
                    <a:pt x="553186" y="394970"/>
                  </a:lnTo>
                  <a:lnTo>
                    <a:pt x="553186" y="405130"/>
                  </a:lnTo>
                  <a:lnTo>
                    <a:pt x="548601" y="410210"/>
                  </a:lnTo>
                  <a:lnTo>
                    <a:pt x="537286" y="410210"/>
                  </a:lnTo>
                  <a:lnTo>
                    <a:pt x="532701" y="405130"/>
                  </a:lnTo>
                  <a:lnTo>
                    <a:pt x="532701" y="394970"/>
                  </a:lnTo>
                  <a:lnTo>
                    <a:pt x="537286" y="389890"/>
                  </a:lnTo>
                  <a:lnTo>
                    <a:pt x="548601" y="389890"/>
                  </a:lnTo>
                  <a:lnTo>
                    <a:pt x="553186" y="394970"/>
                  </a:lnTo>
                  <a:lnTo>
                    <a:pt x="553186" y="370840"/>
                  </a:lnTo>
                  <a:lnTo>
                    <a:pt x="553186" y="328930"/>
                  </a:lnTo>
                  <a:lnTo>
                    <a:pt x="594169" y="328930"/>
                  </a:lnTo>
                  <a:lnTo>
                    <a:pt x="602145" y="326390"/>
                  </a:lnTo>
                  <a:lnTo>
                    <a:pt x="608660" y="322580"/>
                  </a:lnTo>
                  <a:lnTo>
                    <a:pt x="613041" y="316230"/>
                  </a:lnTo>
                  <a:lnTo>
                    <a:pt x="614654" y="307340"/>
                  </a:lnTo>
                  <a:lnTo>
                    <a:pt x="614654" y="26670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8" name="Google Shape;548;p17"/>
          <p:cNvGrpSpPr/>
          <p:nvPr/>
        </p:nvGrpSpPr>
        <p:grpSpPr>
          <a:xfrm>
            <a:off x="6743476" y="4052112"/>
            <a:ext cx="3216275" cy="4453890"/>
            <a:chOff x="6743476" y="4052112"/>
            <a:chExt cx="3216275" cy="4453890"/>
          </a:xfrm>
        </p:grpSpPr>
        <p:sp>
          <p:nvSpPr>
            <p:cNvPr id="549" name="Google Shape;549;p17"/>
            <p:cNvSpPr/>
            <p:nvPr/>
          </p:nvSpPr>
          <p:spPr>
            <a:xfrm>
              <a:off x="6743476" y="4052112"/>
              <a:ext cx="3216275" cy="4453890"/>
            </a:xfrm>
            <a:custGeom>
              <a:rect b="b" l="l" r="r" t="t"/>
              <a:pathLst>
                <a:path extrusionOk="0" h="4453890" w="3216275">
                  <a:moveTo>
                    <a:pt x="2775927" y="0"/>
                  </a:moveTo>
                  <a:lnTo>
                    <a:pt x="447675" y="0"/>
                  </a:lnTo>
                  <a:lnTo>
                    <a:pt x="433031" y="177"/>
                  </a:lnTo>
                  <a:lnTo>
                    <a:pt x="389229" y="3771"/>
                  </a:lnTo>
                  <a:lnTo>
                    <a:pt x="346011" y="11633"/>
                  </a:lnTo>
                  <a:lnTo>
                    <a:pt x="303758" y="23698"/>
                  </a:lnTo>
                  <a:lnTo>
                    <a:pt x="262890" y="39852"/>
                  </a:lnTo>
                  <a:lnTo>
                    <a:pt x="223812" y="59918"/>
                  </a:lnTo>
                  <a:lnTo>
                    <a:pt x="186880" y="83731"/>
                  </a:lnTo>
                  <a:lnTo>
                    <a:pt x="152463" y="111048"/>
                  </a:lnTo>
                  <a:lnTo>
                    <a:pt x="120891" y="141605"/>
                  </a:lnTo>
                  <a:lnTo>
                    <a:pt x="92468" y="175107"/>
                  </a:lnTo>
                  <a:lnTo>
                    <a:pt x="67462" y="211239"/>
                  </a:lnTo>
                  <a:lnTo>
                    <a:pt x="46113" y="249643"/>
                  </a:lnTo>
                  <a:lnTo>
                    <a:pt x="28638" y="289953"/>
                  </a:lnTo>
                  <a:lnTo>
                    <a:pt x="15201" y="331787"/>
                  </a:lnTo>
                  <a:lnTo>
                    <a:pt x="5918" y="374738"/>
                  </a:lnTo>
                  <a:lnTo>
                    <a:pt x="901" y="418388"/>
                  </a:lnTo>
                  <a:lnTo>
                    <a:pt x="0" y="440347"/>
                  </a:lnTo>
                  <a:lnTo>
                    <a:pt x="0" y="4005719"/>
                  </a:lnTo>
                  <a:lnTo>
                    <a:pt x="3771" y="4064152"/>
                  </a:lnTo>
                  <a:lnTo>
                    <a:pt x="11633" y="4107395"/>
                  </a:lnTo>
                  <a:lnTo>
                    <a:pt x="23698" y="4149636"/>
                  </a:lnTo>
                  <a:lnTo>
                    <a:pt x="39852" y="4190504"/>
                  </a:lnTo>
                  <a:lnTo>
                    <a:pt x="59931" y="4229582"/>
                  </a:lnTo>
                  <a:lnTo>
                    <a:pt x="83731" y="4266514"/>
                  </a:lnTo>
                  <a:lnTo>
                    <a:pt x="111048" y="4300931"/>
                  </a:lnTo>
                  <a:lnTo>
                    <a:pt x="141604" y="4332503"/>
                  </a:lnTo>
                  <a:lnTo>
                    <a:pt x="175107" y="4360926"/>
                  </a:lnTo>
                  <a:lnTo>
                    <a:pt x="211239" y="4385932"/>
                  </a:lnTo>
                  <a:lnTo>
                    <a:pt x="249643" y="4407281"/>
                  </a:lnTo>
                  <a:lnTo>
                    <a:pt x="289953" y="4424756"/>
                  </a:lnTo>
                  <a:lnTo>
                    <a:pt x="331787" y="4438192"/>
                  </a:lnTo>
                  <a:lnTo>
                    <a:pt x="374738" y="4447476"/>
                  </a:lnTo>
                  <a:lnTo>
                    <a:pt x="418388" y="4452493"/>
                  </a:lnTo>
                  <a:lnTo>
                    <a:pt x="440347" y="4453394"/>
                  </a:lnTo>
                  <a:lnTo>
                    <a:pt x="2768600" y="4453394"/>
                  </a:lnTo>
                  <a:lnTo>
                    <a:pt x="2827045" y="4449622"/>
                  </a:lnTo>
                  <a:lnTo>
                    <a:pt x="2870276" y="4441748"/>
                  </a:lnTo>
                  <a:lnTo>
                    <a:pt x="2912529" y="4429683"/>
                  </a:lnTo>
                  <a:lnTo>
                    <a:pt x="2953385" y="4413542"/>
                  </a:lnTo>
                  <a:lnTo>
                    <a:pt x="2992475" y="4393463"/>
                  </a:lnTo>
                  <a:lnTo>
                    <a:pt x="3029407" y="4369663"/>
                  </a:lnTo>
                  <a:lnTo>
                    <a:pt x="3063824" y="4342345"/>
                  </a:lnTo>
                  <a:lnTo>
                    <a:pt x="3095396" y="4311789"/>
                  </a:lnTo>
                  <a:lnTo>
                    <a:pt x="3123819" y="4278274"/>
                  </a:lnTo>
                  <a:lnTo>
                    <a:pt x="3148825" y="4242155"/>
                  </a:lnTo>
                  <a:lnTo>
                    <a:pt x="3170174" y="4203750"/>
                  </a:lnTo>
                  <a:lnTo>
                    <a:pt x="3187636" y="4163428"/>
                  </a:lnTo>
                  <a:lnTo>
                    <a:pt x="3201085" y="4121594"/>
                  </a:lnTo>
                  <a:lnTo>
                    <a:pt x="3210356" y="4078655"/>
                  </a:lnTo>
                  <a:lnTo>
                    <a:pt x="3215386" y="4034993"/>
                  </a:lnTo>
                  <a:lnTo>
                    <a:pt x="3216275" y="4013047"/>
                  </a:lnTo>
                  <a:lnTo>
                    <a:pt x="3216275" y="447675"/>
                  </a:lnTo>
                  <a:lnTo>
                    <a:pt x="3212515" y="389229"/>
                  </a:lnTo>
                  <a:lnTo>
                    <a:pt x="3204641" y="346011"/>
                  </a:lnTo>
                  <a:lnTo>
                    <a:pt x="3192589" y="303758"/>
                  </a:lnTo>
                  <a:lnTo>
                    <a:pt x="3176435" y="262890"/>
                  </a:lnTo>
                  <a:lnTo>
                    <a:pt x="3156356" y="223812"/>
                  </a:lnTo>
                  <a:lnTo>
                    <a:pt x="3132543" y="186880"/>
                  </a:lnTo>
                  <a:lnTo>
                    <a:pt x="3105226" y="152463"/>
                  </a:lnTo>
                  <a:lnTo>
                    <a:pt x="3074682" y="120891"/>
                  </a:lnTo>
                  <a:lnTo>
                    <a:pt x="3041167" y="92468"/>
                  </a:lnTo>
                  <a:lnTo>
                    <a:pt x="3005035" y="67462"/>
                  </a:lnTo>
                  <a:lnTo>
                    <a:pt x="2966643" y="46113"/>
                  </a:lnTo>
                  <a:lnTo>
                    <a:pt x="2926321" y="28638"/>
                  </a:lnTo>
                  <a:lnTo>
                    <a:pt x="2884487" y="15201"/>
                  </a:lnTo>
                  <a:lnTo>
                    <a:pt x="2841548" y="5918"/>
                  </a:lnTo>
                  <a:lnTo>
                    <a:pt x="2797898" y="901"/>
                  </a:lnTo>
                  <a:lnTo>
                    <a:pt x="2775927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7"/>
            <p:cNvSpPr/>
            <p:nvPr/>
          </p:nvSpPr>
          <p:spPr>
            <a:xfrm>
              <a:off x="6743505" y="4186636"/>
              <a:ext cx="1235710" cy="1040130"/>
            </a:xfrm>
            <a:custGeom>
              <a:rect b="b" l="l" r="r" t="t"/>
              <a:pathLst>
                <a:path extrusionOk="0" h="1040129" w="1235709">
                  <a:moveTo>
                    <a:pt x="760387" y="0"/>
                  </a:moveTo>
                  <a:lnTo>
                    <a:pt x="0" y="0"/>
                  </a:lnTo>
                  <a:lnTo>
                    <a:pt x="0" y="1039571"/>
                  </a:lnTo>
                  <a:lnTo>
                    <a:pt x="760387" y="1039571"/>
                  </a:lnTo>
                  <a:lnTo>
                    <a:pt x="791455" y="1038552"/>
                  </a:lnTo>
                  <a:lnTo>
                    <a:pt x="852991" y="1030446"/>
                  </a:lnTo>
                  <a:lnTo>
                    <a:pt x="913000" y="1014365"/>
                  </a:lnTo>
                  <a:lnTo>
                    <a:pt x="970338" y="990617"/>
                  </a:lnTo>
                  <a:lnTo>
                    <a:pt x="1024144" y="959551"/>
                  </a:lnTo>
                  <a:lnTo>
                    <a:pt x="1073386" y="921766"/>
                  </a:lnTo>
                  <a:lnTo>
                    <a:pt x="1117320" y="877833"/>
                  </a:lnTo>
                  <a:lnTo>
                    <a:pt x="1155100" y="828600"/>
                  </a:lnTo>
                  <a:lnTo>
                    <a:pt x="1186161" y="774796"/>
                  </a:lnTo>
                  <a:lnTo>
                    <a:pt x="1209912" y="717458"/>
                  </a:lnTo>
                  <a:lnTo>
                    <a:pt x="1225994" y="656740"/>
                  </a:lnTo>
                  <a:lnTo>
                    <a:pt x="1234095" y="576902"/>
                  </a:lnTo>
                  <a:lnTo>
                    <a:pt x="1235113" y="519785"/>
                  </a:lnTo>
                  <a:lnTo>
                    <a:pt x="1234095" y="462669"/>
                  </a:lnTo>
                  <a:lnTo>
                    <a:pt x="1231052" y="418393"/>
                  </a:lnTo>
                  <a:lnTo>
                    <a:pt x="1218933" y="351853"/>
                  </a:lnTo>
                  <a:lnTo>
                    <a:pt x="1198975" y="293055"/>
                  </a:lnTo>
                  <a:lnTo>
                    <a:pt x="1171511" y="237362"/>
                  </a:lnTo>
                  <a:lnTo>
                    <a:pt x="1137016" y="185735"/>
                  </a:lnTo>
                  <a:lnTo>
                    <a:pt x="1096073" y="139052"/>
                  </a:lnTo>
                  <a:lnTo>
                    <a:pt x="1049383" y="98107"/>
                  </a:lnTo>
                  <a:lnTo>
                    <a:pt x="997750" y="63601"/>
                  </a:lnTo>
                  <a:lnTo>
                    <a:pt x="942057" y="36142"/>
                  </a:lnTo>
                  <a:lnTo>
                    <a:pt x="883259" y="16179"/>
                  </a:lnTo>
                  <a:lnTo>
                    <a:pt x="822356" y="4065"/>
                  </a:lnTo>
                  <a:lnTo>
                    <a:pt x="760387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7"/>
            <p:cNvSpPr/>
            <p:nvPr/>
          </p:nvSpPr>
          <p:spPr>
            <a:xfrm>
              <a:off x="6933997" y="4477374"/>
              <a:ext cx="700405" cy="529590"/>
            </a:xfrm>
            <a:custGeom>
              <a:rect b="b" l="l" r="r" t="t"/>
              <a:pathLst>
                <a:path extrusionOk="0" h="529589" w="700404">
                  <a:moveTo>
                    <a:pt x="312541" y="0"/>
                  </a:moveTo>
                  <a:lnTo>
                    <a:pt x="237535" y="0"/>
                  </a:lnTo>
                  <a:lnTo>
                    <a:pt x="233839" y="3695"/>
                  </a:lnTo>
                  <a:lnTo>
                    <a:pt x="233839" y="193052"/>
                  </a:lnTo>
                  <a:lnTo>
                    <a:pt x="237535" y="196735"/>
                  </a:lnTo>
                  <a:lnTo>
                    <a:pt x="462134" y="196735"/>
                  </a:lnTo>
                  <a:lnTo>
                    <a:pt x="465817" y="193052"/>
                  </a:lnTo>
                  <a:lnTo>
                    <a:pt x="465817" y="90995"/>
                  </a:lnTo>
                  <a:lnTo>
                    <a:pt x="379343" y="90995"/>
                  </a:lnTo>
                  <a:lnTo>
                    <a:pt x="378577" y="90576"/>
                  </a:lnTo>
                  <a:lnTo>
                    <a:pt x="317456" y="90576"/>
                  </a:lnTo>
                  <a:lnTo>
                    <a:pt x="314586" y="89357"/>
                  </a:lnTo>
                  <a:lnTo>
                    <a:pt x="312541" y="86067"/>
                  </a:lnTo>
                  <a:lnTo>
                    <a:pt x="312541" y="0"/>
                  </a:lnTo>
                  <a:close/>
                </a:path>
                <a:path extrusionOk="0" h="529589" w="700404">
                  <a:moveTo>
                    <a:pt x="462134" y="0"/>
                  </a:moveTo>
                  <a:lnTo>
                    <a:pt x="387535" y="0"/>
                  </a:lnTo>
                  <a:lnTo>
                    <a:pt x="387535" y="87299"/>
                  </a:lnTo>
                  <a:lnTo>
                    <a:pt x="383852" y="90995"/>
                  </a:lnTo>
                  <a:lnTo>
                    <a:pt x="465817" y="90995"/>
                  </a:lnTo>
                  <a:lnTo>
                    <a:pt x="465817" y="3695"/>
                  </a:lnTo>
                  <a:lnTo>
                    <a:pt x="462134" y="0"/>
                  </a:lnTo>
                  <a:close/>
                </a:path>
                <a:path extrusionOk="0" h="529589" w="700404">
                  <a:moveTo>
                    <a:pt x="353061" y="69033"/>
                  </a:moveTo>
                  <a:lnTo>
                    <a:pt x="344913" y="70091"/>
                  </a:lnTo>
                  <a:lnTo>
                    <a:pt x="337223" y="78249"/>
                  </a:lnTo>
                  <a:lnTo>
                    <a:pt x="330108" y="85563"/>
                  </a:lnTo>
                  <a:lnTo>
                    <a:pt x="323532" y="90261"/>
                  </a:lnTo>
                  <a:lnTo>
                    <a:pt x="317456" y="90576"/>
                  </a:lnTo>
                  <a:lnTo>
                    <a:pt x="378577" y="90576"/>
                  </a:lnTo>
                  <a:lnTo>
                    <a:pt x="370738" y="86287"/>
                  </a:lnTo>
                  <a:lnTo>
                    <a:pt x="361823" y="76700"/>
                  </a:lnTo>
                  <a:lnTo>
                    <a:pt x="353061" y="69033"/>
                  </a:lnTo>
                  <a:close/>
                </a:path>
                <a:path extrusionOk="0" h="529589" w="700404">
                  <a:moveTo>
                    <a:pt x="371152" y="0"/>
                  </a:moveTo>
                  <a:lnTo>
                    <a:pt x="328937" y="0"/>
                  </a:lnTo>
                  <a:lnTo>
                    <a:pt x="328937" y="63118"/>
                  </a:lnTo>
                  <a:lnTo>
                    <a:pt x="339910" y="54360"/>
                  </a:lnTo>
                  <a:lnTo>
                    <a:pt x="350039" y="51441"/>
                  </a:lnTo>
                  <a:lnTo>
                    <a:pt x="371152" y="51441"/>
                  </a:lnTo>
                  <a:lnTo>
                    <a:pt x="371152" y="0"/>
                  </a:lnTo>
                  <a:close/>
                </a:path>
                <a:path extrusionOk="0" h="529589" w="700404">
                  <a:moveTo>
                    <a:pt x="371152" y="51441"/>
                  </a:moveTo>
                  <a:lnTo>
                    <a:pt x="350039" y="51441"/>
                  </a:lnTo>
                  <a:lnTo>
                    <a:pt x="360171" y="54360"/>
                  </a:lnTo>
                  <a:lnTo>
                    <a:pt x="371152" y="63118"/>
                  </a:lnTo>
                  <a:lnTo>
                    <a:pt x="371152" y="51441"/>
                  </a:lnTo>
                  <a:close/>
                </a:path>
                <a:path extrusionOk="0" h="529589" w="700404">
                  <a:moveTo>
                    <a:pt x="516146" y="448925"/>
                  </a:moveTo>
                  <a:lnTo>
                    <a:pt x="506243" y="462140"/>
                  </a:lnTo>
                  <a:lnTo>
                    <a:pt x="500817" y="480150"/>
                  </a:lnTo>
                  <a:lnTo>
                    <a:pt x="499617" y="499695"/>
                  </a:lnTo>
                  <a:lnTo>
                    <a:pt x="499841" y="520928"/>
                  </a:lnTo>
                  <a:lnTo>
                    <a:pt x="499841" y="525437"/>
                  </a:lnTo>
                  <a:lnTo>
                    <a:pt x="503536" y="529132"/>
                  </a:lnTo>
                  <a:lnTo>
                    <a:pt x="696170" y="529132"/>
                  </a:lnTo>
                  <a:lnTo>
                    <a:pt x="699853" y="525437"/>
                  </a:lnTo>
                  <a:lnTo>
                    <a:pt x="699853" y="488556"/>
                  </a:lnTo>
                  <a:lnTo>
                    <a:pt x="693846" y="462791"/>
                  </a:lnTo>
                  <a:lnTo>
                    <a:pt x="692491" y="461098"/>
                  </a:lnTo>
                  <a:lnTo>
                    <a:pt x="513366" y="461098"/>
                  </a:lnTo>
                  <a:lnTo>
                    <a:pt x="516146" y="448925"/>
                  </a:lnTo>
                  <a:close/>
                </a:path>
                <a:path extrusionOk="0" h="529589" w="700404">
                  <a:moveTo>
                    <a:pt x="683869" y="450329"/>
                  </a:moveTo>
                  <a:lnTo>
                    <a:pt x="686328" y="461098"/>
                  </a:lnTo>
                  <a:lnTo>
                    <a:pt x="692491" y="461098"/>
                  </a:lnTo>
                  <a:lnTo>
                    <a:pt x="683869" y="450329"/>
                  </a:lnTo>
                  <a:close/>
                </a:path>
                <a:path extrusionOk="0" h="529589" w="700404">
                  <a:moveTo>
                    <a:pt x="608025" y="448925"/>
                  </a:moveTo>
                  <a:lnTo>
                    <a:pt x="606526" y="450329"/>
                  </a:lnTo>
                  <a:lnTo>
                    <a:pt x="604619" y="452242"/>
                  </a:lnTo>
                  <a:lnTo>
                    <a:pt x="599841" y="457403"/>
                  </a:lnTo>
                  <a:lnTo>
                    <a:pt x="608025" y="448925"/>
                  </a:lnTo>
                  <a:close/>
                </a:path>
                <a:path extrusionOk="0" h="529589" w="700404">
                  <a:moveTo>
                    <a:pt x="670256" y="329933"/>
                  </a:moveTo>
                  <a:lnTo>
                    <a:pt x="612960" y="329933"/>
                  </a:lnTo>
                  <a:lnTo>
                    <a:pt x="622378" y="331234"/>
                  </a:lnTo>
                  <a:lnTo>
                    <a:pt x="633911" y="335110"/>
                  </a:lnTo>
                  <a:lnTo>
                    <a:pt x="643678" y="341522"/>
                  </a:lnTo>
                  <a:lnTo>
                    <a:pt x="647796" y="350431"/>
                  </a:lnTo>
                  <a:lnTo>
                    <a:pt x="647796" y="396747"/>
                  </a:lnTo>
                  <a:lnTo>
                    <a:pt x="646926" y="407924"/>
                  </a:lnTo>
                  <a:lnTo>
                    <a:pt x="643906" y="416987"/>
                  </a:lnTo>
                  <a:lnTo>
                    <a:pt x="638120" y="424128"/>
                  </a:lnTo>
                  <a:lnTo>
                    <a:pt x="628949" y="429539"/>
                  </a:lnTo>
                  <a:lnTo>
                    <a:pt x="655244" y="431093"/>
                  </a:lnTo>
                  <a:lnTo>
                    <a:pt x="677926" y="442907"/>
                  </a:lnTo>
                  <a:lnTo>
                    <a:pt x="683869" y="450329"/>
                  </a:lnTo>
                  <a:lnTo>
                    <a:pt x="683051" y="446747"/>
                  </a:lnTo>
                  <a:lnTo>
                    <a:pt x="683357" y="445515"/>
                  </a:lnTo>
                  <a:lnTo>
                    <a:pt x="683457" y="445109"/>
                  </a:lnTo>
                  <a:lnTo>
                    <a:pt x="685921" y="441426"/>
                  </a:lnTo>
                  <a:lnTo>
                    <a:pt x="689604" y="434454"/>
                  </a:lnTo>
                  <a:lnTo>
                    <a:pt x="674847" y="399211"/>
                  </a:lnTo>
                  <a:lnTo>
                    <a:pt x="674847" y="352894"/>
                  </a:lnTo>
                  <a:lnTo>
                    <a:pt x="670256" y="329933"/>
                  </a:lnTo>
                  <a:close/>
                </a:path>
                <a:path extrusionOk="0" h="529589" w="700404">
                  <a:moveTo>
                    <a:pt x="583458" y="285097"/>
                  </a:moveTo>
                  <a:lnTo>
                    <a:pt x="567549" y="288279"/>
                  </a:lnTo>
                  <a:lnTo>
                    <a:pt x="545285" y="303247"/>
                  </a:lnTo>
                  <a:lnTo>
                    <a:pt x="530321" y="325516"/>
                  </a:lnTo>
                  <a:lnTo>
                    <a:pt x="524847" y="352894"/>
                  </a:lnTo>
                  <a:lnTo>
                    <a:pt x="524847" y="399211"/>
                  </a:lnTo>
                  <a:lnTo>
                    <a:pt x="519152" y="405440"/>
                  </a:lnTo>
                  <a:lnTo>
                    <a:pt x="510090" y="434454"/>
                  </a:lnTo>
                  <a:lnTo>
                    <a:pt x="513773" y="441426"/>
                  </a:lnTo>
                  <a:lnTo>
                    <a:pt x="516236" y="445109"/>
                  </a:lnTo>
                  <a:lnTo>
                    <a:pt x="516643" y="446747"/>
                  </a:lnTo>
                  <a:lnTo>
                    <a:pt x="516146" y="448925"/>
                  </a:lnTo>
                  <a:lnTo>
                    <a:pt x="518700" y="445515"/>
                  </a:lnTo>
                  <a:lnTo>
                    <a:pt x="534611" y="435159"/>
                  </a:lnTo>
                  <a:lnTo>
                    <a:pt x="551638" y="429948"/>
                  </a:lnTo>
                  <a:lnTo>
                    <a:pt x="566131" y="429038"/>
                  </a:lnTo>
                  <a:lnTo>
                    <a:pt x="569898" y="429038"/>
                  </a:lnTo>
                  <a:lnTo>
                    <a:pt x="564521" y="426026"/>
                  </a:lnTo>
                  <a:lnTo>
                    <a:pt x="557524" y="418515"/>
                  </a:lnTo>
                  <a:lnTo>
                    <a:pt x="556841" y="416987"/>
                  </a:lnTo>
                  <a:lnTo>
                    <a:pt x="553288" y="408763"/>
                  </a:lnTo>
                  <a:lnTo>
                    <a:pt x="551898" y="396747"/>
                  </a:lnTo>
                  <a:lnTo>
                    <a:pt x="551898" y="346328"/>
                  </a:lnTo>
                  <a:lnTo>
                    <a:pt x="557219" y="342645"/>
                  </a:lnTo>
                  <a:lnTo>
                    <a:pt x="577972" y="342645"/>
                  </a:lnTo>
                  <a:lnTo>
                    <a:pt x="586218" y="338951"/>
                  </a:lnTo>
                  <a:lnTo>
                    <a:pt x="598513" y="332866"/>
                  </a:lnTo>
                  <a:lnTo>
                    <a:pt x="612960" y="329933"/>
                  </a:lnTo>
                  <a:lnTo>
                    <a:pt x="670256" y="329933"/>
                  </a:lnTo>
                  <a:lnTo>
                    <a:pt x="669373" y="325516"/>
                  </a:lnTo>
                  <a:lnTo>
                    <a:pt x="656097" y="305758"/>
                  </a:lnTo>
                  <a:lnTo>
                    <a:pt x="599847" y="305758"/>
                  </a:lnTo>
                  <a:lnTo>
                    <a:pt x="588579" y="301763"/>
                  </a:lnTo>
                  <a:lnTo>
                    <a:pt x="583458" y="289775"/>
                  </a:lnTo>
                  <a:lnTo>
                    <a:pt x="583458" y="285097"/>
                  </a:lnTo>
                  <a:close/>
                </a:path>
                <a:path extrusionOk="0" h="529589" w="700404">
                  <a:moveTo>
                    <a:pt x="626988" y="431093"/>
                  </a:moveTo>
                  <a:lnTo>
                    <a:pt x="626224" y="431584"/>
                  </a:lnTo>
                  <a:lnTo>
                    <a:pt x="623306" y="433773"/>
                  </a:lnTo>
                  <a:lnTo>
                    <a:pt x="621872" y="435159"/>
                  </a:lnTo>
                  <a:lnTo>
                    <a:pt x="626988" y="431093"/>
                  </a:lnTo>
                  <a:close/>
                </a:path>
                <a:path extrusionOk="0" h="529589" w="700404">
                  <a:moveTo>
                    <a:pt x="569898" y="429038"/>
                  </a:moveTo>
                  <a:lnTo>
                    <a:pt x="566131" y="429038"/>
                  </a:lnTo>
                  <a:lnTo>
                    <a:pt x="574441" y="431584"/>
                  </a:lnTo>
                  <a:lnTo>
                    <a:pt x="569898" y="429038"/>
                  </a:lnTo>
                  <a:close/>
                </a:path>
                <a:path extrusionOk="0" h="529589" w="700404">
                  <a:moveTo>
                    <a:pt x="577972" y="342645"/>
                  </a:moveTo>
                  <a:lnTo>
                    <a:pt x="557219" y="342645"/>
                  </a:lnTo>
                  <a:lnTo>
                    <a:pt x="562553" y="344284"/>
                  </a:lnTo>
                  <a:lnTo>
                    <a:pt x="574692" y="344115"/>
                  </a:lnTo>
                  <a:lnTo>
                    <a:pt x="577972" y="342645"/>
                  </a:lnTo>
                  <a:close/>
                </a:path>
                <a:path extrusionOk="0" h="529589" w="700404">
                  <a:moveTo>
                    <a:pt x="616236" y="285097"/>
                  </a:moveTo>
                  <a:lnTo>
                    <a:pt x="616236" y="289775"/>
                  </a:lnTo>
                  <a:lnTo>
                    <a:pt x="611115" y="301763"/>
                  </a:lnTo>
                  <a:lnTo>
                    <a:pt x="599847" y="305758"/>
                  </a:lnTo>
                  <a:lnTo>
                    <a:pt x="656097" y="305758"/>
                  </a:lnTo>
                  <a:lnTo>
                    <a:pt x="654409" y="303247"/>
                  </a:lnTo>
                  <a:lnTo>
                    <a:pt x="632145" y="288279"/>
                  </a:lnTo>
                  <a:lnTo>
                    <a:pt x="616236" y="285097"/>
                  </a:lnTo>
                  <a:close/>
                </a:path>
                <a:path extrusionOk="0" h="529589" w="700404">
                  <a:moveTo>
                    <a:pt x="616236" y="114769"/>
                  </a:moveTo>
                  <a:lnTo>
                    <a:pt x="583458" y="114769"/>
                  </a:lnTo>
                  <a:lnTo>
                    <a:pt x="583458" y="285097"/>
                  </a:lnTo>
                  <a:lnTo>
                    <a:pt x="594926" y="282803"/>
                  </a:lnTo>
                  <a:lnTo>
                    <a:pt x="616236" y="282803"/>
                  </a:lnTo>
                  <a:lnTo>
                    <a:pt x="616236" y="114769"/>
                  </a:lnTo>
                  <a:close/>
                </a:path>
                <a:path extrusionOk="0" h="529589" w="700404">
                  <a:moveTo>
                    <a:pt x="616236" y="282803"/>
                  </a:moveTo>
                  <a:lnTo>
                    <a:pt x="604768" y="282803"/>
                  </a:lnTo>
                  <a:lnTo>
                    <a:pt x="616236" y="285097"/>
                  </a:lnTo>
                  <a:lnTo>
                    <a:pt x="616236" y="282803"/>
                  </a:lnTo>
                  <a:close/>
                </a:path>
                <a:path extrusionOk="0" h="529589" w="700404">
                  <a:moveTo>
                    <a:pt x="543394" y="59382"/>
                  </a:moveTo>
                  <a:lnTo>
                    <a:pt x="532632" y="62712"/>
                  </a:lnTo>
                  <a:lnTo>
                    <a:pt x="503943" y="83616"/>
                  </a:lnTo>
                  <a:lnTo>
                    <a:pt x="497428" y="90303"/>
                  </a:lnTo>
                  <a:lnTo>
                    <a:pt x="495180" y="98372"/>
                  </a:lnTo>
                  <a:lnTo>
                    <a:pt x="497313" y="106439"/>
                  </a:lnTo>
                  <a:lnTo>
                    <a:pt x="533964" y="134559"/>
                  </a:lnTo>
                  <a:lnTo>
                    <a:pt x="542462" y="137299"/>
                  </a:lnTo>
                  <a:lnTo>
                    <a:pt x="550190" y="135334"/>
                  </a:lnTo>
                  <a:lnTo>
                    <a:pt x="555994" y="130182"/>
                  </a:lnTo>
                  <a:lnTo>
                    <a:pt x="558721" y="122956"/>
                  </a:lnTo>
                  <a:lnTo>
                    <a:pt x="557219" y="114769"/>
                  </a:lnTo>
                  <a:lnTo>
                    <a:pt x="616236" y="114769"/>
                  </a:lnTo>
                  <a:lnTo>
                    <a:pt x="616236" y="89357"/>
                  </a:lnTo>
                  <a:lnTo>
                    <a:pt x="608870" y="81978"/>
                  </a:lnTo>
                  <a:lnTo>
                    <a:pt x="557626" y="81978"/>
                  </a:lnTo>
                  <a:lnTo>
                    <a:pt x="558159" y="71935"/>
                  </a:lnTo>
                  <a:lnTo>
                    <a:pt x="552658" y="63430"/>
                  </a:lnTo>
                  <a:lnTo>
                    <a:pt x="543394" y="59382"/>
                  </a:lnTo>
                  <a:close/>
                </a:path>
                <a:path extrusionOk="0" h="529589" w="700404">
                  <a:moveTo>
                    <a:pt x="16528" y="448925"/>
                  </a:moveTo>
                  <a:lnTo>
                    <a:pt x="6625" y="462140"/>
                  </a:lnTo>
                  <a:lnTo>
                    <a:pt x="1199" y="480150"/>
                  </a:lnTo>
                  <a:lnTo>
                    <a:pt x="0" y="499695"/>
                  </a:lnTo>
                  <a:lnTo>
                    <a:pt x="223" y="520928"/>
                  </a:lnTo>
                  <a:lnTo>
                    <a:pt x="223" y="525437"/>
                  </a:lnTo>
                  <a:lnTo>
                    <a:pt x="3918" y="529132"/>
                  </a:lnTo>
                  <a:lnTo>
                    <a:pt x="196552" y="529132"/>
                  </a:lnTo>
                  <a:lnTo>
                    <a:pt x="200235" y="525437"/>
                  </a:lnTo>
                  <a:lnTo>
                    <a:pt x="200235" y="488556"/>
                  </a:lnTo>
                  <a:lnTo>
                    <a:pt x="194228" y="462791"/>
                  </a:lnTo>
                  <a:lnTo>
                    <a:pt x="192873" y="461098"/>
                  </a:lnTo>
                  <a:lnTo>
                    <a:pt x="13748" y="461098"/>
                  </a:lnTo>
                  <a:lnTo>
                    <a:pt x="16528" y="448925"/>
                  </a:lnTo>
                  <a:close/>
                </a:path>
                <a:path extrusionOk="0" h="529589" w="700404">
                  <a:moveTo>
                    <a:pt x="184251" y="450329"/>
                  </a:moveTo>
                  <a:lnTo>
                    <a:pt x="186710" y="461098"/>
                  </a:lnTo>
                  <a:lnTo>
                    <a:pt x="192873" y="461098"/>
                  </a:lnTo>
                  <a:lnTo>
                    <a:pt x="184251" y="450329"/>
                  </a:lnTo>
                  <a:close/>
                </a:path>
                <a:path extrusionOk="0" h="529589" w="700404">
                  <a:moveTo>
                    <a:pt x="108411" y="448925"/>
                  </a:moveTo>
                  <a:lnTo>
                    <a:pt x="106912" y="450329"/>
                  </a:lnTo>
                  <a:lnTo>
                    <a:pt x="105006" y="452242"/>
                  </a:lnTo>
                  <a:lnTo>
                    <a:pt x="100235" y="457403"/>
                  </a:lnTo>
                  <a:lnTo>
                    <a:pt x="108411" y="448925"/>
                  </a:lnTo>
                  <a:close/>
                </a:path>
                <a:path extrusionOk="0" h="529589" w="700404">
                  <a:moveTo>
                    <a:pt x="170638" y="329933"/>
                  </a:moveTo>
                  <a:lnTo>
                    <a:pt x="113342" y="329933"/>
                  </a:lnTo>
                  <a:lnTo>
                    <a:pt x="122760" y="331234"/>
                  </a:lnTo>
                  <a:lnTo>
                    <a:pt x="134293" y="335110"/>
                  </a:lnTo>
                  <a:lnTo>
                    <a:pt x="144060" y="341522"/>
                  </a:lnTo>
                  <a:lnTo>
                    <a:pt x="148178" y="350431"/>
                  </a:lnTo>
                  <a:lnTo>
                    <a:pt x="148178" y="396747"/>
                  </a:lnTo>
                  <a:lnTo>
                    <a:pt x="147308" y="407924"/>
                  </a:lnTo>
                  <a:lnTo>
                    <a:pt x="144288" y="416987"/>
                  </a:lnTo>
                  <a:lnTo>
                    <a:pt x="138502" y="424128"/>
                  </a:lnTo>
                  <a:lnTo>
                    <a:pt x="129331" y="429539"/>
                  </a:lnTo>
                  <a:lnTo>
                    <a:pt x="155626" y="431093"/>
                  </a:lnTo>
                  <a:lnTo>
                    <a:pt x="178308" y="442907"/>
                  </a:lnTo>
                  <a:lnTo>
                    <a:pt x="184251" y="450329"/>
                  </a:lnTo>
                  <a:lnTo>
                    <a:pt x="183433" y="446747"/>
                  </a:lnTo>
                  <a:lnTo>
                    <a:pt x="183739" y="445515"/>
                  </a:lnTo>
                  <a:lnTo>
                    <a:pt x="183839" y="445109"/>
                  </a:lnTo>
                  <a:lnTo>
                    <a:pt x="186303" y="441426"/>
                  </a:lnTo>
                  <a:lnTo>
                    <a:pt x="189986" y="434454"/>
                  </a:lnTo>
                  <a:lnTo>
                    <a:pt x="175229" y="399211"/>
                  </a:lnTo>
                  <a:lnTo>
                    <a:pt x="175229" y="352894"/>
                  </a:lnTo>
                  <a:lnTo>
                    <a:pt x="170638" y="329933"/>
                  </a:lnTo>
                  <a:close/>
                </a:path>
                <a:path extrusionOk="0" h="529589" w="700404">
                  <a:moveTo>
                    <a:pt x="83840" y="285097"/>
                  </a:moveTo>
                  <a:lnTo>
                    <a:pt x="67931" y="288279"/>
                  </a:lnTo>
                  <a:lnTo>
                    <a:pt x="45667" y="303247"/>
                  </a:lnTo>
                  <a:lnTo>
                    <a:pt x="30703" y="325516"/>
                  </a:lnTo>
                  <a:lnTo>
                    <a:pt x="25229" y="352894"/>
                  </a:lnTo>
                  <a:lnTo>
                    <a:pt x="25229" y="399211"/>
                  </a:lnTo>
                  <a:lnTo>
                    <a:pt x="19534" y="405440"/>
                  </a:lnTo>
                  <a:lnTo>
                    <a:pt x="10472" y="434454"/>
                  </a:lnTo>
                  <a:lnTo>
                    <a:pt x="14155" y="441426"/>
                  </a:lnTo>
                  <a:lnTo>
                    <a:pt x="16618" y="445109"/>
                  </a:lnTo>
                  <a:lnTo>
                    <a:pt x="17025" y="446747"/>
                  </a:lnTo>
                  <a:lnTo>
                    <a:pt x="16528" y="448925"/>
                  </a:lnTo>
                  <a:lnTo>
                    <a:pt x="19082" y="445515"/>
                  </a:lnTo>
                  <a:lnTo>
                    <a:pt x="34993" y="435159"/>
                  </a:lnTo>
                  <a:lnTo>
                    <a:pt x="52020" y="429948"/>
                  </a:lnTo>
                  <a:lnTo>
                    <a:pt x="66513" y="429038"/>
                  </a:lnTo>
                  <a:lnTo>
                    <a:pt x="70280" y="429038"/>
                  </a:lnTo>
                  <a:lnTo>
                    <a:pt x="64903" y="426026"/>
                  </a:lnTo>
                  <a:lnTo>
                    <a:pt x="57906" y="418515"/>
                  </a:lnTo>
                  <a:lnTo>
                    <a:pt x="57223" y="416987"/>
                  </a:lnTo>
                  <a:lnTo>
                    <a:pt x="53670" y="408763"/>
                  </a:lnTo>
                  <a:lnTo>
                    <a:pt x="52280" y="396747"/>
                  </a:lnTo>
                  <a:lnTo>
                    <a:pt x="52280" y="346328"/>
                  </a:lnTo>
                  <a:lnTo>
                    <a:pt x="57601" y="342645"/>
                  </a:lnTo>
                  <a:lnTo>
                    <a:pt x="78354" y="342645"/>
                  </a:lnTo>
                  <a:lnTo>
                    <a:pt x="86600" y="338951"/>
                  </a:lnTo>
                  <a:lnTo>
                    <a:pt x="98895" y="332866"/>
                  </a:lnTo>
                  <a:lnTo>
                    <a:pt x="113342" y="329933"/>
                  </a:lnTo>
                  <a:lnTo>
                    <a:pt x="170638" y="329933"/>
                  </a:lnTo>
                  <a:lnTo>
                    <a:pt x="169755" y="325516"/>
                  </a:lnTo>
                  <a:lnTo>
                    <a:pt x="156479" y="305758"/>
                  </a:lnTo>
                  <a:lnTo>
                    <a:pt x="100229" y="305758"/>
                  </a:lnTo>
                  <a:lnTo>
                    <a:pt x="88961" y="301763"/>
                  </a:lnTo>
                  <a:lnTo>
                    <a:pt x="83840" y="289775"/>
                  </a:lnTo>
                  <a:lnTo>
                    <a:pt x="83840" y="285097"/>
                  </a:lnTo>
                  <a:close/>
                </a:path>
                <a:path extrusionOk="0" h="529589" w="700404">
                  <a:moveTo>
                    <a:pt x="127371" y="431093"/>
                  </a:moveTo>
                  <a:lnTo>
                    <a:pt x="126606" y="431584"/>
                  </a:lnTo>
                  <a:lnTo>
                    <a:pt x="123688" y="433773"/>
                  </a:lnTo>
                  <a:lnTo>
                    <a:pt x="122255" y="435159"/>
                  </a:lnTo>
                  <a:lnTo>
                    <a:pt x="127371" y="431093"/>
                  </a:lnTo>
                  <a:close/>
                </a:path>
                <a:path extrusionOk="0" h="529589" w="700404">
                  <a:moveTo>
                    <a:pt x="70280" y="429038"/>
                  </a:moveTo>
                  <a:lnTo>
                    <a:pt x="66513" y="429038"/>
                  </a:lnTo>
                  <a:lnTo>
                    <a:pt x="74823" y="431584"/>
                  </a:lnTo>
                  <a:lnTo>
                    <a:pt x="70280" y="429038"/>
                  </a:lnTo>
                  <a:close/>
                </a:path>
                <a:path extrusionOk="0" h="529589" w="700404">
                  <a:moveTo>
                    <a:pt x="78354" y="342645"/>
                  </a:moveTo>
                  <a:lnTo>
                    <a:pt x="57601" y="342645"/>
                  </a:lnTo>
                  <a:lnTo>
                    <a:pt x="62935" y="344284"/>
                  </a:lnTo>
                  <a:lnTo>
                    <a:pt x="75074" y="344115"/>
                  </a:lnTo>
                  <a:lnTo>
                    <a:pt x="78354" y="342645"/>
                  </a:lnTo>
                  <a:close/>
                </a:path>
                <a:path extrusionOk="0" h="529589" w="700404">
                  <a:moveTo>
                    <a:pt x="116618" y="285097"/>
                  </a:moveTo>
                  <a:lnTo>
                    <a:pt x="116618" y="289775"/>
                  </a:lnTo>
                  <a:lnTo>
                    <a:pt x="111497" y="301763"/>
                  </a:lnTo>
                  <a:lnTo>
                    <a:pt x="100229" y="305758"/>
                  </a:lnTo>
                  <a:lnTo>
                    <a:pt x="156479" y="305758"/>
                  </a:lnTo>
                  <a:lnTo>
                    <a:pt x="154791" y="303247"/>
                  </a:lnTo>
                  <a:lnTo>
                    <a:pt x="132527" y="288279"/>
                  </a:lnTo>
                  <a:lnTo>
                    <a:pt x="116618" y="285097"/>
                  </a:lnTo>
                  <a:close/>
                </a:path>
                <a:path extrusionOk="0" h="529589" w="700404">
                  <a:moveTo>
                    <a:pt x="156915" y="59552"/>
                  </a:moveTo>
                  <a:lnTo>
                    <a:pt x="147463" y="63272"/>
                  </a:lnTo>
                  <a:lnTo>
                    <a:pt x="141855" y="71529"/>
                  </a:lnTo>
                  <a:lnTo>
                    <a:pt x="142856" y="81978"/>
                  </a:lnTo>
                  <a:lnTo>
                    <a:pt x="91206" y="81978"/>
                  </a:lnTo>
                  <a:lnTo>
                    <a:pt x="83840" y="89357"/>
                  </a:lnTo>
                  <a:lnTo>
                    <a:pt x="83840" y="285097"/>
                  </a:lnTo>
                  <a:lnTo>
                    <a:pt x="95308" y="282803"/>
                  </a:lnTo>
                  <a:lnTo>
                    <a:pt x="116618" y="282803"/>
                  </a:lnTo>
                  <a:lnTo>
                    <a:pt x="116618" y="114769"/>
                  </a:lnTo>
                  <a:lnTo>
                    <a:pt x="193974" y="114769"/>
                  </a:lnTo>
                  <a:lnTo>
                    <a:pt x="196133" y="113118"/>
                  </a:lnTo>
                  <a:lnTo>
                    <a:pt x="202585" y="106439"/>
                  </a:lnTo>
                  <a:lnTo>
                    <a:pt x="204693" y="98372"/>
                  </a:lnTo>
                  <a:lnTo>
                    <a:pt x="202419" y="90303"/>
                  </a:lnTo>
                  <a:lnTo>
                    <a:pt x="195727" y="83616"/>
                  </a:lnTo>
                  <a:lnTo>
                    <a:pt x="167444" y="62712"/>
                  </a:lnTo>
                  <a:lnTo>
                    <a:pt x="156915" y="59552"/>
                  </a:lnTo>
                  <a:close/>
                </a:path>
                <a:path extrusionOk="0" h="529589" w="700404">
                  <a:moveTo>
                    <a:pt x="116618" y="282803"/>
                  </a:moveTo>
                  <a:lnTo>
                    <a:pt x="105150" y="282803"/>
                  </a:lnTo>
                  <a:lnTo>
                    <a:pt x="116618" y="285097"/>
                  </a:lnTo>
                  <a:lnTo>
                    <a:pt x="116618" y="282803"/>
                  </a:lnTo>
                  <a:close/>
                </a:path>
                <a:path extrusionOk="0" h="529589" w="700404">
                  <a:moveTo>
                    <a:pt x="193974" y="114769"/>
                  </a:moveTo>
                  <a:lnTo>
                    <a:pt x="142450" y="114769"/>
                  </a:lnTo>
                  <a:lnTo>
                    <a:pt x="141360" y="122437"/>
                  </a:lnTo>
                  <a:lnTo>
                    <a:pt x="143884" y="129720"/>
                  </a:lnTo>
                  <a:lnTo>
                    <a:pt x="149481" y="135161"/>
                  </a:lnTo>
                  <a:lnTo>
                    <a:pt x="157614" y="137299"/>
                  </a:lnTo>
                  <a:lnTo>
                    <a:pt x="165935" y="134501"/>
                  </a:lnTo>
                  <a:lnTo>
                    <a:pt x="176564" y="127823"/>
                  </a:lnTo>
                  <a:lnTo>
                    <a:pt x="187348" y="119838"/>
                  </a:lnTo>
                  <a:lnTo>
                    <a:pt x="193974" y="114769"/>
                  </a:lnTo>
                  <a:close/>
                </a:path>
                <a:path extrusionOk="0" h="529589" w="700404">
                  <a:moveTo>
                    <a:pt x="349828" y="239356"/>
                  </a:moveTo>
                  <a:lnTo>
                    <a:pt x="302087" y="249065"/>
                  </a:lnTo>
                  <a:lnTo>
                    <a:pt x="262994" y="275528"/>
                  </a:lnTo>
                  <a:lnTo>
                    <a:pt x="236580" y="314746"/>
                  </a:lnTo>
                  <a:lnTo>
                    <a:pt x="226880" y="362724"/>
                  </a:lnTo>
                  <a:lnTo>
                    <a:pt x="236547" y="410475"/>
                  </a:lnTo>
                  <a:lnTo>
                    <a:pt x="236580" y="410639"/>
                  </a:lnTo>
                  <a:lnTo>
                    <a:pt x="262994" y="449718"/>
                  </a:lnTo>
                  <a:lnTo>
                    <a:pt x="302087" y="476040"/>
                  </a:lnTo>
                  <a:lnTo>
                    <a:pt x="349828" y="485686"/>
                  </a:lnTo>
                  <a:lnTo>
                    <a:pt x="397812" y="476040"/>
                  </a:lnTo>
                  <a:lnTo>
                    <a:pt x="437030" y="449718"/>
                  </a:lnTo>
                  <a:lnTo>
                    <a:pt x="442927" y="441007"/>
                  </a:lnTo>
                  <a:lnTo>
                    <a:pt x="341637" y="441007"/>
                  </a:lnTo>
                  <a:lnTo>
                    <a:pt x="341230" y="432815"/>
                  </a:lnTo>
                  <a:lnTo>
                    <a:pt x="341637" y="423392"/>
                  </a:lnTo>
                  <a:lnTo>
                    <a:pt x="320997" y="419449"/>
                  </a:lnTo>
                  <a:lnTo>
                    <a:pt x="314843" y="411551"/>
                  </a:lnTo>
                  <a:lnTo>
                    <a:pt x="318295" y="404656"/>
                  </a:lnTo>
                  <a:lnTo>
                    <a:pt x="326473" y="403720"/>
                  </a:lnTo>
                  <a:lnTo>
                    <a:pt x="357580" y="403720"/>
                  </a:lnTo>
                  <a:lnTo>
                    <a:pt x="364510" y="400312"/>
                  </a:lnTo>
                  <a:lnTo>
                    <a:pt x="369094" y="389775"/>
                  </a:lnTo>
                  <a:lnTo>
                    <a:pt x="362402" y="377477"/>
                  </a:lnTo>
                  <a:lnTo>
                    <a:pt x="346911" y="370054"/>
                  </a:lnTo>
                  <a:lnTo>
                    <a:pt x="329500" y="361938"/>
                  </a:lnTo>
                  <a:lnTo>
                    <a:pt x="317050" y="347560"/>
                  </a:lnTo>
                  <a:lnTo>
                    <a:pt x="314664" y="332817"/>
                  </a:lnTo>
                  <a:lnTo>
                    <a:pt x="318890" y="320303"/>
                  </a:lnTo>
                  <a:lnTo>
                    <a:pt x="328342" y="310556"/>
                  </a:lnTo>
                  <a:lnTo>
                    <a:pt x="341637" y="304114"/>
                  </a:lnTo>
                  <a:lnTo>
                    <a:pt x="341637" y="292226"/>
                  </a:lnTo>
                  <a:lnTo>
                    <a:pt x="344199" y="286233"/>
                  </a:lnTo>
                  <a:lnTo>
                    <a:pt x="349835" y="284235"/>
                  </a:lnTo>
                  <a:lnTo>
                    <a:pt x="442904" y="284235"/>
                  </a:lnTo>
                  <a:lnTo>
                    <a:pt x="437030" y="275528"/>
                  </a:lnTo>
                  <a:lnTo>
                    <a:pt x="397812" y="249065"/>
                  </a:lnTo>
                  <a:lnTo>
                    <a:pt x="349828" y="239356"/>
                  </a:lnTo>
                  <a:close/>
                </a:path>
                <a:path extrusionOk="0" h="529589" w="700404">
                  <a:moveTo>
                    <a:pt x="357451" y="318246"/>
                  </a:moveTo>
                  <a:lnTo>
                    <a:pt x="342353" y="321129"/>
                  </a:lnTo>
                  <a:lnTo>
                    <a:pt x="332634" y="329235"/>
                  </a:lnTo>
                  <a:lnTo>
                    <a:pt x="332213" y="341414"/>
                  </a:lnTo>
                  <a:lnTo>
                    <a:pt x="343131" y="350760"/>
                  </a:lnTo>
                  <a:lnTo>
                    <a:pt x="361157" y="358374"/>
                  </a:lnTo>
                  <a:lnTo>
                    <a:pt x="378030" y="369599"/>
                  </a:lnTo>
                  <a:lnTo>
                    <a:pt x="385490" y="389775"/>
                  </a:lnTo>
                  <a:lnTo>
                    <a:pt x="383338" y="401395"/>
                  </a:lnTo>
                  <a:lnTo>
                    <a:pt x="377498" y="410475"/>
                  </a:lnTo>
                  <a:lnTo>
                    <a:pt x="368891" y="417095"/>
                  </a:lnTo>
                  <a:lnTo>
                    <a:pt x="358439" y="421335"/>
                  </a:lnTo>
                  <a:lnTo>
                    <a:pt x="358845" y="431584"/>
                  </a:lnTo>
                  <a:lnTo>
                    <a:pt x="358845" y="441007"/>
                  </a:lnTo>
                  <a:lnTo>
                    <a:pt x="442927" y="441007"/>
                  </a:lnTo>
                  <a:lnTo>
                    <a:pt x="463489" y="410639"/>
                  </a:lnTo>
                  <a:lnTo>
                    <a:pt x="473196" y="362724"/>
                  </a:lnTo>
                  <a:lnTo>
                    <a:pt x="464904" y="321741"/>
                  </a:lnTo>
                  <a:lnTo>
                    <a:pt x="374009" y="321741"/>
                  </a:lnTo>
                  <a:lnTo>
                    <a:pt x="357451" y="318246"/>
                  </a:lnTo>
                  <a:close/>
                </a:path>
                <a:path extrusionOk="0" h="529589" w="700404">
                  <a:moveTo>
                    <a:pt x="357580" y="403720"/>
                  </a:moveTo>
                  <a:lnTo>
                    <a:pt x="326473" y="403720"/>
                  </a:lnTo>
                  <a:lnTo>
                    <a:pt x="339358" y="406784"/>
                  </a:lnTo>
                  <a:lnTo>
                    <a:pt x="353318" y="405815"/>
                  </a:lnTo>
                  <a:lnTo>
                    <a:pt x="357580" y="403720"/>
                  </a:lnTo>
                  <a:close/>
                </a:path>
                <a:path extrusionOk="0" h="529589" w="700404">
                  <a:moveTo>
                    <a:pt x="442904" y="284235"/>
                  </a:moveTo>
                  <a:lnTo>
                    <a:pt x="349835" y="284235"/>
                  </a:lnTo>
                  <a:lnTo>
                    <a:pt x="355471" y="286233"/>
                  </a:lnTo>
                  <a:lnTo>
                    <a:pt x="358033" y="292226"/>
                  </a:lnTo>
                  <a:lnTo>
                    <a:pt x="358033" y="295516"/>
                  </a:lnTo>
                  <a:lnTo>
                    <a:pt x="358439" y="298792"/>
                  </a:lnTo>
                  <a:lnTo>
                    <a:pt x="358439" y="302069"/>
                  </a:lnTo>
                  <a:lnTo>
                    <a:pt x="365818" y="302069"/>
                  </a:lnTo>
                  <a:lnTo>
                    <a:pt x="373196" y="303301"/>
                  </a:lnTo>
                  <a:lnTo>
                    <a:pt x="380575" y="306577"/>
                  </a:lnTo>
                  <a:lnTo>
                    <a:pt x="385080" y="311426"/>
                  </a:lnTo>
                  <a:lnTo>
                    <a:pt x="384669" y="317388"/>
                  </a:lnTo>
                  <a:lnTo>
                    <a:pt x="380565" y="321741"/>
                  </a:lnTo>
                  <a:lnTo>
                    <a:pt x="464904" y="321741"/>
                  </a:lnTo>
                  <a:lnTo>
                    <a:pt x="463489" y="314746"/>
                  </a:lnTo>
                  <a:lnTo>
                    <a:pt x="442904" y="284235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2" name="Google Shape;552;p17"/>
          <p:cNvGrpSpPr/>
          <p:nvPr/>
        </p:nvGrpSpPr>
        <p:grpSpPr>
          <a:xfrm>
            <a:off x="3044130" y="4052112"/>
            <a:ext cx="3216275" cy="4453890"/>
            <a:chOff x="3044130" y="4052112"/>
            <a:chExt cx="3216275" cy="4453890"/>
          </a:xfrm>
        </p:grpSpPr>
        <p:sp>
          <p:nvSpPr>
            <p:cNvPr id="553" name="Google Shape;553;p17"/>
            <p:cNvSpPr/>
            <p:nvPr/>
          </p:nvSpPr>
          <p:spPr>
            <a:xfrm>
              <a:off x="3044130" y="4052112"/>
              <a:ext cx="3216275" cy="4453890"/>
            </a:xfrm>
            <a:custGeom>
              <a:rect b="b" l="l" r="r" t="t"/>
              <a:pathLst>
                <a:path extrusionOk="0" h="4453890" w="3216275">
                  <a:moveTo>
                    <a:pt x="2775927" y="0"/>
                  </a:moveTo>
                  <a:lnTo>
                    <a:pt x="447675" y="0"/>
                  </a:lnTo>
                  <a:lnTo>
                    <a:pt x="433031" y="177"/>
                  </a:lnTo>
                  <a:lnTo>
                    <a:pt x="389229" y="3771"/>
                  </a:lnTo>
                  <a:lnTo>
                    <a:pt x="346011" y="11633"/>
                  </a:lnTo>
                  <a:lnTo>
                    <a:pt x="303758" y="23698"/>
                  </a:lnTo>
                  <a:lnTo>
                    <a:pt x="262890" y="39852"/>
                  </a:lnTo>
                  <a:lnTo>
                    <a:pt x="223812" y="59918"/>
                  </a:lnTo>
                  <a:lnTo>
                    <a:pt x="186880" y="83731"/>
                  </a:lnTo>
                  <a:lnTo>
                    <a:pt x="152463" y="111048"/>
                  </a:lnTo>
                  <a:lnTo>
                    <a:pt x="120891" y="141605"/>
                  </a:lnTo>
                  <a:lnTo>
                    <a:pt x="92468" y="175107"/>
                  </a:lnTo>
                  <a:lnTo>
                    <a:pt x="67462" y="211239"/>
                  </a:lnTo>
                  <a:lnTo>
                    <a:pt x="46113" y="249643"/>
                  </a:lnTo>
                  <a:lnTo>
                    <a:pt x="28638" y="289953"/>
                  </a:lnTo>
                  <a:lnTo>
                    <a:pt x="15201" y="331787"/>
                  </a:lnTo>
                  <a:lnTo>
                    <a:pt x="5918" y="374738"/>
                  </a:lnTo>
                  <a:lnTo>
                    <a:pt x="901" y="418388"/>
                  </a:lnTo>
                  <a:lnTo>
                    <a:pt x="0" y="440347"/>
                  </a:lnTo>
                  <a:lnTo>
                    <a:pt x="0" y="4005719"/>
                  </a:lnTo>
                  <a:lnTo>
                    <a:pt x="3771" y="4064152"/>
                  </a:lnTo>
                  <a:lnTo>
                    <a:pt x="11633" y="4107395"/>
                  </a:lnTo>
                  <a:lnTo>
                    <a:pt x="23698" y="4149636"/>
                  </a:lnTo>
                  <a:lnTo>
                    <a:pt x="39852" y="4190504"/>
                  </a:lnTo>
                  <a:lnTo>
                    <a:pt x="59918" y="4229582"/>
                  </a:lnTo>
                  <a:lnTo>
                    <a:pt x="83731" y="4266514"/>
                  </a:lnTo>
                  <a:lnTo>
                    <a:pt x="111048" y="4300931"/>
                  </a:lnTo>
                  <a:lnTo>
                    <a:pt x="141604" y="4332503"/>
                  </a:lnTo>
                  <a:lnTo>
                    <a:pt x="175107" y="4360926"/>
                  </a:lnTo>
                  <a:lnTo>
                    <a:pt x="211239" y="4385932"/>
                  </a:lnTo>
                  <a:lnTo>
                    <a:pt x="249643" y="4407281"/>
                  </a:lnTo>
                  <a:lnTo>
                    <a:pt x="289953" y="4424756"/>
                  </a:lnTo>
                  <a:lnTo>
                    <a:pt x="331787" y="4438192"/>
                  </a:lnTo>
                  <a:lnTo>
                    <a:pt x="374738" y="4447476"/>
                  </a:lnTo>
                  <a:lnTo>
                    <a:pt x="418388" y="4452493"/>
                  </a:lnTo>
                  <a:lnTo>
                    <a:pt x="440347" y="4453394"/>
                  </a:lnTo>
                  <a:lnTo>
                    <a:pt x="2768600" y="4453394"/>
                  </a:lnTo>
                  <a:lnTo>
                    <a:pt x="2827045" y="4449622"/>
                  </a:lnTo>
                  <a:lnTo>
                    <a:pt x="2870276" y="4441748"/>
                  </a:lnTo>
                  <a:lnTo>
                    <a:pt x="2912529" y="4429683"/>
                  </a:lnTo>
                  <a:lnTo>
                    <a:pt x="2953385" y="4413542"/>
                  </a:lnTo>
                  <a:lnTo>
                    <a:pt x="2992475" y="4393463"/>
                  </a:lnTo>
                  <a:lnTo>
                    <a:pt x="3029407" y="4369663"/>
                  </a:lnTo>
                  <a:lnTo>
                    <a:pt x="3063824" y="4342345"/>
                  </a:lnTo>
                  <a:lnTo>
                    <a:pt x="3095396" y="4311789"/>
                  </a:lnTo>
                  <a:lnTo>
                    <a:pt x="3123819" y="4278274"/>
                  </a:lnTo>
                  <a:lnTo>
                    <a:pt x="3148825" y="4242155"/>
                  </a:lnTo>
                  <a:lnTo>
                    <a:pt x="3170174" y="4203750"/>
                  </a:lnTo>
                  <a:lnTo>
                    <a:pt x="3187649" y="4163428"/>
                  </a:lnTo>
                  <a:lnTo>
                    <a:pt x="3201085" y="4121594"/>
                  </a:lnTo>
                  <a:lnTo>
                    <a:pt x="3210356" y="4078655"/>
                  </a:lnTo>
                  <a:lnTo>
                    <a:pt x="3215386" y="4034993"/>
                  </a:lnTo>
                  <a:lnTo>
                    <a:pt x="3216275" y="4013047"/>
                  </a:lnTo>
                  <a:lnTo>
                    <a:pt x="3216275" y="447675"/>
                  </a:lnTo>
                  <a:lnTo>
                    <a:pt x="3212515" y="389229"/>
                  </a:lnTo>
                  <a:lnTo>
                    <a:pt x="3204641" y="346011"/>
                  </a:lnTo>
                  <a:lnTo>
                    <a:pt x="3192576" y="303758"/>
                  </a:lnTo>
                  <a:lnTo>
                    <a:pt x="3176435" y="262890"/>
                  </a:lnTo>
                  <a:lnTo>
                    <a:pt x="3156356" y="223812"/>
                  </a:lnTo>
                  <a:lnTo>
                    <a:pt x="3132543" y="186880"/>
                  </a:lnTo>
                  <a:lnTo>
                    <a:pt x="3105238" y="152463"/>
                  </a:lnTo>
                  <a:lnTo>
                    <a:pt x="3074682" y="120891"/>
                  </a:lnTo>
                  <a:lnTo>
                    <a:pt x="3041167" y="92468"/>
                  </a:lnTo>
                  <a:lnTo>
                    <a:pt x="3005035" y="67462"/>
                  </a:lnTo>
                  <a:lnTo>
                    <a:pt x="2966643" y="46113"/>
                  </a:lnTo>
                  <a:lnTo>
                    <a:pt x="2926321" y="28638"/>
                  </a:lnTo>
                  <a:lnTo>
                    <a:pt x="2884500" y="15201"/>
                  </a:lnTo>
                  <a:lnTo>
                    <a:pt x="2841536" y="5918"/>
                  </a:lnTo>
                  <a:lnTo>
                    <a:pt x="2797898" y="901"/>
                  </a:lnTo>
                  <a:lnTo>
                    <a:pt x="2775927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7"/>
            <p:cNvSpPr/>
            <p:nvPr/>
          </p:nvSpPr>
          <p:spPr>
            <a:xfrm>
              <a:off x="3044146" y="4186636"/>
              <a:ext cx="1235710" cy="1040130"/>
            </a:xfrm>
            <a:custGeom>
              <a:rect b="b" l="l" r="r" t="t"/>
              <a:pathLst>
                <a:path extrusionOk="0" h="1040129" w="1235710">
                  <a:moveTo>
                    <a:pt x="760399" y="0"/>
                  </a:moveTo>
                  <a:lnTo>
                    <a:pt x="0" y="0"/>
                  </a:lnTo>
                  <a:lnTo>
                    <a:pt x="0" y="1039571"/>
                  </a:lnTo>
                  <a:lnTo>
                    <a:pt x="760399" y="1039571"/>
                  </a:lnTo>
                  <a:lnTo>
                    <a:pt x="791467" y="1038552"/>
                  </a:lnTo>
                  <a:lnTo>
                    <a:pt x="853004" y="1030446"/>
                  </a:lnTo>
                  <a:lnTo>
                    <a:pt x="913012" y="1014365"/>
                  </a:lnTo>
                  <a:lnTo>
                    <a:pt x="970351" y="990617"/>
                  </a:lnTo>
                  <a:lnTo>
                    <a:pt x="1024157" y="959551"/>
                  </a:lnTo>
                  <a:lnTo>
                    <a:pt x="1073399" y="921766"/>
                  </a:lnTo>
                  <a:lnTo>
                    <a:pt x="1117333" y="877833"/>
                  </a:lnTo>
                  <a:lnTo>
                    <a:pt x="1155113" y="828600"/>
                  </a:lnTo>
                  <a:lnTo>
                    <a:pt x="1186174" y="774796"/>
                  </a:lnTo>
                  <a:lnTo>
                    <a:pt x="1209925" y="717458"/>
                  </a:lnTo>
                  <a:lnTo>
                    <a:pt x="1226006" y="656740"/>
                  </a:lnTo>
                  <a:lnTo>
                    <a:pt x="1234108" y="576902"/>
                  </a:lnTo>
                  <a:lnTo>
                    <a:pt x="1235125" y="519785"/>
                  </a:lnTo>
                  <a:lnTo>
                    <a:pt x="1234108" y="462669"/>
                  </a:lnTo>
                  <a:lnTo>
                    <a:pt x="1231064" y="418393"/>
                  </a:lnTo>
                  <a:lnTo>
                    <a:pt x="1218946" y="351853"/>
                  </a:lnTo>
                  <a:lnTo>
                    <a:pt x="1198987" y="293055"/>
                  </a:lnTo>
                  <a:lnTo>
                    <a:pt x="1171524" y="237362"/>
                  </a:lnTo>
                  <a:lnTo>
                    <a:pt x="1137029" y="185735"/>
                  </a:lnTo>
                  <a:lnTo>
                    <a:pt x="1096086" y="139052"/>
                  </a:lnTo>
                  <a:lnTo>
                    <a:pt x="1049396" y="98107"/>
                  </a:lnTo>
                  <a:lnTo>
                    <a:pt x="997762" y="63601"/>
                  </a:lnTo>
                  <a:lnTo>
                    <a:pt x="942070" y="36142"/>
                  </a:lnTo>
                  <a:lnTo>
                    <a:pt x="883272" y="16179"/>
                  </a:lnTo>
                  <a:lnTo>
                    <a:pt x="822369" y="4065"/>
                  </a:lnTo>
                  <a:lnTo>
                    <a:pt x="760399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17"/>
            <p:cNvSpPr/>
            <p:nvPr/>
          </p:nvSpPr>
          <p:spPr>
            <a:xfrm>
              <a:off x="3319830" y="4434623"/>
              <a:ext cx="615315" cy="615315"/>
            </a:xfrm>
            <a:custGeom>
              <a:rect b="b" l="l" r="r" t="t"/>
              <a:pathLst>
                <a:path extrusionOk="0" h="615314" w="615314">
                  <a:moveTo>
                    <a:pt x="151231" y="446163"/>
                  </a:moveTo>
                  <a:lnTo>
                    <a:pt x="130238" y="418185"/>
                  </a:lnTo>
                  <a:lnTo>
                    <a:pt x="114376" y="387413"/>
                  </a:lnTo>
                  <a:lnTo>
                    <a:pt x="103873" y="354393"/>
                  </a:lnTo>
                  <a:lnTo>
                    <a:pt x="98958" y="319684"/>
                  </a:lnTo>
                  <a:lnTo>
                    <a:pt x="74396" y="319684"/>
                  </a:lnTo>
                  <a:lnTo>
                    <a:pt x="80048" y="359968"/>
                  </a:lnTo>
                  <a:lnTo>
                    <a:pt x="92151" y="397395"/>
                  </a:lnTo>
                  <a:lnTo>
                    <a:pt x="92265" y="397764"/>
                  </a:lnTo>
                  <a:lnTo>
                    <a:pt x="110451" y="432435"/>
                  </a:lnTo>
                  <a:lnTo>
                    <a:pt x="133997" y="463397"/>
                  </a:lnTo>
                  <a:lnTo>
                    <a:pt x="151231" y="446163"/>
                  </a:lnTo>
                  <a:close/>
                </a:path>
                <a:path extrusionOk="0" h="615314" w="615314">
                  <a:moveTo>
                    <a:pt x="151384" y="168770"/>
                  </a:moveTo>
                  <a:lnTo>
                    <a:pt x="110451" y="182346"/>
                  </a:lnTo>
                  <a:lnTo>
                    <a:pt x="92265" y="217017"/>
                  </a:lnTo>
                  <a:lnTo>
                    <a:pt x="80048" y="254800"/>
                  </a:lnTo>
                  <a:lnTo>
                    <a:pt x="74396" y="295097"/>
                  </a:lnTo>
                  <a:lnTo>
                    <a:pt x="98983" y="295097"/>
                  </a:lnTo>
                  <a:lnTo>
                    <a:pt x="104114" y="259740"/>
                  </a:lnTo>
                  <a:lnTo>
                    <a:pt x="114884" y="226568"/>
                  </a:lnTo>
                  <a:lnTo>
                    <a:pt x="130810" y="196075"/>
                  </a:lnTo>
                  <a:lnTo>
                    <a:pt x="151384" y="168770"/>
                  </a:lnTo>
                  <a:close/>
                </a:path>
                <a:path extrusionOk="0" h="615314" w="615314">
                  <a:moveTo>
                    <a:pt x="295097" y="74396"/>
                  </a:moveTo>
                  <a:lnTo>
                    <a:pt x="254812" y="80048"/>
                  </a:lnTo>
                  <a:lnTo>
                    <a:pt x="217030" y="92265"/>
                  </a:lnTo>
                  <a:lnTo>
                    <a:pt x="182346" y="110439"/>
                  </a:lnTo>
                  <a:lnTo>
                    <a:pt x="151384" y="133997"/>
                  </a:lnTo>
                  <a:lnTo>
                    <a:pt x="168770" y="151384"/>
                  </a:lnTo>
                  <a:lnTo>
                    <a:pt x="196075" y="130810"/>
                  </a:lnTo>
                  <a:lnTo>
                    <a:pt x="226568" y="114884"/>
                  </a:lnTo>
                  <a:lnTo>
                    <a:pt x="259753" y="104101"/>
                  </a:lnTo>
                  <a:lnTo>
                    <a:pt x="295097" y="98983"/>
                  </a:lnTo>
                  <a:lnTo>
                    <a:pt x="295097" y="74396"/>
                  </a:lnTo>
                  <a:close/>
                </a:path>
                <a:path extrusionOk="0" h="615314" w="615314">
                  <a:moveTo>
                    <a:pt x="327888" y="307390"/>
                  </a:moveTo>
                  <a:lnTo>
                    <a:pt x="326275" y="299415"/>
                  </a:lnTo>
                  <a:lnTo>
                    <a:pt x="321894" y="292900"/>
                  </a:lnTo>
                  <a:lnTo>
                    <a:pt x="315379" y="288505"/>
                  </a:lnTo>
                  <a:lnTo>
                    <a:pt x="307390" y="286893"/>
                  </a:lnTo>
                  <a:lnTo>
                    <a:pt x="299415" y="288505"/>
                  </a:lnTo>
                  <a:lnTo>
                    <a:pt x="292912" y="292900"/>
                  </a:lnTo>
                  <a:lnTo>
                    <a:pt x="288518" y="299415"/>
                  </a:lnTo>
                  <a:lnTo>
                    <a:pt x="286905" y="307390"/>
                  </a:lnTo>
                  <a:lnTo>
                    <a:pt x="288518" y="315366"/>
                  </a:lnTo>
                  <a:lnTo>
                    <a:pt x="292912" y="321881"/>
                  </a:lnTo>
                  <a:lnTo>
                    <a:pt x="299415" y="326275"/>
                  </a:lnTo>
                  <a:lnTo>
                    <a:pt x="307390" y="327888"/>
                  </a:lnTo>
                  <a:lnTo>
                    <a:pt x="315379" y="326275"/>
                  </a:lnTo>
                  <a:lnTo>
                    <a:pt x="321894" y="321881"/>
                  </a:lnTo>
                  <a:lnTo>
                    <a:pt x="326275" y="315366"/>
                  </a:lnTo>
                  <a:lnTo>
                    <a:pt x="327888" y="307390"/>
                  </a:lnTo>
                  <a:close/>
                </a:path>
                <a:path extrusionOk="0" h="615314" w="615314">
                  <a:moveTo>
                    <a:pt x="463397" y="133997"/>
                  </a:moveTo>
                  <a:lnTo>
                    <a:pt x="432435" y="110439"/>
                  </a:lnTo>
                  <a:lnTo>
                    <a:pt x="397764" y="92265"/>
                  </a:lnTo>
                  <a:lnTo>
                    <a:pt x="359981" y="80048"/>
                  </a:lnTo>
                  <a:lnTo>
                    <a:pt x="319684" y="74396"/>
                  </a:lnTo>
                  <a:lnTo>
                    <a:pt x="319684" y="98983"/>
                  </a:lnTo>
                  <a:lnTo>
                    <a:pt x="355041" y="104101"/>
                  </a:lnTo>
                  <a:lnTo>
                    <a:pt x="388226" y="114884"/>
                  </a:lnTo>
                  <a:lnTo>
                    <a:pt x="418719" y="130810"/>
                  </a:lnTo>
                  <a:lnTo>
                    <a:pt x="446024" y="151384"/>
                  </a:lnTo>
                  <a:lnTo>
                    <a:pt x="463397" y="133997"/>
                  </a:lnTo>
                  <a:close/>
                </a:path>
                <a:path extrusionOk="0" h="615314" w="615314">
                  <a:moveTo>
                    <a:pt x="463410" y="480783"/>
                  </a:moveTo>
                  <a:lnTo>
                    <a:pt x="458063" y="475437"/>
                  </a:lnTo>
                  <a:lnTo>
                    <a:pt x="417068" y="434454"/>
                  </a:lnTo>
                  <a:lnTo>
                    <a:pt x="368871" y="434454"/>
                  </a:lnTo>
                  <a:lnTo>
                    <a:pt x="368871" y="475437"/>
                  </a:lnTo>
                  <a:lnTo>
                    <a:pt x="368871" y="500024"/>
                  </a:lnTo>
                  <a:lnTo>
                    <a:pt x="344284" y="500024"/>
                  </a:lnTo>
                  <a:lnTo>
                    <a:pt x="344284" y="475437"/>
                  </a:lnTo>
                  <a:lnTo>
                    <a:pt x="368871" y="475437"/>
                  </a:lnTo>
                  <a:lnTo>
                    <a:pt x="368871" y="434454"/>
                  </a:lnTo>
                  <a:lnTo>
                    <a:pt x="319684" y="434454"/>
                  </a:lnTo>
                  <a:lnTo>
                    <a:pt x="319684" y="475437"/>
                  </a:lnTo>
                  <a:lnTo>
                    <a:pt x="319684" y="500024"/>
                  </a:lnTo>
                  <a:lnTo>
                    <a:pt x="295097" y="500024"/>
                  </a:lnTo>
                  <a:lnTo>
                    <a:pt x="295097" y="475437"/>
                  </a:lnTo>
                  <a:lnTo>
                    <a:pt x="319684" y="475437"/>
                  </a:lnTo>
                  <a:lnTo>
                    <a:pt x="319684" y="434454"/>
                  </a:lnTo>
                  <a:lnTo>
                    <a:pt x="270510" y="434454"/>
                  </a:lnTo>
                  <a:lnTo>
                    <a:pt x="270510" y="475437"/>
                  </a:lnTo>
                  <a:lnTo>
                    <a:pt x="270510" y="500024"/>
                  </a:lnTo>
                  <a:lnTo>
                    <a:pt x="245922" y="500024"/>
                  </a:lnTo>
                  <a:lnTo>
                    <a:pt x="245922" y="475437"/>
                  </a:lnTo>
                  <a:lnTo>
                    <a:pt x="270510" y="475437"/>
                  </a:lnTo>
                  <a:lnTo>
                    <a:pt x="270510" y="434454"/>
                  </a:lnTo>
                  <a:lnTo>
                    <a:pt x="197726" y="434454"/>
                  </a:lnTo>
                  <a:lnTo>
                    <a:pt x="151384" y="480783"/>
                  </a:lnTo>
                  <a:lnTo>
                    <a:pt x="184797" y="505929"/>
                  </a:lnTo>
                  <a:lnTo>
                    <a:pt x="222427" y="524878"/>
                  </a:lnTo>
                  <a:lnTo>
                    <a:pt x="263537" y="536841"/>
                  </a:lnTo>
                  <a:lnTo>
                    <a:pt x="307390" y="541007"/>
                  </a:lnTo>
                  <a:lnTo>
                    <a:pt x="351256" y="536841"/>
                  </a:lnTo>
                  <a:lnTo>
                    <a:pt x="392379" y="524878"/>
                  </a:lnTo>
                  <a:lnTo>
                    <a:pt x="429996" y="505929"/>
                  </a:lnTo>
                  <a:lnTo>
                    <a:pt x="437845" y="500024"/>
                  </a:lnTo>
                  <a:lnTo>
                    <a:pt x="463410" y="480783"/>
                  </a:lnTo>
                  <a:close/>
                </a:path>
                <a:path extrusionOk="0" h="615314" w="615314">
                  <a:moveTo>
                    <a:pt x="491832" y="307390"/>
                  </a:moveTo>
                  <a:lnTo>
                    <a:pt x="485241" y="258419"/>
                  </a:lnTo>
                  <a:lnTo>
                    <a:pt x="466623" y="214376"/>
                  </a:lnTo>
                  <a:lnTo>
                    <a:pt x="449427" y="192138"/>
                  </a:lnTo>
                  <a:lnTo>
                    <a:pt x="437857" y="177165"/>
                  </a:lnTo>
                  <a:lnTo>
                    <a:pt x="422643" y="165392"/>
                  </a:lnTo>
                  <a:lnTo>
                    <a:pt x="422643" y="209524"/>
                  </a:lnTo>
                  <a:lnTo>
                    <a:pt x="346595" y="285572"/>
                  </a:lnTo>
                  <a:lnTo>
                    <a:pt x="350227" y="292061"/>
                  </a:lnTo>
                  <a:lnTo>
                    <a:pt x="352475" y="299440"/>
                  </a:lnTo>
                  <a:lnTo>
                    <a:pt x="352475" y="307390"/>
                  </a:lnTo>
                  <a:lnTo>
                    <a:pt x="348932" y="324929"/>
                  </a:lnTo>
                  <a:lnTo>
                    <a:pt x="339267" y="339255"/>
                  </a:lnTo>
                  <a:lnTo>
                    <a:pt x="324929" y="348919"/>
                  </a:lnTo>
                  <a:lnTo>
                    <a:pt x="307390" y="352475"/>
                  </a:lnTo>
                  <a:lnTo>
                    <a:pt x="289864" y="348919"/>
                  </a:lnTo>
                  <a:lnTo>
                    <a:pt x="275526" y="339255"/>
                  </a:lnTo>
                  <a:lnTo>
                    <a:pt x="265861" y="324929"/>
                  </a:lnTo>
                  <a:lnTo>
                    <a:pt x="262305" y="307390"/>
                  </a:lnTo>
                  <a:lnTo>
                    <a:pt x="265861" y="289852"/>
                  </a:lnTo>
                  <a:lnTo>
                    <a:pt x="275526" y="275526"/>
                  </a:lnTo>
                  <a:lnTo>
                    <a:pt x="289864" y="265849"/>
                  </a:lnTo>
                  <a:lnTo>
                    <a:pt x="307390" y="262305"/>
                  </a:lnTo>
                  <a:lnTo>
                    <a:pt x="315353" y="262305"/>
                  </a:lnTo>
                  <a:lnTo>
                    <a:pt x="322719" y="264553"/>
                  </a:lnTo>
                  <a:lnTo>
                    <a:pt x="329209" y="268185"/>
                  </a:lnTo>
                  <a:lnTo>
                    <a:pt x="335089" y="262305"/>
                  </a:lnTo>
                  <a:lnTo>
                    <a:pt x="405269" y="192138"/>
                  </a:lnTo>
                  <a:lnTo>
                    <a:pt x="422643" y="209524"/>
                  </a:lnTo>
                  <a:lnTo>
                    <a:pt x="422643" y="165392"/>
                  </a:lnTo>
                  <a:lnTo>
                    <a:pt x="400418" y="148170"/>
                  </a:lnTo>
                  <a:lnTo>
                    <a:pt x="356374" y="129552"/>
                  </a:lnTo>
                  <a:lnTo>
                    <a:pt x="307390" y="122961"/>
                  </a:lnTo>
                  <a:lnTo>
                    <a:pt x="258419" y="129552"/>
                  </a:lnTo>
                  <a:lnTo>
                    <a:pt x="214388" y="148170"/>
                  </a:lnTo>
                  <a:lnTo>
                    <a:pt x="176949" y="177165"/>
                  </a:lnTo>
                  <a:lnTo>
                    <a:pt x="148183" y="214376"/>
                  </a:lnTo>
                  <a:lnTo>
                    <a:pt x="129565" y="258419"/>
                  </a:lnTo>
                  <a:lnTo>
                    <a:pt x="122961" y="307390"/>
                  </a:lnTo>
                  <a:lnTo>
                    <a:pt x="125958" y="340715"/>
                  </a:lnTo>
                  <a:lnTo>
                    <a:pt x="134759" y="372440"/>
                  </a:lnTo>
                  <a:lnTo>
                    <a:pt x="149085" y="401993"/>
                  </a:lnTo>
                  <a:lnTo>
                    <a:pt x="168630" y="428764"/>
                  </a:lnTo>
                  <a:lnTo>
                    <a:pt x="187540" y="409854"/>
                  </a:lnTo>
                  <a:lnTo>
                    <a:pt x="427240" y="409854"/>
                  </a:lnTo>
                  <a:lnTo>
                    <a:pt x="446163" y="428764"/>
                  </a:lnTo>
                  <a:lnTo>
                    <a:pt x="459981" y="409854"/>
                  </a:lnTo>
                  <a:lnTo>
                    <a:pt x="465721" y="401993"/>
                  </a:lnTo>
                  <a:lnTo>
                    <a:pt x="480034" y="372440"/>
                  </a:lnTo>
                  <a:lnTo>
                    <a:pt x="485495" y="352755"/>
                  </a:lnTo>
                  <a:lnTo>
                    <a:pt x="485571" y="352475"/>
                  </a:lnTo>
                  <a:lnTo>
                    <a:pt x="488835" y="340715"/>
                  </a:lnTo>
                  <a:lnTo>
                    <a:pt x="491832" y="307390"/>
                  </a:lnTo>
                  <a:close/>
                </a:path>
                <a:path extrusionOk="0" h="615314" w="615314">
                  <a:moveTo>
                    <a:pt x="540385" y="319684"/>
                  </a:moveTo>
                  <a:lnTo>
                    <a:pt x="515823" y="319684"/>
                  </a:lnTo>
                  <a:lnTo>
                    <a:pt x="511009" y="353745"/>
                  </a:lnTo>
                  <a:lnTo>
                    <a:pt x="510921" y="354393"/>
                  </a:lnTo>
                  <a:lnTo>
                    <a:pt x="500418" y="387413"/>
                  </a:lnTo>
                  <a:lnTo>
                    <a:pt x="484555" y="418185"/>
                  </a:lnTo>
                  <a:lnTo>
                    <a:pt x="463550" y="446163"/>
                  </a:lnTo>
                  <a:lnTo>
                    <a:pt x="480796" y="463397"/>
                  </a:lnTo>
                  <a:lnTo>
                    <a:pt x="504355" y="432435"/>
                  </a:lnTo>
                  <a:lnTo>
                    <a:pt x="522528" y="397764"/>
                  </a:lnTo>
                  <a:lnTo>
                    <a:pt x="534746" y="359968"/>
                  </a:lnTo>
                  <a:lnTo>
                    <a:pt x="540385" y="319684"/>
                  </a:lnTo>
                  <a:close/>
                </a:path>
                <a:path extrusionOk="0" h="615314" w="615314">
                  <a:moveTo>
                    <a:pt x="540385" y="295097"/>
                  </a:moveTo>
                  <a:lnTo>
                    <a:pt x="534746" y="254800"/>
                  </a:lnTo>
                  <a:lnTo>
                    <a:pt x="522643" y="217385"/>
                  </a:lnTo>
                  <a:lnTo>
                    <a:pt x="522528" y="217017"/>
                  </a:lnTo>
                  <a:lnTo>
                    <a:pt x="504342" y="182346"/>
                  </a:lnTo>
                  <a:lnTo>
                    <a:pt x="480783" y="151384"/>
                  </a:lnTo>
                  <a:lnTo>
                    <a:pt x="463410" y="168770"/>
                  </a:lnTo>
                  <a:lnTo>
                    <a:pt x="483984" y="196075"/>
                  </a:lnTo>
                  <a:lnTo>
                    <a:pt x="499910" y="226568"/>
                  </a:lnTo>
                  <a:lnTo>
                    <a:pt x="510679" y="259740"/>
                  </a:lnTo>
                  <a:lnTo>
                    <a:pt x="515797" y="295097"/>
                  </a:lnTo>
                  <a:lnTo>
                    <a:pt x="540385" y="295097"/>
                  </a:lnTo>
                  <a:close/>
                </a:path>
                <a:path extrusionOk="0" h="615314" w="615314">
                  <a:moveTo>
                    <a:pt x="614781" y="307390"/>
                  </a:moveTo>
                  <a:lnTo>
                    <a:pt x="611466" y="262305"/>
                  </a:lnTo>
                  <a:lnTo>
                    <a:pt x="611454" y="262026"/>
                  </a:lnTo>
                  <a:lnTo>
                    <a:pt x="601751" y="218706"/>
                  </a:lnTo>
                  <a:lnTo>
                    <a:pt x="586168" y="177914"/>
                  </a:lnTo>
                  <a:lnTo>
                    <a:pt x="565607" y="140868"/>
                  </a:lnTo>
                  <a:lnTo>
                    <a:pt x="565607" y="307390"/>
                  </a:lnTo>
                  <a:lnTo>
                    <a:pt x="561555" y="352475"/>
                  </a:lnTo>
                  <a:lnTo>
                    <a:pt x="549427" y="397395"/>
                  </a:lnTo>
                  <a:lnTo>
                    <a:pt x="530301" y="437616"/>
                  </a:lnTo>
                  <a:lnTo>
                    <a:pt x="504812" y="473659"/>
                  </a:lnTo>
                  <a:lnTo>
                    <a:pt x="473671" y="504799"/>
                  </a:lnTo>
                  <a:lnTo>
                    <a:pt x="437616" y="530301"/>
                  </a:lnTo>
                  <a:lnTo>
                    <a:pt x="397408" y="549427"/>
                  </a:lnTo>
                  <a:lnTo>
                    <a:pt x="353745" y="561441"/>
                  </a:lnTo>
                  <a:lnTo>
                    <a:pt x="307390" y="565607"/>
                  </a:lnTo>
                  <a:lnTo>
                    <a:pt x="261035" y="561441"/>
                  </a:lnTo>
                  <a:lnTo>
                    <a:pt x="217385" y="549427"/>
                  </a:lnTo>
                  <a:lnTo>
                    <a:pt x="177177" y="530301"/>
                  </a:lnTo>
                  <a:lnTo>
                    <a:pt x="141135" y="504799"/>
                  </a:lnTo>
                  <a:lnTo>
                    <a:pt x="109994" y="473659"/>
                  </a:lnTo>
                  <a:lnTo>
                    <a:pt x="84493" y="437616"/>
                  </a:lnTo>
                  <a:lnTo>
                    <a:pt x="65366" y="397395"/>
                  </a:lnTo>
                  <a:lnTo>
                    <a:pt x="53365" y="353745"/>
                  </a:lnTo>
                  <a:lnTo>
                    <a:pt x="49187" y="307390"/>
                  </a:lnTo>
                  <a:lnTo>
                    <a:pt x="53251" y="262305"/>
                  </a:lnTo>
                  <a:lnTo>
                    <a:pt x="53365" y="261035"/>
                  </a:lnTo>
                  <a:lnTo>
                    <a:pt x="65366" y="217385"/>
                  </a:lnTo>
                  <a:lnTo>
                    <a:pt x="84493" y="177165"/>
                  </a:lnTo>
                  <a:lnTo>
                    <a:pt x="109994" y="141122"/>
                  </a:lnTo>
                  <a:lnTo>
                    <a:pt x="141135" y="109982"/>
                  </a:lnTo>
                  <a:lnTo>
                    <a:pt x="177177" y="84480"/>
                  </a:lnTo>
                  <a:lnTo>
                    <a:pt x="217385" y="65366"/>
                  </a:lnTo>
                  <a:lnTo>
                    <a:pt x="261035" y="53352"/>
                  </a:lnTo>
                  <a:lnTo>
                    <a:pt x="307390" y="49187"/>
                  </a:lnTo>
                  <a:lnTo>
                    <a:pt x="353745" y="53352"/>
                  </a:lnTo>
                  <a:lnTo>
                    <a:pt x="397408" y="65366"/>
                  </a:lnTo>
                  <a:lnTo>
                    <a:pt x="437616" y="84480"/>
                  </a:lnTo>
                  <a:lnTo>
                    <a:pt x="473671" y="109982"/>
                  </a:lnTo>
                  <a:lnTo>
                    <a:pt x="504812" y="141122"/>
                  </a:lnTo>
                  <a:lnTo>
                    <a:pt x="530301" y="177165"/>
                  </a:lnTo>
                  <a:lnTo>
                    <a:pt x="549427" y="217385"/>
                  </a:lnTo>
                  <a:lnTo>
                    <a:pt x="561441" y="261035"/>
                  </a:lnTo>
                  <a:lnTo>
                    <a:pt x="565607" y="307390"/>
                  </a:lnTo>
                  <a:lnTo>
                    <a:pt x="565607" y="140868"/>
                  </a:lnTo>
                  <a:lnTo>
                    <a:pt x="539305" y="105829"/>
                  </a:lnTo>
                  <a:lnTo>
                    <a:pt x="508965" y="75488"/>
                  </a:lnTo>
                  <a:lnTo>
                    <a:pt x="474662" y="49593"/>
                  </a:lnTo>
                  <a:lnTo>
                    <a:pt x="473925" y="49187"/>
                  </a:lnTo>
                  <a:lnTo>
                    <a:pt x="436867" y="28613"/>
                  </a:lnTo>
                  <a:lnTo>
                    <a:pt x="396074" y="13030"/>
                  </a:lnTo>
                  <a:lnTo>
                    <a:pt x="352755" y="3340"/>
                  </a:lnTo>
                  <a:lnTo>
                    <a:pt x="307390" y="0"/>
                  </a:lnTo>
                  <a:lnTo>
                    <a:pt x="262039" y="3340"/>
                  </a:lnTo>
                  <a:lnTo>
                    <a:pt x="218719" y="13030"/>
                  </a:lnTo>
                  <a:lnTo>
                    <a:pt x="177927" y="28613"/>
                  </a:lnTo>
                  <a:lnTo>
                    <a:pt x="140144" y="49593"/>
                  </a:lnTo>
                  <a:lnTo>
                    <a:pt x="105841" y="75488"/>
                  </a:lnTo>
                  <a:lnTo>
                    <a:pt x="75501" y="105829"/>
                  </a:lnTo>
                  <a:lnTo>
                    <a:pt x="49593" y="140131"/>
                  </a:lnTo>
                  <a:lnTo>
                    <a:pt x="28613" y="177914"/>
                  </a:lnTo>
                  <a:lnTo>
                    <a:pt x="13042" y="218706"/>
                  </a:lnTo>
                  <a:lnTo>
                    <a:pt x="3340" y="262026"/>
                  </a:lnTo>
                  <a:lnTo>
                    <a:pt x="0" y="307390"/>
                  </a:lnTo>
                  <a:lnTo>
                    <a:pt x="3327" y="352475"/>
                  </a:lnTo>
                  <a:lnTo>
                    <a:pt x="3340" y="352755"/>
                  </a:lnTo>
                  <a:lnTo>
                    <a:pt x="13042" y="396074"/>
                  </a:lnTo>
                  <a:lnTo>
                    <a:pt x="28613" y="436867"/>
                  </a:lnTo>
                  <a:lnTo>
                    <a:pt x="49593" y="474649"/>
                  </a:lnTo>
                  <a:lnTo>
                    <a:pt x="75501" y="508952"/>
                  </a:lnTo>
                  <a:lnTo>
                    <a:pt x="105841" y="539292"/>
                  </a:lnTo>
                  <a:lnTo>
                    <a:pt x="140144" y="565188"/>
                  </a:lnTo>
                  <a:lnTo>
                    <a:pt x="177927" y="586168"/>
                  </a:lnTo>
                  <a:lnTo>
                    <a:pt x="218719" y="601738"/>
                  </a:lnTo>
                  <a:lnTo>
                    <a:pt x="262039" y="611441"/>
                  </a:lnTo>
                  <a:lnTo>
                    <a:pt x="307390" y="614781"/>
                  </a:lnTo>
                  <a:lnTo>
                    <a:pt x="352755" y="611441"/>
                  </a:lnTo>
                  <a:lnTo>
                    <a:pt x="396074" y="601738"/>
                  </a:lnTo>
                  <a:lnTo>
                    <a:pt x="436867" y="586168"/>
                  </a:lnTo>
                  <a:lnTo>
                    <a:pt x="473913" y="565607"/>
                  </a:lnTo>
                  <a:lnTo>
                    <a:pt x="508965" y="539292"/>
                  </a:lnTo>
                  <a:lnTo>
                    <a:pt x="539305" y="508952"/>
                  </a:lnTo>
                  <a:lnTo>
                    <a:pt x="565200" y="474649"/>
                  </a:lnTo>
                  <a:lnTo>
                    <a:pt x="586168" y="436867"/>
                  </a:lnTo>
                  <a:lnTo>
                    <a:pt x="601751" y="396074"/>
                  </a:lnTo>
                  <a:lnTo>
                    <a:pt x="611454" y="352755"/>
                  </a:lnTo>
                  <a:lnTo>
                    <a:pt x="614781" y="30739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6" name="Google Shape;556;p17"/>
          <p:cNvSpPr txBox="1"/>
          <p:nvPr/>
        </p:nvSpPr>
        <p:spPr>
          <a:xfrm>
            <a:off x="14374142" y="5458521"/>
            <a:ext cx="2646045" cy="2672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66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Evitar errores de codiﬁcación visual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Mantener una semántica visual consistente en todo el reporte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7" name="Google Shape;557;p17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558" name="Google Shape;558;p17"/>
          <p:cNvSpPr txBox="1"/>
          <p:nvPr/>
        </p:nvSpPr>
        <p:spPr>
          <a:xfrm>
            <a:off x="3060600" y="9656443"/>
            <a:ext cx="4934585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Scorecards, semáforos y codificación visual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9" name="Google Shape;559;p17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  <p:sp>
        <p:nvSpPr>
          <p:cNvPr id="560" name="Google Shape;560;p17"/>
          <p:cNvSpPr txBox="1"/>
          <p:nvPr/>
        </p:nvSpPr>
        <p:spPr>
          <a:xfrm>
            <a:off x="10674797" y="5458521"/>
            <a:ext cx="2362200" cy="23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42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Formato condicional en Power BI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Permite lectura inmediata y resalta indicadores críticos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61" name="Google Shape;561;p17"/>
          <p:cNvSpPr txBox="1"/>
          <p:nvPr/>
        </p:nvSpPr>
        <p:spPr>
          <a:xfrm>
            <a:off x="6975449" y="5458521"/>
            <a:ext cx="2590165" cy="23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796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Deﬁnición rigurosa de umbrales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Los umbrales deben basarse en </a:t>
            </a:r>
            <a:r>
              <a:rPr b="1" i="0" lang="en-US" sz="2000" u="none" cap="none" strike="noStrike">
                <a:solidFill>
                  <a:srgbClr val="F2620F"/>
                </a:solidFill>
                <a:latin typeface="Gill Sans"/>
                <a:ea typeface="Gill Sans"/>
                <a:cs typeface="Gill Sans"/>
                <a:sym typeface="Gill Sans"/>
              </a:rPr>
              <a:t>reglas de negocio </a:t>
            </a: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especíﬁcas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62" name="Google Shape;562;p17"/>
          <p:cNvSpPr txBox="1"/>
          <p:nvPr/>
        </p:nvSpPr>
        <p:spPr>
          <a:xfrm>
            <a:off x="3276103" y="5458521"/>
            <a:ext cx="2643505" cy="23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3371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Comunicación visual de cumplimiento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Uso de colores verde, amarillo y rojo para indicar estados de KPI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7" name="Google Shape;567;g3cd082ef7fa_0_112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568" name="Google Shape;568;g3cd082ef7fa_0_112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g3cd082ef7fa_0_112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g3cd082ef7fa_0_112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1" name="Google Shape;571;g3cd082ef7fa_0_112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g3cd082ef7fa_0_112"/>
          <p:cNvSpPr txBox="1"/>
          <p:nvPr>
            <p:ph idx="12" type="sldNum"/>
          </p:nvPr>
        </p:nvSpPr>
        <p:spPr>
          <a:xfrm>
            <a:off x="878457" y="9567388"/>
            <a:ext cx="57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573" name="Google Shape;573;g3cd082ef7fa_0_112"/>
          <p:cNvSpPr txBox="1"/>
          <p:nvPr>
            <p:ph idx="11" type="ftr"/>
          </p:nvPr>
        </p:nvSpPr>
        <p:spPr>
          <a:xfrm>
            <a:off x="3060581" y="9652873"/>
            <a:ext cx="214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574" name="Google Shape;574;g3cd082ef7fa_0_112"/>
          <p:cNvSpPr txBox="1"/>
          <p:nvPr>
            <p:ph idx="10" type="dt"/>
          </p:nvPr>
        </p:nvSpPr>
        <p:spPr>
          <a:xfrm>
            <a:off x="16253088" y="9655159"/>
            <a:ext cx="106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  <p:pic>
        <p:nvPicPr>
          <p:cNvPr id="575" name="Google Shape;575;g3cd082ef7fa_0_112" title="03_scorecard_semaforo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175" y="1381602"/>
            <a:ext cx="16878300" cy="754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8"/>
          <p:cNvSpPr txBox="1"/>
          <p:nvPr/>
        </p:nvSpPr>
        <p:spPr>
          <a:xfrm>
            <a:off x="3033886" y="4644998"/>
            <a:ext cx="6242685" cy="3983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Impacto negativo del exceso de colores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080" rtl="0" algn="l">
              <a:lnSpc>
                <a:spcPct val="102200"/>
              </a:lnSpc>
              <a:spcBef>
                <a:spcPts val="168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El uso indiscriminado de colores puede generar confusión y diﬁcultar la interpretación de los datos.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Consistencia en la semántica visual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265430" rtl="0" algn="l">
              <a:lnSpc>
                <a:spcPct val="102200"/>
              </a:lnSpc>
              <a:spcBef>
                <a:spcPts val="168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Mantener una semántica visual estable asegura que cada color represente el mismo estado en todo el reporte.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Evitar saturación de elementos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74930" rtl="0" algn="l">
              <a:lnSpc>
                <a:spcPct val="102200"/>
              </a:lnSpc>
              <a:spcBef>
                <a:spcPts val="168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Demasiados elementos visuales compiten por la atención y pueden ocultar lo importante.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$PPTXTitle" id="581" name="Google Shape;581;p18"/>
          <p:cNvSpPr txBox="1"/>
          <p:nvPr>
            <p:ph type="title"/>
          </p:nvPr>
        </p:nvSpPr>
        <p:spPr>
          <a:xfrm>
            <a:off x="3033923" y="1565105"/>
            <a:ext cx="580263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0" lvl="0" marL="12700" marR="5080" rtl="0" algn="l">
              <a:lnSpc>
                <a:spcPct val="110578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050"/>
              <a:t>Riesgos de mala codificación visual</a:t>
            </a:r>
            <a:endParaRPr sz="6050"/>
          </a:p>
        </p:txBody>
      </p:sp>
      <p:pic>
        <p:nvPicPr>
          <p:cNvPr id="582" name="Google Shape;5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8552" y="2433269"/>
            <a:ext cx="7399947" cy="492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3" name="Google Shape;583;p18"/>
          <p:cNvGrpSpPr/>
          <p:nvPr/>
        </p:nvGrpSpPr>
        <p:grpSpPr>
          <a:xfrm>
            <a:off x="989595" y="1689060"/>
            <a:ext cx="845846" cy="846024"/>
            <a:chOff x="989595" y="1689060"/>
            <a:chExt cx="845846" cy="846024"/>
          </a:xfrm>
        </p:grpSpPr>
        <p:sp>
          <p:nvSpPr>
            <p:cNvPr id="584" name="Google Shape;584;p18"/>
            <p:cNvSpPr/>
            <p:nvPr/>
          </p:nvSpPr>
          <p:spPr>
            <a:xfrm>
              <a:off x="989595" y="1689060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18"/>
            <p:cNvSpPr/>
            <p:nvPr/>
          </p:nvSpPr>
          <p:spPr>
            <a:xfrm>
              <a:off x="1287852" y="1689080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18"/>
            <p:cNvSpPr/>
            <p:nvPr/>
          </p:nvSpPr>
          <p:spPr>
            <a:xfrm>
              <a:off x="989622" y="1839759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02" y="518782"/>
                  </a:moveTo>
                  <a:lnTo>
                    <a:pt x="839495" y="473151"/>
                  </a:lnTo>
                  <a:lnTo>
                    <a:pt x="821880" y="430618"/>
                  </a:lnTo>
                  <a:lnTo>
                    <a:pt x="793851" y="394106"/>
                  </a:lnTo>
                  <a:lnTo>
                    <a:pt x="671842" y="272110"/>
                  </a:lnTo>
                  <a:lnTo>
                    <a:pt x="422757" y="22999"/>
                  </a:lnTo>
                  <a:lnTo>
                    <a:pt x="399745" y="0"/>
                  </a:lnTo>
                  <a:lnTo>
                    <a:pt x="150660" y="249085"/>
                  </a:lnTo>
                  <a:lnTo>
                    <a:pt x="173659" y="272097"/>
                  </a:lnTo>
                  <a:lnTo>
                    <a:pt x="51650" y="394119"/>
                  </a:lnTo>
                  <a:lnTo>
                    <a:pt x="23622" y="430631"/>
                  </a:lnTo>
                  <a:lnTo>
                    <a:pt x="6007" y="473163"/>
                  </a:lnTo>
                  <a:lnTo>
                    <a:pt x="0" y="518795"/>
                  </a:lnTo>
                  <a:lnTo>
                    <a:pt x="381" y="530339"/>
                  </a:lnTo>
                  <a:lnTo>
                    <a:pt x="9359" y="575487"/>
                  </a:lnTo>
                  <a:lnTo>
                    <a:pt x="29718" y="616762"/>
                  </a:lnTo>
                  <a:lnTo>
                    <a:pt x="59855" y="651154"/>
                  </a:lnTo>
                  <a:lnTo>
                    <a:pt x="98082" y="676668"/>
                  </a:lnTo>
                  <a:lnTo>
                    <a:pt x="141668" y="691464"/>
                  </a:lnTo>
                  <a:lnTo>
                    <a:pt x="176060" y="694855"/>
                  </a:lnTo>
                  <a:lnTo>
                    <a:pt x="187604" y="694474"/>
                  </a:lnTo>
                  <a:lnTo>
                    <a:pt x="232740" y="685495"/>
                  </a:lnTo>
                  <a:lnTo>
                    <a:pt x="274027" y="665137"/>
                  </a:lnTo>
                  <a:lnTo>
                    <a:pt x="422757" y="521195"/>
                  </a:lnTo>
                  <a:lnTo>
                    <a:pt x="544766" y="643191"/>
                  </a:lnTo>
                  <a:lnTo>
                    <a:pt x="581279" y="671220"/>
                  </a:lnTo>
                  <a:lnTo>
                    <a:pt x="623811" y="688835"/>
                  </a:lnTo>
                  <a:lnTo>
                    <a:pt x="669442" y="694842"/>
                  </a:lnTo>
                  <a:lnTo>
                    <a:pt x="680986" y="694474"/>
                  </a:lnTo>
                  <a:lnTo>
                    <a:pt x="726135" y="685495"/>
                  </a:lnTo>
                  <a:lnTo>
                    <a:pt x="767410" y="665124"/>
                  </a:lnTo>
                  <a:lnTo>
                    <a:pt x="801801" y="634987"/>
                  </a:lnTo>
                  <a:lnTo>
                    <a:pt x="827316" y="596773"/>
                  </a:lnTo>
                  <a:lnTo>
                    <a:pt x="842124" y="553186"/>
                  </a:lnTo>
                  <a:lnTo>
                    <a:pt x="845121" y="530326"/>
                  </a:lnTo>
                  <a:lnTo>
                    <a:pt x="845502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7" name="Google Shape;587;p18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588" name="Google Shape;588;p18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8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8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1" name="Google Shape;591;p18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8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593" name="Google Shape;593;p18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594" name="Google Shape;594;p18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Google Shape;599;p19"/>
          <p:cNvGrpSpPr/>
          <p:nvPr/>
        </p:nvGrpSpPr>
        <p:grpSpPr>
          <a:xfrm>
            <a:off x="1690877" y="4063861"/>
            <a:ext cx="845824" cy="846023"/>
            <a:chOff x="1018814" y="4787036"/>
            <a:chExt cx="845824" cy="846023"/>
          </a:xfrm>
        </p:grpSpPr>
        <p:sp>
          <p:nvSpPr>
            <p:cNvPr id="600" name="Google Shape;600;p19"/>
            <p:cNvSpPr/>
            <p:nvPr/>
          </p:nvSpPr>
          <p:spPr>
            <a:xfrm>
              <a:off x="1018814" y="4787036"/>
              <a:ext cx="547370" cy="547370"/>
            </a:xfrm>
            <a:custGeom>
              <a:rect b="b" l="l" r="r" t="t"/>
              <a:pathLst>
                <a:path extrusionOk="0" h="547370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1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1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9"/>
            <p:cNvSpPr/>
            <p:nvPr/>
          </p:nvSpPr>
          <p:spPr>
            <a:xfrm>
              <a:off x="1317037" y="4787046"/>
              <a:ext cx="547370" cy="547370"/>
            </a:xfrm>
            <a:custGeom>
              <a:rect b="b" l="l" r="r" t="t"/>
              <a:pathLst>
                <a:path extrusionOk="0" h="547370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1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5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9"/>
            <p:cNvSpPr/>
            <p:nvPr/>
          </p:nvSpPr>
          <p:spPr>
            <a:xfrm>
              <a:off x="1018819" y="4937734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27" y="518782"/>
                  </a:moveTo>
                  <a:lnTo>
                    <a:pt x="839520" y="473151"/>
                  </a:lnTo>
                  <a:lnTo>
                    <a:pt x="821905" y="430618"/>
                  </a:lnTo>
                  <a:lnTo>
                    <a:pt x="793877" y="394106"/>
                  </a:lnTo>
                  <a:lnTo>
                    <a:pt x="671855" y="272097"/>
                  </a:lnTo>
                  <a:lnTo>
                    <a:pt x="422757" y="22999"/>
                  </a:lnTo>
                  <a:lnTo>
                    <a:pt x="399770" y="0"/>
                  </a:lnTo>
                  <a:lnTo>
                    <a:pt x="150685" y="249085"/>
                  </a:lnTo>
                  <a:lnTo>
                    <a:pt x="173672" y="272084"/>
                  </a:lnTo>
                  <a:lnTo>
                    <a:pt x="51650" y="394119"/>
                  </a:lnTo>
                  <a:lnTo>
                    <a:pt x="23622" y="430631"/>
                  </a:lnTo>
                  <a:lnTo>
                    <a:pt x="6007" y="473163"/>
                  </a:lnTo>
                  <a:lnTo>
                    <a:pt x="0" y="518795"/>
                  </a:lnTo>
                  <a:lnTo>
                    <a:pt x="368" y="530339"/>
                  </a:lnTo>
                  <a:lnTo>
                    <a:pt x="9347" y="575487"/>
                  </a:lnTo>
                  <a:lnTo>
                    <a:pt x="29718" y="616762"/>
                  </a:lnTo>
                  <a:lnTo>
                    <a:pt x="59855" y="651154"/>
                  </a:lnTo>
                  <a:lnTo>
                    <a:pt x="98069" y="676668"/>
                  </a:lnTo>
                  <a:lnTo>
                    <a:pt x="141655" y="691464"/>
                  </a:lnTo>
                  <a:lnTo>
                    <a:pt x="176060" y="694855"/>
                  </a:lnTo>
                  <a:lnTo>
                    <a:pt x="187591" y="694474"/>
                  </a:lnTo>
                  <a:lnTo>
                    <a:pt x="232727" y="685495"/>
                  </a:lnTo>
                  <a:lnTo>
                    <a:pt x="274015" y="665137"/>
                  </a:lnTo>
                  <a:lnTo>
                    <a:pt x="422770" y="521182"/>
                  </a:lnTo>
                  <a:lnTo>
                    <a:pt x="544791" y="643191"/>
                  </a:lnTo>
                  <a:lnTo>
                    <a:pt x="581304" y="671220"/>
                  </a:lnTo>
                  <a:lnTo>
                    <a:pt x="623836" y="688835"/>
                  </a:lnTo>
                  <a:lnTo>
                    <a:pt x="669467" y="694842"/>
                  </a:lnTo>
                  <a:lnTo>
                    <a:pt x="681012" y="694461"/>
                  </a:lnTo>
                  <a:lnTo>
                    <a:pt x="726160" y="685482"/>
                  </a:lnTo>
                  <a:lnTo>
                    <a:pt x="767435" y="665124"/>
                  </a:lnTo>
                  <a:lnTo>
                    <a:pt x="801827" y="634987"/>
                  </a:lnTo>
                  <a:lnTo>
                    <a:pt x="827341" y="596773"/>
                  </a:lnTo>
                  <a:lnTo>
                    <a:pt x="842137" y="553186"/>
                  </a:lnTo>
                  <a:lnTo>
                    <a:pt x="845146" y="530326"/>
                  </a:lnTo>
                  <a:lnTo>
                    <a:pt x="845527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$PPTXTitle" id="603" name="Google Shape;603;p19"/>
          <p:cNvSpPr txBox="1"/>
          <p:nvPr>
            <p:ph type="title"/>
          </p:nvPr>
        </p:nvSpPr>
        <p:spPr>
          <a:xfrm>
            <a:off x="3732643" y="3791419"/>
            <a:ext cx="11935500" cy="27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0">
            <a:spAutoFit/>
          </a:bodyPr>
          <a:lstStyle/>
          <a:p>
            <a:pPr indent="0" lvl="0" marL="1270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0"/>
              <a:t>Interactividad y ﬁltros en reportes</a:t>
            </a:r>
            <a:endParaRPr sz="8000"/>
          </a:p>
        </p:txBody>
      </p:sp>
      <p:grpSp>
        <p:nvGrpSpPr>
          <p:cNvPr id="604" name="Google Shape;604;p19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605" name="Google Shape;605;p19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19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19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8" name="Google Shape;608;p19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9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610" name="Google Shape;610;p19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611" name="Google Shape;611;p19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0"/>
          <p:cNvSpPr/>
          <p:nvPr/>
        </p:nvSpPr>
        <p:spPr>
          <a:xfrm>
            <a:off x="14147452" y="3337194"/>
            <a:ext cx="3211195" cy="5155565"/>
          </a:xfrm>
          <a:custGeom>
            <a:rect b="b" l="l" r="r" t="t"/>
            <a:pathLst>
              <a:path extrusionOk="0" h="5155565" w="3211194">
                <a:moveTo>
                  <a:pt x="2770644" y="0"/>
                </a:moveTo>
                <a:lnTo>
                  <a:pt x="447675" y="0"/>
                </a:lnTo>
                <a:lnTo>
                  <a:pt x="433031" y="177"/>
                </a:lnTo>
                <a:lnTo>
                  <a:pt x="389229" y="3771"/>
                </a:lnTo>
                <a:lnTo>
                  <a:pt x="346011" y="11633"/>
                </a:lnTo>
                <a:lnTo>
                  <a:pt x="303758" y="23698"/>
                </a:lnTo>
                <a:lnTo>
                  <a:pt x="262890" y="39852"/>
                </a:lnTo>
                <a:lnTo>
                  <a:pt x="223812" y="59931"/>
                </a:lnTo>
                <a:lnTo>
                  <a:pt x="186880" y="83731"/>
                </a:lnTo>
                <a:lnTo>
                  <a:pt x="152463" y="111048"/>
                </a:lnTo>
                <a:lnTo>
                  <a:pt x="120891" y="141605"/>
                </a:lnTo>
                <a:lnTo>
                  <a:pt x="92468" y="175107"/>
                </a:lnTo>
                <a:lnTo>
                  <a:pt x="67462" y="211239"/>
                </a:lnTo>
                <a:lnTo>
                  <a:pt x="46113" y="249643"/>
                </a:lnTo>
                <a:lnTo>
                  <a:pt x="28638" y="289953"/>
                </a:lnTo>
                <a:lnTo>
                  <a:pt x="15201" y="331787"/>
                </a:lnTo>
                <a:lnTo>
                  <a:pt x="5918" y="374738"/>
                </a:lnTo>
                <a:lnTo>
                  <a:pt x="901" y="418388"/>
                </a:lnTo>
                <a:lnTo>
                  <a:pt x="0" y="440347"/>
                </a:lnTo>
                <a:lnTo>
                  <a:pt x="0" y="4707382"/>
                </a:lnTo>
                <a:lnTo>
                  <a:pt x="3771" y="4765840"/>
                </a:lnTo>
                <a:lnTo>
                  <a:pt x="11633" y="4809058"/>
                </a:lnTo>
                <a:lnTo>
                  <a:pt x="23698" y="4851311"/>
                </a:lnTo>
                <a:lnTo>
                  <a:pt x="39852" y="4892179"/>
                </a:lnTo>
                <a:lnTo>
                  <a:pt x="59931" y="4931257"/>
                </a:lnTo>
                <a:lnTo>
                  <a:pt x="83731" y="4968189"/>
                </a:lnTo>
                <a:lnTo>
                  <a:pt x="111048" y="5002606"/>
                </a:lnTo>
                <a:lnTo>
                  <a:pt x="141604" y="5034178"/>
                </a:lnTo>
                <a:lnTo>
                  <a:pt x="175107" y="5062601"/>
                </a:lnTo>
                <a:lnTo>
                  <a:pt x="211239" y="5087607"/>
                </a:lnTo>
                <a:lnTo>
                  <a:pt x="249643" y="5108956"/>
                </a:lnTo>
                <a:lnTo>
                  <a:pt x="289953" y="5126431"/>
                </a:lnTo>
                <a:lnTo>
                  <a:pt x="331787" y="5139867"/>
                </a:lnTo>
                <a:lnTo>
                  <a:pt x="374738" y="5149138"/>
                </a:lnTo>
                <a:lnTo>
                  <a:pt x="418388" y="5154168"/>
                </a:lnTo>
                <a:lnTo>
                  <a:pt x="440347" y="5155057"/>
                </a:lnTo>
                <a:lnTo>
                  <a:pt x="2763329" y="5155057"/>
                </a:lnTo>
                <a:lnTo>
                  <a:pt x="2821762" y="5151297"/>
                </a:lnTo>
                <a:lnTo>
                  <a:pt x="2864993" y="5143436"/>
                </a:lnTo>
                <a:lnTo>
                  <a:pt x="2907245" y="5131371"/>
                </a:lnTo>
                <a:lnTo>
                  <a:pt x="2948114" y="5115217"/>
                </a:lnTo>
                <a:lnTo>
                  <a:pt x="2987192" y="5095151"/>
                </a:lnTo>
                <a:lnTo>
                  <a:pt x="3024124" y="5071325"/>
                </a:lnTo>
                <a:lnTo>
                  <a:pt x="3058528" y="5044020"/>
                </a:lnTo>
                <a:lnTo>
                  <a:pt x="3090113" y="5013464"/>
                </a:lnTo>
                <a:lnTo>
                  <a:pt x="3118535" y="4979949"/>
                </a:lnTo>
                <a:lnTo>
                  <a:pt x="3143542" y="4943830"/>
                </a:lnTo>
                <a:lnTo>
                  <a:pt x="3164878" y="4905425"/>
                </a:lnTo>
                <a:lnTo>
                  <a:pt x="3182366" y="4865103"/>
                </a:lnTo>
                <a:lnTo>
                  <a:pt x="3195802" y="4823282"/>
                </a:lnTo>
                <a:lnTo>
                  <a:pt x="3205086" y="4780330"/>
                </a:lnTo>
                <a:lnTo>
                  <a:pt x="3210102" y="4736680"/>
                </a:lnTo>
                <a:lnTo>
                  <a:pt x="3211004" y="4714709"/>
                </a:lnTo>
                <a:lnTo>
                  <a:pt x="3211004" y="447675"/>
                </a:lnTo>
                <a:lnTo>
                  <a:pt x="3207219" y="389229"/>
                </a:lnTo>
                <a:lnTo>
                  <a:pt x="3199358" y="346011"/>
                </a:lnTo>
                <a:lnTo>
                  <a:pt x="3187293" y="303758"/>
                </a:lnTo>
                <a:lnTo>
                  <a:pt x="3171151" y="262890"/>
                </a:lnTo>
                <a:lnTo>
                  <a:pt x="3151073" y="223812"/>
                </a:lnTo>
                <a:lnTo>
                  <a:pt x="3127260" y="186880"/>
                </a:lnTo>
                <a:lnTo>
                  <a:pt x="3099943" y="152463"/>
                </a:lnTo>
                <a:lnTo>
                  <a:pt x="3069399" y="120891"/>
                </a:lnTo>
                <a:lnTo>
                  <a:pt x="3035884" y="92468"/>
                </a:lnTo>
                <a:lnTo>
                  <a:pt x="2999752" y="67462"/>
                </a:lnTo>
                <a:lnTo>
                  <a:pt x="2961347" y="46113"/>
                </a:lnTo>
                <a:lnTo>
                  <a:pt x="2921038" y="28638"/>
                </a:lnTo>
                <a:lnTo>
                  <a:pt x="2879204" y="15201"/>
                </a:lnTo>
                <a:lnTo>
                  <a:pt x="2836252" y="5918"/>
                </a:lnTo>
                <a:lnTo>
                  <a:pt x="2792603" y="901"/>
                </a:lnTo>
                <a:lnTo>
                  <a:pt x="2770644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0"/>
          <p:cNvSpPr/>
          <p:nvPr/>
        </p:nvSpPr>
        <p:spPr>
          <a:xfrm>
            <a:off x="10456068" y="3337194"/>
            <a:ext cx="3211195" cy="5155565"/>
          </a:xfrm>
          <a:custGeom>
            <a:rect b="b" l="l" r="r" t="t"/>
            <a:pathLst>
              <a:path extrusionOk="0" h="5155565" w="3211194">
                <a:moveTo>
                  <a:pt x="2770657" y="0"/>
                </a:moveTo>
                <a:lnTo>
                  <a:pt x="447675" y="0"/>
                </a:lnTo>
                <a:lnTo>
                  <a:pt x="433031" y="177"/>
                </a:lnTo>
                <a:lnTo>
                  <a:pt x="389229" y="3771"/>
                </a:lnTo>
                <a:lnTo>
                  <a:pt x="346011" y="11633"/>
                </a:lnTo>
                <a:lnTo>
                  <a:pt x="303758" y="23698"/>
                </a:lnTo>
                <a:lnTo>
                  <a:pt x="262890" y="39852"/>
                </a:lnTo>
                <a:lnTo>
                  <a:pt x="223812" y="59931"/>
                </a:lnTo>
                <a:lnTo>
                  <a:pt x="186880" y="83731"/>
                </a:lnTo>
                <a:lnTo>
                  <a:pt x="152463" y="111048"/>
                </a:lnTo>
                <a:lnTo>
                  <a:pt x="120891" y="141605"/>
                </a:lnTo>
                <a:lnTo>
                  <a:pt x="92468" y="175107"/>
                </a:lnTo>
                <a:lnTo>
                  <a:pt x="67462" y="211239"/>
                </a:lnTo>
                <a:lnTo>
                  <a:pt x="46113" y="249643"/>
                </a:lnTo>
                <a:lnTo>
                  <a:pt x="28638" y="289953"/>
                </a:lnTo>
                <a:lnTo>
                  <a:pt x="15201" y="331787"/>
                </a:lnTo>
                <a:lnTo>
                  <a:pt x="5918" y="374738"/>
                </a:lnTo>
                <a:lnTo>
                  <a:pt x="901" y="418388"/>
                </a:lnTo>
                <a:lnTo>
                  <a:pt x="0" y="440347"/>
                </a:lnTo>
                <a:lnTo>
                  <a:pt x="0" y="4707382"/>
                </a:lnTo>
                <a:lnTo>
                  <a:pt x="3771" y="4765840"/>
                </a:lnTo>
                <a:lnTo>
                  <a:pt x="11633" y="4809058"/>
                </a:lnTo>
                <a:lnTo>
                  <a:pt x="23698" y="4851311"/>
                </a:lnTo>
                <a:lnTo>
                  <a:pt x="39852" y="4892179"/>
                </a:lnTo>
                <a:lnTo>
                  <a:pt x="59931" y="4931257"/>
                </a:lnTo>
                <a:lnTo>
                  <a:pt x="83731" y="4968189"/>
                </a:lnTo>
                <a:lnTo>
                  <a:pt x="111048" y="5002606"/>
                </a:lnTo>
                <a:lnTo>
                  <a:pt x="141604" y="5034178"/>
                </a:lnTo>
                <a:lnTo>
                  <a:pt x="175107" y="5062601"/>
                </a:lnTo>
                <a:lnTo>
                  <a:pt x="211239" y="5087607"/>
                </a:lnTo>
                <a:lnTo>
                  <a:pt x="249643" y="5108956"/>
                </a:lnTo>
                <a:lnTo>
                  <a:pt x="289953" y="5126431"/>
                </a:lnTo>
                <a:lnTo>
                  <a:pt x="331787" y="5139867"/>
                </a:lnTo>
                <a:lnTo>
                  <a:pt x="374738" y="5149138"/>
                </a:lnTo>
                <a:lnTo>
                  <a:pt x="418388" y="5154168"/>
                </a:lnTo>
                <a:lnTo>
                  <a:pt x="440347" y="5155057"/>
                </a:lnTo>
                <a:lnTo>
                  <a:pt x="2763329" y="5155057"/>
                </a:lnTo>
                <a:lnTo>
                  <a:pt x="2821762" y="5151297"/>
                </a:lnTo>
                <a:lnTo>
                  <a:pt x="2864993" y="5143436"/>
                </a:lnTo>
                <a:lnTo>
                  <a:pt x="2907245" y="5131371"/>
                </a:lnTo>
                <a:lnTo>
                  <a:pt x="2948114" y="5115217"/>
                </a:lnTo>
                <a:lnTo>
                  <a:pt x="2987192" y="5095151"/>
                </a:lnTo>
                <a:lnTo>
                  <a:pt x="3024124" y="5071325"/>
                </a:lnTo>
                <a:lnTo>
                  <a:pt x="3058528" y="5044020"/>
                </a:lnTo>
                <a:lnTo>
                  <a:pt x="3090113" y="5013464"/>
                </a:lnTo>
                <a:lnTo>
                  <a:pt x="3118535" y="4979949"/>
                </a:lnTo>
                <a:lnTo>
                  <a:pt x="3143542" y="4943830"/>
                </a:lnTo>
                <a:lnTo>
                  <a:pt x="3164878" y="4905425"/>
                </a:lnTo>
                <a:lnTo>
                  <a:pt x="3182366" y="4865103"/>
                </a:lnTo>
                <a:lnTo>
                  <a:pt x="3195802" y="4823282"/>
                </a:lnTo>
                <a:lnTo>
                  <a:pt x="3205086" y="4780330"/>
                </a:lnTo>
                <a:lnTo>
                  <a:pt x="3210102" y="4736680"/>
                </a:lnTo>
                <a:lnTo>
                  <a:pt x="3211004" y="4714709"/>
                </a:lnTo>
                <a:lnTo>
                  <a:pt x="3211004" y="447675"/>
                </a:lnTo>
                <a:lnTo>
                  <a:pt x="3207219" y="389229"/>
                </a:lnTo>
                <a:lnTo>
                  <a:pt x="3199358" y="346011"/>
                </a:lnTo>
                <a:lnTo>
                  <a:pt x="3187293" y="303758"/>
                </a:lnTo>
                <a:lnTo>
                  <a:pt x="3171151" y="262890"/>
                </a:lnTo>
                <a:lnTo>
                  <a:pt x="3151073" y="223812"/>
                </a:lnTo>
                <a:lnTo>
                  <a:pt x="3127260" y="186880"/>
                </a:lnTo>
                <a:lnTo>
                  <a:pt x="3099943" y="152463"/>
                </a:lnTo>
                <a:lnTo>
                  <a:pt x="3069399" y="120891"/>
                </a:lnTo>
                <a:lnTo>
                  <a:pt x="3035884" y="92468"/>
                </a:lnTo>
                <a:lnTo>
                  <a:pt x="2999765" y="67462"/>
                </a:lnTo>
                <a:lnTo>
                  <a:pt x="2961347" y="46113"/>
                </a:lnTo>
                <a:lnTo>
                  <a:pt x="2921038" y="28638"/>
                </a:lnTo>
                <a:lnTo>
                  <a:pt x="2879204" y="15201"/>
                </a:lnTo>
                <a:lnTo>
                  <a:pt x="2836252" y="5918"/>
                </a:lnTo>
                <a:lnTo>
                  <a:pt x="2792603" y="901"/>
                </a:lnTo>
                <a:lnTo>
                  <a:pt x="2770657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0"/>
          <p:cNvSpPr/>
          <p:nvPr/>
        </p:nvSpPr>
        <p:spPr>
          <a:xfrm>
            <a:off x="6764683" y="3337194"/>
            <a:ext cx="3211195" cy="5155565"/>
          </a:xfrm>
          <a:custGeom>
            <a:rect b="b" l="l" r="r" t="t"/>
            <a:pathLst>
              <a:path extrusionOk="0" h="5155565" w="3211195">
                <a:moveTo>
                  <a:pt x="2770657" y="0"/>
                </a:moveTo>
                <a:lnTo>
                  <a:pt x="447675" y="0"/>
                </a:lnTo>
                <a:lnTo>
                  <a:pt x="433031" y="177"/>
                </a:lnTo>
                <a:lnTo>
                  <a:pt x="389229" y="3771"/>
                </a:lnTo>
                <a:lnTo>
                  <a:pt x="346011" y="11633"/>
                </a:lnTo>
                <a:lnTo>
                  <a:pt x="303758" y="23698"/>
                </a:lnTo>
                <a:lnTo>
                  <a:pt x="262890" y="39852"/>
                </a:lnTo>
                <a:lnTo>
                  <a:pt x="223812" y="59931"/>
                </a:lnTo>
                <a:lnTo>
                  <a:pt x="186880" y="83731"/>
                </a:lnTo>
                <a:lnTo>
                  <a:pt x="152463" y="111048"/>
                </a:lnTo>
                <a:lnTo>
                  <a:pt x="120891" y="141605"/>
                </a:lnTo>
                <a:lnTo>
                  <a:pt x="92468" y="175107"/>
                </a:lnTo>
                <a:lnTo>
                  <a:pt x="67462" y="211239"/>
                </a:lnTo>
                <a:lnTo>
                  <a:pt x="46113" y="249643"/>
                </a:lnTo>
                <a:lnTo>
                  <a:pt x="28638" y="289953"/>
                </a:lnTo>
                <a:lnTo>
                  <a:pt x="15201" y="331787"/>
                </a:lnTo>
                <a:lnTo>
                  <a:pt x="5918" y="374738"/>
                </a:lnTo>
                <a:lnTo>
                  <a:pt x="901" y="418388"/>
                </a:lnTo>
                <a:lnTo>
                  <a:pt x="0" y="440347"/>
                </a:lnTo>
                <a:lnTo>
                  <a:pt x="0" y="4707382"/>
                </a:lnTo>
                <a:lnTo>
                  <a:pt x="3771" y="4765840"/>
                </a:lnTo>
                <a:lnTo>
                  <a:pt x="11633" y="4809058"/>
                </a:lnTo>
                <a:lnTo>
                  <a:pt x="23698" y="4851311"/>
                </a:lnTo>
                <a:lnTo>
                  <a:pt x="39852" y="4892179"/>
                </a:lnTo>
                <a:lnTo>
                  <a:pt x="59931" y="4931257"/>
                </a:lnTo>
                <a:lnTo>
                  <a:pt x="83731" y="4968189"/>
                </a:lnTo>
                <a:lnTo>
                  <a:pt x="111048" y="5002606"/>
                </a:lnTo>
                <a:lnTo>
                  <a:pt x="141604" y="5034178"/>
                </a:lnTo>
                <a:lnTo>
                  <a:pt x="175107" y="5062601"/>
                </a:lnTo>
                <a:lnTo>
                  <a:pt x="211239" y="5087607"/>
                </a:lnTo>
                <a:lnTo>
                  <a:pt x="249643" y="5108956"/>
                </a:lnTo>
                <a:lnTo>
                  <a:pt x="289953" y="5126431"/>
                </a:lnTo>
                <a:lnTo>
                  <a:pt x="331787" y="5139867"/>
                </a:lnTo>
                <a:lnTo>
                  <a:pt x="374738" y="5149138"/>
                </a:lnTo>
                <a:lnTo>
                  <a:pt x="418388" y="5154168"/>
                </a:lnTo>
                <a:lnTo>
                  <a:pt x="440347" y="5155057"/>
                </a:lnTo>
                <a:lnTo>
                  <a:pt x="2763329" y="5155057"/>
                </a:lnTo>
                <a:lnTo>
                  <a:pt x="2821762" y="5151297"/>
                </a:lnTo>
                <a:lnTo>
                  <a:pt x="2864993" y="5143436"/>
                </a:lnTo>
                <a:lnTo>
                  <a:pt x="2907245" y="5131371"/>
                </a:lnTo>
                <a:lnTo>
                  <a:pt x="2948114" y="5115217"/>
                </a:lnTo>
                <a:lnTo>
                  <a:pt x="2987192" y="5095151"/>
                </a:lnTo>
                <a:lnTo>
                  <a:pt x="3024124" y="5071325"/>
                </a:lnTo>
                <a:lnTo>
                  <a:pt x="3058528" y="5044020"/>
                </a:lnTo>
                <a:lnTo>
                  <a:pt x="3090113" y="5013464"/>
                </a:lnTo>
                <a:lnTo>
                  <a:pt x="3118535" y="4979949"/>
                </a:lnTo>
                <a:lnTo>
                  <a:pt x="3143542" y="4943830"/>
                </a:lnTo>
                <a:lnTo>
                  <a:pt x="3164878" y="4905425"/>
                </a:lnTo>
                <a:lnTo>
                  <a:pt x="3182366" y="4865103"/>
                </a:lnTo>
                <a:lnTo>
                  <a:pt x="3195802" y="4823282"/>
                </a:lnTo>
                <a:lnTo>
                  <a:pt x="3205086" y="4780330"/>
                </a:lnTo>
                <a:lnTo>
                  <a:pt x="3210102" y="4736680"/>
                </a:lnTo>
                <a:lnTo>
                  <a:pt x="3211004" y="4714709"/>
                </a:lnTo>
                <a:lnTo>
                  <a:pt x="3211004" y="447675"/>
                </a:lnTo>
                <a:lnTo>
                  <a:pt x="3207219" y="389229"/>
                </a:lnTo>
                <a:lnTo>
                  <a:pt x="3199358" y="346011"/>
                </a:lnTo>
                <a:lnTo>
                  <a:pt x="3187293" y="303758"/>
                </a:lnTo>
                <a:lnTo>
                  <a:pt x="3171151" y="262890"/>
                </a:lnTo>
                <a:lnTo>
                  <a:pt x="3151073" y="223812"/>
                </a:lnTo>
                <a:lnTo>
                  <a:pt x="3127260" y="186880"/>
                </a:lnTo>
                <a:lnTo>
                  <a:pt x="3099943" y="152463"/>
                </a:lnTo>
                <a:lnTo>
                  <a:pt x="3069399" y="120891"/>
                </a:lnTo>
                <a:lnTo>
                  <a:pt x="3035884" y="92468"/>
                </a:lnTo>
                <a:lnTo>
                  <a:pt x="2999765" y="67462"/>
                </a:lnTo>
                <a:lnTo>
                  <a:pt x="2961347" y="46113"/>
                </a:lnTo>
                <a:lnTo>
                  <a:pt x="2921038" y="28638"/>
                </a:lnTo>
                <a:lnTo>
                  <a:pt x="2879204" y="15201"/>
                </a:lnTo>
                <a:lnTo>
                  <a:pt x="2836252" y="5918"/>
                </a:lnTo>
                <a:lnTo>
                  <a:pt x="2792603" y="901"/>
                </a:lnTo>
                <a:lnTo>
                  <a:pt x="2770657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0"/>
          <p:cNvSpPr/>
          <p:nvPr/>
        </p:nvSpPr>
        <p:spPr>
          <a:xfrm>
            <a:off x="3073300" y="3337194"/>
            <a:ext cx="3211195" cy="5155565"/>
          </a:xfrm>
          <a:custGeom>
            <a:rect b="b" l="l" r="r" t="t"/>
            <a:pathLst>
              <a:path extrusionOk="0" h="5155565" w="3211195">
                <a:moveTo>
                  <a:pt x="2770657" y="0"/>
                </a:moveTo>
                <a:lnTo>
                  <a:pt x="447675" y="0"/>
                </a:lnTo>
                <a:lnTo>
                  <a:pt x="433031" y="177"/>
                </a:lnTo>
                <a:lnTo>
                  <a:pt x="389229" y="3771"/>
                </a:lnTo>
                <a:lnTo>
                  <a:pt x="346011" y="11633"/>
                </a:lnTo>
                <a:lnTo>
                  <a:pt x="303758" y="23698"/>
                </a:lnTo>
                <a:lnTo>
                  <a:pt x="262890" y="39852"/>
                </a:lnTo>
                <a:lnTo>
                  <a:pt x="223812" y="59931"/>
                </a:lnTo>
                <a:lnTo>
                  <a:pt x="186880" y="83731"/>
                </a:lnTo>
                <a:lnTo>
                  <a:pt x="152463" y="111048"/>
                </a:lnTo>
                <a:lnTo>
                  <a:pt x="120891" y="141605"/>
                </a:lnTo>
                <a:lnTo>
                  <a:pt x="92468" y="175107"/>
                </a:lnTo>
                <a:lnTo>
                  <a:pt x="67462" y="211239"/>
                </a:lnTo>
                <a:lnTo>
                  <a:pt x="46113" y="249643"/>
                </a:lnTo>
                <a:lnTo>
                  <a:pt x="28638" y="289953"/>
                </a:lnTo>
                <a:lnTo>
                  <a:pt x="15201" y="331787"/>
                </a:lnTo>
                <a:lnTo>
                  <a:pt x="5918" y="374738"/>
                </a:lnTo>
                <a:lnTo>
                  <a:pt x="901" y="418388"/>
                </a:lnTo>
                <a:lnTo>
                  <a:pt x="0" y="440347"/>
                </a:lnTo>
                <a:lnTo>
                  <a:pt x="0" y="4707382"/>
                </a:lnTo>
                <a:lnTo>
                  <a:pt x="3771" y="4765840"/>
                </a:lnTo>
                <a:lnTo>
                  <a:pt x="11633" y="4809058"/>
                </a:lnTo>
                <a:lnTo>
                  <a:pt x="23698" y="4851311"/>
                </a:lnTo>
                <a:lnTo>
                  <a:pt x="39852" y="4892179"/>
                </a:lnTo>
                <a:lnTo>
                  <a:pt x="59918" y="4931257"/>
                </a:lnTo>
                <a:lnTo>
                  <a:pt x="83731" y="4968189"/>
                </a:lnTo>
                <a:lnTo>
                  <a:pt x="111048" y="5002606"/>
                </a:lnTo>
                <a:lnTo>
                  <a:pt x="141604" y="5034178"/>
                </a:lnTo>
                <a:lnTo>
                  <a:pt x="175107" y="5062601"/>
                </a:lnTo>
                <a:lnTo>
                  <a:pt x="211239" y="5087607"/>
                </a:lnTo>
                <a:lnTo>
                  <a:pt x="249643" y="5108956"/>
                </a:lnTo>
                <a:lnTo>
                  <a:pt x="289953" y="5126431"/>
                </a:lnTo>
                <a:lnTo>
                  <a:pt x="331787" y="5139867"/>
                </a:lnTo>
                <a:lnTo>
                  <a:pt x="374738" y="5149138"/>
                </a:lnTo>
                <a:lnTo>
                  <a:pt x="418388" y="5154168"/>
                </a:lnTo>
                <a:lnTo>
                  <a:pt x="440347" y="5155057"/>
                </a:lnTo>
                <a:lnTo>
                  <a:pt x="2763329" y="5155057"/>
                </a:lnTo>
                <a:lnTo>
                  <a:pt x="2821762" y="5151297"/>
                </a:lnTo>
                <a:lnTo>
                  <a:pt x="2864993" y="5143436"/>
                </a:lnTo>
                <a:lnTo>
                  <a:pt x="2907245" y="5131371"/>
                </a:lnTo>
                <a:lnTo>
                  <a:pt x="2948101" y="5115217"/>
                </a:lnTo>
                <a:lnTo>
                  <a:pt x="2987192" y="5095151"/>
                </a:lnTo>
                <a:lnTo>
                  <a:pt x="3024124" y="5071325"/>
                </a:lnTo>
                <a:lnTo>
                  <a:pt x="3058528" y="5044020"/>
                </a:lnTo>
                <a:lnTo>
                  <a:pt x="3090113" y="5013464"/>
                </a:lnTo>
                <a:lnTo>
                  <a:pt x="3118535" y="4979949"/>
                </a:lnTo>
                <a:lnTo>
                  <a:pt x="3143542" y="4943830"/>
                </a:lnTo>
                <a:lnTo>
                  <a:pt x="3164878" y="4905425"/>
                </a:lnTo>
                <a:lnTo>
                  <a:pt x="3182366" y="4865103"/>
                </a:lnTo>
                <a:lnTo>
                  <a:pt x="3195802" y="4823282"/>
                </a:lnTo>
                <a:lnTo>
                  <a:pt x="3205073" y="4780330"/>
                </a:lnTo>
                <a:lnTo>
                  <a:pt x="3210102" y="4736680"/>
                </a:lnTo>
                <a:lnTo>
                  <a:pt x="3211004" y="4714709"/>
                </a:lnTo>
                <a:lnTo>
                  <a:pt x="3211004" y="447675"/>
                </a:lnTo>
                <a:lnTo>
                  <a:pt x="3207232" y="389229"/>
                </a:lnTo>
                <a:lnTo>
                  <a:pt x="3199358" y="346011"/>
                </a:lnTo>
                <a:lnTo>
                  <a:pt x="3187293" y="303758"/>
                </a:lnTo>
                <a:lnTo>
                  <a:pt x="3171151" y="262890"/>
                </a:lnTo>
                <a:lnTo>
                  <a:pt x="3151073" y="223812"/>
                </a:lnTo>
                <a:lnTo>
                  <a:pt x="3127260" y="186880"/>
                </a:lnTo>
                <a:lnTo>
                  <a:pt x="3099943" y="152463"/>
                </a:lnTo>
                <a:lnTo>
                  <a:pt x="3069399" y="120891"/>
                </a:lnTo>
                <a:lnTo>
                  <a:pt x="3035884" y="92468"/>
                </a:lnTo>
                <a:lnTo>
                  <a:pt x="2999765" y="67462"/>
                </a:lnTo>
                <a:lnTo>
                  <a:pt x="2961347" y="46113"/>
                </a:lnTo>
                <a:lnTo>
                  <a:pt x="2921038" y="28638"/>
                </a:lnTo>
                <a:lnTo>
                  <a:pt x="2879204" y="15201"/>
                </a:lnTo>
                <a:lnTo>
                  <a:pt x="2836252" y="5918"/>
                </a:lnTo>
                <a:lnTo>
                  <a:pt x="2792603" y="901"/>
                </a:lnTo>
                <a:lnTo>
                  <a:pt x="2770657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0"/>
          <p:cNvSpPr/>
          <p:nvPr/>
        </p:nvSpPr>
        <p:spPr>
          <a:xfrm>
            <a:off x="14147480" y="3480156"/>
            <a:ext cx="1235710" cy="1040130"/>
          </a:xfrm>
          <a:custGeom>
            <a:rect b="b" l="l" r="r" t="t"/>
            <a:pathLst>
              <a:path extrusionOk="0" h="1040129" w="1235709">
                <a:moveTo>
                  <a:pt x="760387" y="0"/>
                </a:moveTo>
                <a:lnTo>
                  <a:pt x="0" y="0"/>
                </a:lnTo>
                <a:lnTo>
                  <a:pt x="0" y="1039558"/>
                </a:lnTo>
                <a:lnTo>
                  <a:pt x="760387" y="1039558"/>
                </a:lnTo>
                <a:lnTo>
                  <a:pt x="791455" y="1038539"/>
                </a:lnTo>
                <a:lnTo>
                  <a:pt x="852991" y="1030434"/>
                </a:lnTo>
                <a:lnTo>
                  <a:pt x="913000" y="1014352"/>
                </a:lnTo>
                <a:lnTo>
                  <a:pt x="970338" y="990604"/>
                </a:lnTo>
                <a:lnTo>
                  <a:pt x="1024144" y="959538"/>
                </a:lnTo>
                <a:lnTo>
                  <a:pt x="1073386" y="921753"/>
                </a:lnTo>
                <a:lnTo>
                  <a:pt x="1117320" y="877821"/>
                </a:lnTo>
                <a:lnTo>
                  <a:pt x="1155100" y="828588"/>
                </a:lnTo>
                <a:lnTo>
                  <a:pt x="1186161" y="774783"/>
                </a:lnTo>
                <a:lnTo>
                  <a:pt x="1209912" y="717445"/>
                </a:lnTo>
                <a:lnTo>
                  <a:pt x="1225994" y="656727"/>
                </a:lnTo>
                <a:lnTo>
                  <a:pt x="1234095" y="576889"/>
                </a:lnTo>
                <a:lnTo>
                  <a:pt x="1235113" y="519772"/>
                </a:lnTo>
                <a:lnTo>
                  <a:pt x="1234095" y="462656"/>
                </a:lnTo>
                <a:lnTo>
                  <a:pt x="1231052" y="418380"/>
                </a:lnTo>
                <a:lnTo>
                  <a:pt x="1218933" y="351840"/>
                </a:lnTo>
                <a:lnTo>
                  <a:pt x="1198975" y="293042"/>
                </a:lnTo>
                <a:lnTo>
                  <a:pt x="1171511" y="237350"/>
                </a:lnTo>
                <a:lnTo>
                  <a:pt x="1137016" y="185723"/>
                </a:lnTo>
                <a:lnTo>
                  <a:pt x="1096073" y="139039"/>
                </a:lnTo>
                <a:lnTo>
                  <a:pt x="1049383" y="98094"/>
                </a:lnTo>
                <a:lnTo>
                  <a:pt x="997750" y="63588"/>
                </a:lnTo>
                <a:lnTo>
                  <a:pt x="942057" y="36129"/>
                </a:lnTo>
                <a:lnTo>
                  <a:pt x="883259" y="16167"/>
                </a:lnTo>
                <a:lnTo>
                  <a:pt x="822356" y="4059"/>
                </a:lnTo>
                <a:lnTo>
                  <a:pt x="760387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0"/>
          <p:cNvSpPr/>
          <p:nvPr/>
        </p:nvSpPr>
        <p:spPr>
          <a:xfrm>
            <a:off x="10456096" y="3480156"/>
            <a:ext cx="1235710" cy="1040130"/>
          </a:xfrm>
          <a:custGeom>
            <a:rect b="b" l="l" r="r" t="t"/>
            <a:pathLst>
              <a:path extrusionOk="0" h="1040129" w="1235709">
                <a:moveTo>
                  <a:pt x="760387" y="0"/>
                </a:moveTo>
                <a:lnTo>
                  <a:pt x="0" y="0"/>
                </a:lnTo>
                <a:lnTo>
                  <a:pt x="0" y="1039558"/>
                </a:lnTo>
                <a:lnTo>
                  <a:pt x="760387" y="1039558"/>
                </a:lnTo>
                <a:lnTo>
                  <a:pt x="791455" y="1038539"/>
                </a:lnTo>
                <a:lnTo>
                  <a:pt x="852991" y="1030434"/>
                </a:lnTo>
                <a:lnTo>
                  <a:pt x="913000" y="1014352"/>
                </a:lnTo>
                <a:lnTo>
                  <a:pt x="970338" y="990604"/>
                </a:lnTo>
                <a:lnTo>
                  <a:pt x="1024144" y="959538"/>
                </a:lnTo>
                <a:lnTo>
                  <a:pt x="1073386" y="921753"/>
                </a:lnTo>
                <a:lnTo>
                  <a:pt x="1117320" y="877821"/>
                </a:lnTo>
                <a:lnTo>
                  <a:pt x="1155100" y="828588"/>
                </a:lnTo>
                <a:lnTo>
                  <a:pt x="1186161" y="774783"/>
                </a:lnTo>
                <a:lnTo>
                  <a:pt x="1209912" y="717445"/>
                </a:lnTo>
                <a:lnTo>
                  <a:pt x="1225994" y="656727"/>
                </a:lnTo>
                <a:lnTo>
                  <a:pt x="1234095" y="576889"/>
                </a:lnTo>
                <a:lnTo>
                  <a:pt x="1235113" y="519772"/>
                </a:lnTo>
                <a:lnTo>
                  <a:pt x="1234095" y="462656"/>
                </a:lnTo>
                <a:lnTo>
                  <a:pt x="1231052" y="418380"/>
                </a:lnTo>
                <a:lnTo>
                  <a:pt x="1218933" y="351840"/>
                </a:lnTo>
                <a:lnTo>
                  <a:pt x="1198975" y="293042"/>
                </a:lnTo>
                <a:lnTo>
                  <a:pt x="1171511" y="237350"/>
                </a:lnTo>
                <a:lnTo>
                  <a:pt x="1137016" y="185723"/>
                </a:lnTo>
                <a:lnTo>
                  <a:pt x="1096073" y="139039"/>
                </a:lnTo>
                <a:lnTo>
                  <a:pt x="1049383" y="98094"/>
                </a:lnTo>
                <a:lnTo>
                  <a:pt x="997750" y="63588"/>
                </a:lnTo>
                <a:lnTo>
                  <a:pt x="942057" y="36129"/>
                </a:lnTo>
                <a:lnTo>
                  <a:pt x="883259" y="16167"/>
                </a:lnTo>
                <a:lnTo>
                  <a:pt x="822356" y="4059"/>
                </a:lnTo>
                <a:lnTo>
                  <a:pt x="760387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0"/>
          <p:cNvSpPr/>
          <p:nvPr/>
        </p:nvSpPr>
        <p:spPr>
          <a:xfrm>
            <a:off x="6764713" y="3480156"/>
            <a:ext cx="1235710" cy="1040130"/>
          </a:xfrm>
          <a:custGeom>
            <a:rect b="b" l="l" r="r" t="t"/>
            <a:pathLst>
              <a:path extrusionOk="0" h="1040129" w="1235709">
                <a:moveTo>
                  <a:pt x="760387" y="0"/>
                </a:moveTo>
                <a:lnTo>
                  <a:pt x="0" y="0"/>
                </a:lnTo>
                <a:lnTo>
                  <a:pt x="0" y="1039558"/>
                </a:lnTo>
                <a:lnTo>
                  <a:pt x="760387" y="1039558"/>
                </a:lnTo>
                <a:lnTo>
                  <a:pt x="791455" y="1038539"/>
                </a:lnTo>
                <a:lnTo>
                  <a:pt x="852991" y="1030434"/>
                </a:lnTo>
                <a:lnTo>
                  <a:pt x="913000" y="1014352"/>
                </a:lnTo>
                <a:lnTo>
                  <a:pt x="970338" y="990604"/>
                </a:lnTo>
                <a:lnTo>
                  <a:pt x="1024144" y="959538"/>
                </a:lnTo>
                <a:lnTo>
                  <a:pt x="1073386" y="921753"/>
                </a:lnTo>
                <a:lnTo>
                  <a:pt x="1117320" y="877821"/>
                </a:lnTo>
                <a:lnTo>
                  <a:pt x="1155100" y="828588"/>
                </a:lnTo>
                <a:lnTo>
                  <a:pt x="1186161" y="774783"/>
                </a:lnTo>
                <a:lnTo>
                  <a:pt x="1209912" y="717445"/>
                </a:lnTo>
                <a:lnTo>
                  <a:pt x="1225994" y="656727"/>
                </a:lnTo>
                <a:lnTo>
                  <a:pt x="1234095" y="576889"/>
                </a:lnTo>
                <a:lnTo>
                  <a:pt x="1235113" y="519772"/>
                </a:lnTo>
                <a:lnTo>
                  <a:pt x="1234095" y="462656"/>
                </a:lnTo>
                <a:lnTo>
                  <a:pt x="1231052" y="418380"/>
                </a:lnTo>
                <a:lnTo>
                  <a:pt x="1218933" y="351840"/>
                </a:lnTo>
                <a:lnTo>
                  <a:pt x="1198975" y="293042"/>
                </a:lnTo>
                <a:lnTo>
                  <a:pt x="1171511" y="237350"/>
                </a:lnTo>
                <a:lnTo>
                  <a:pt x="1137016" y="185723"/>
                </a:lnTo>
                <a:lnTo>
                  <a:pt x="1096073" y="139039"/>
                </a:lnTo>
                <a:lnTo>
                  <a:pt x="1049383" y="98094"/>
                </a:lnTo>
                <a:lnTo>
                  <a:pt x="997750" y="63588"/>
                </a:lnTo>
                <a:lnTo>
                  <a:pt x="942057" y="36129"/>
                </a:lnTo>
                <a:lnTo>
                  <a:pt x="883259" y="16167"/>
                </a:lnTo>
                <a:lnTo>
                  <a:pt x="822356" y="4059"/>
                </a:lnTo>
                <a:lnTo>
                  <a:pt x="760387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0"/>
          <p:cNvSpPr/>
          <p:nvPr/>
        </p:nvSpPr>
        <p:spPr>
          <a:xfrm>
            <a:off x="3073317" y="3480156"/>
            <a:ext cx="1235710" cy="1040130"/>
          </a:xfrm>
          <a:custGeom>
            <a:rect b="b" l="l" r="r" t="t"/>
            <a:pathLst>
              <a:path extrusionOk="0" h="1040129" w="1235710">
                <a:moveTo>
                  <a:pt x="760399" y="0"/>
                </a:moveTo>
                <a:lnTo>
                  <a:pt x="0" y="0"/>
                </a:lnTo>
                <a:lnTo>
                  <a:pt x="0" y="1039558"/>
                </a:lnTo>
                <a:lnTo>
                  <a:pt x="760399" y="1039558"/>
                </a:lnTo>
                <a:lnTo>
                  <a:pt x="791467" y="1038539"/>
                </a:lnTo>
                <a:lnTo>
                  <a:pt x="853004" y="1030434"/>
                </a:lnTo>
                <a:lnTo>
                  <a:pt x="913012" y="1014352"/>
                </a:lnTo>
                <a:lnTo>
                  <a:pt x="970351" y="990604"/>
                </a:lnTo>
                <a:lnTo>
                  <a:pt x="1024157" y="959538"/>
                </a:lnTo>
                <a:lnTo>
                  <a:pt x="1073399" y="921753"/>
                </a:lnTo>
                <a:lnTo>
                  <a:pt x="1117333" y="877821"/>
                </a:lnTo>
                <a:lnTo>
                  <a:pt x="1155113" y="828588"/>
                </a:lnTo>
                <a:lnTo>
                  <a:pt x="1186174" y="774783"/>
                </a:lnTo>
                <a:lnTo>
                  <a:pt x="1209925" y="717445"/>
                </a:lnTo>
                <a:lnTo>
                  <a:pt x="1226006" y="656727"/>
                </a:lnTo>
                <a:lnTo>
                  <a:pt x="1234108" y="576889"/>
                </a:lnTo>
                <a:lnTo>
                  <a:pt x="1235125" y="519772"/>
                </a:lnTo>
                <a:lnTo>
                  <a:pt x="1234108" y="462656"/>
                </a:lnTo>
                <a:lnTo>
                  <a:pt x="1231064" y="418380"/>
                </a:lnTo>
                <a:lnTo>
                  <a:pt x="1218946" y="351840"/>
                </a:lnTo>
                <a:lnTo>
                  <a:pt x="1198987" y="293042"/>
                </a:lnTo>
                <a:lnTo>
                  <a:pt x="1171524" y="237350"/>
                </a:lnTo>
                <a:lnTo>
                  <a:pt x="1137029" y="185723"/>
                </a:lnTo>
                <a:lnTo>
                  <a:pt x="1096086" y="139039"/>
                </a:lnTo>
                <a:lnTo>
                  <a:pt x="1049396" y="98094"/>
                </a:lnTo>
                <a:lnTo>
                  <a:pt x="997762" y="63588"/>
                </a:lnTo>
                <a:lnTo>
                  <a:pt x="942070" y="36129"/>
                </a:lnTo>
                <a:lnTo>
                  <a:pt x="883272" y="16167"/>
                </a:lnTo>
                <a:lnTo>
                  <a:pt x="822369" y="4059"/>
                </a:lnTo>
                <a:lnTo>
                  <a:pt x="760399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4" name="Google Shape;624;p20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625" name="Google Shape;625;p20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0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20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$PPTXTitle" id="628" name="Google Shape;628;p20"/>
          <p:cNvSpPr txBox="1"/>
          <p:nvPr>
            <p:ph type="title"/>
          </p:nvPr>
        </p:nvSpPr>
        <p:spPr>
          <a:xfrm>
            <a:off x="3031356" y="1550978"/>
            <a:ext cx="1374394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Reportes con filtros y parámetros</a:t>
            </a:r>
            <a:endParaRPr/>
          </a:p>
        </p:txBody>
      </p:sp>
      <p:grpSp>
        <p:nvGrpSpPr>
          <p:cNvPr id="629" name="Google Shape;629;p20"/>
          <p:cNvGrpSpPr/>
          <p:nvPr/>
        </p:nvGrpSpPr>
        <p:grpSpPr>
          <a:xfrm>
            <a:off x="989533" y="1692446"/>
            <a:ext cx="845819" cy="846029"/>
            <a:chOff x="989533" y="1692446"/>
            <a:chExt cx="845819" cy="846029"/>
          </a:xfrm>
        </p:grpSpPr>
        <p:sp>
          <p:nvSpPr>
            <p:cNvPr id="630" name="Google Shape;630;p20"/>
            <p:cNvSpPr/>
            <p:nvPr/>
          </p:nvSpPr>
          <p:spPr>
            <a:xfrm>
              <a:off x="989570" y="1692446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20"/>
            <p:cNvSpPr/>
            <p:nvPr/>
          </p:nvSpPr>
          <p:spPr>
            <a:xfrm>
              <a:off x="1287783" y="1692474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20"/>
            <p:cNvSpPr/>
            <p:nvPr/>
          </p:nvSpPr>
          <p:spPr>
            <a:xfrm>
              <a:off x="989533" y="1843150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78" y="518782"/>
                  </a:moveTo>
                  <a:lnTo>
                    <a:pt x="839571" y="473151"/>
                  </a:lnTo>
                  <a:lnTo>
                    <a:pt x="821956" y="430618"/>
                  </a:lnTo>
                  <a:lnTo>
                    <a:pt x="793927" y="394106"/>
                  </a:lnTo>
                  <a:lnTo>
                    <a:pt x="399821" y="0"/>
                  </a:lnTo>
                  <a:lnTo>
                    <a:pt x="150736" y="249085"/>
                  </a:lnTo>
                  <a:lnTo>
                    <a:pt x="173710" y="272072"/>
                  </a:lnTo>
                  <a:lnTo>
                    <a:pt x="51650" y="394131"/>
                  </a:lnTo>
                  <a:lnTo>
                    <a:pt x="23622" y="430644"/>
                  </a:lnTo>
                  <a:lnTo>
                    <a:pt x="6007" y="473176"/>
                  </a:lnTo>
                  <a:lnTo>
                    <a:pt x="0" y="518807"/>
                  </a:lnTo>
                  <a:lnTo>
                    <a:pt x="381" y="530352"/>
                  </a:lnTo>
                  <a:lnTo>
                    <a:pt x="9359" y="575500"/>
                  </a:lnTo>
                  <a:lnTo>
                    <a:pt x="29718" y="616775"/>
                  </a:lnTo>
                  <a:lnTo>
                    <a:pt x="59855" y="651167"/>
                  </a:lnTo>
                  <a:lnTo>
                    <a:pt x="98082" y="676681"/>
                  </a:lnTo>
                  <a:lnTo>
                    <a:pt x="141668" y="691476"/>
                  </a:lnTo>
                  <a:lnTo>
                    <a:pt x="176060" y="694867"/>
                  </a:lnTo>
                  <a:lnTo>
                    <a:pt x="187604" y="694486"/>
                  </a:lnTo>
                  <a:lnTo>
                    <a:pt x="232740" y="685507"/>
                  </a:lnTo>
                  <a:lnTo>
                    <a:pt x="274027" y="665149"/>
                  </a:lnTo>
                  <a:lnTo>
                    <a:pt x="422795" y="521157"/>
                  </a:lnTo>
                  <a:lnTo>
                    <a:pt x="544842" y="643191"/>
                  </a:lnTo>
                  <a:lnTo>
                    <a:pt x="581355" y="671220"/>
                  </a:lnTo>
                  <a:lnTo>
                    <a:pt x="623887" y="688835"/>
                  </a:lnTo>
                  <a:lnTo>
                    <a:pt x="669518" y="694842"/>
                  </a:lnTo>
                  <a:lnTo>
                    <a:pt x="681062" y="694461"/>
                  </a:lnTo>
                  <a:lnTo>
                    <a:pt x="726211" y="685482"/>
                  </a:lnTo>
                  <a:lnTo>
                    <a:pt x="767486" y="665124"/>
                  </a:lnTo>
                  <a:lnTo>
                    <a:pt x="801878" y="634987"/>
                  </a:lnTo>
                  <a:lnTo>
                    <a:pt x="827392" y="596773"/>
                  </a:lnTo>
                  <a:lnTo>
                    <a:pt x="842187" y="553186"/>
                  </a:lnTo>
                  <a:lnTo>
                    <a:pt x="845197" y="530326"/>
                  </a:lnTo>
                  <a:lnTo>
                    <a:pt x="845578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3" name="Google Shape;633;p20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0"/>
          <p:cNvSpPr txBox="1"/>
          <p:nvPr/>
        </p:nvSpPr>
        <p:spPr>
          <a:xfrm>
            <a:off x="14309625" y="3620322"/>
            <a:ext cx="2418080" cy="4377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012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7F7F7"/>
                </a:solidFill>
                <a:latin typeface="Lucida Sans"/>
                <a:ea typeface="Lucida Sans"/>
                <a:cs typeface="Lucida Sans"/>
                <a:sym typeface="Lucida Sans"/>
              </a:rPr>
              <a:t>4</a:t>
            </a:r>
            <a:endParaRPr b="0" i="0" sz="45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marR="246379" rtl="0" algn="l">
              <a:lnSpc>
                <a:spcPct val="100000"/>
              </a:lnSpc>
              <a:spcBef>
                <a:spcPts val="322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Claridad en el mensaje analítico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Un buen diseño comunica qué ﬁltros y parámetros están activos, evitando interpretaciones erróneas.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5" name="Google Shape;635;p20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636" name="Google Shape;636;p20"/>
          <p:cNvSpPr txBox="1"/>
          <p:nvPr/>
        </p:nvSpPr>
        <p:spPr>
          <a:xfrm>
            <a:off x="3060600" y="9656443"/>
            <a:ext cx="3791585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Interactividad y filtros en reportes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7" name="Google Shape;637;p20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  <p:sp>
        <p:nvSpPr>
          <p:cNvPr id="638" name="Google Shape;638;p20"/>
          <p:cNvSpPr txBox="1"/>
          <p:nvPr/>
        </p:nvSpPr>
        <p:spPr>
          <a:xfrm>
            <a:off x="10618241" y="3620322"/>
            <a:ext cx="2726690" cy="4377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019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7F7F7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endParaRPr b="0" i="0" sz="45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marR="220979" rtl="0" algn="l">
              <a:lnSpc>
                <a:spcPct val="100000"/>
              </a:lnSpc>
              <a:spcBef>
                <a:spcPts val="322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Personalización mediante parámetros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Los parámetros ofrecen control sobre el contexto del reporte, permitiendo comparar escenarios como presupuesto, forecast o datos reales.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9" name="Google Shape;639;p20"/>
          <p:cNvSpPr txBox="1"/>
          <p:nvPr/>
        </p:nvSpPr>
        <p:spPr>
          <a:xfrm>
            <a:off x="6926857" y="3620322"/>
            <a:ext cx="2716530" cy="3676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019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7F7F7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 b="0" i="0" sz="45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22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Filtros en Power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BI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080" rtl="0" algn="just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Se pueden aplicar ﬁltros a nivel de visual, página o reporte para adaptar la vista según necesidades especíﬁcas.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0" name="Google Shape;640;p20"/>
          <p:cNvSpPr txBox="1"/>
          <p:nvPr/>
        </p:nvSpPr>
        <p:spPr>
          <a:xfrm>
            <a:off x="3235473" y="3620322"/>
            <a:ext cx="2720975" cy="4072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019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7F7F7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endParaRPr b="0" i="0" sz="45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marR="414019" rtl="0" algn="l">
              <a:lnSpc>
                <a:spcPct val="100000"/>
              </a:lnSpc>
              <a:spcBef>
                <a:spcPts val="322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Segmentación dinámica de datos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La interactividad permite analizar información por diferentes criterios sin modiﬁcar el modelo original.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1"/>
          <p:cNvSpPr txBox="1"/>
          <p:nvPr/>
        </p:nvSpPr>
        <p:spPr>
          <a:xfrm>
            <a:off x="3033886" y="3795329"/>
            <a:ext cx="6070600" cy="3983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Claridad en ﬁltros activos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66040" rtl="0" algn="l">
              <a:lnSpc>
                <a:spcPct val="102200"/>
              </a:lnSpc>
              <a:spcBef>
                <a:spcPts val="168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El diseño debe mostrar de forma explícita qué ﬁltros están aplicados.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Prevención de interpretaciones erróneas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080" rtl="0" algn="l">
              <a:lnSpc>
                <a:spcPct val="102200"/>
              </a:lnSpc>
              <a:spcBef>
                <a:spcPts val="168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Filtros ambiguos pueden llevar a conclusiones incorrectas sobre los datos.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Dirección analítica mediante ﬁltros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96520" rtl="0" algn="l">
              <a:lnSpc>
                <a:spcPct val="102200"/>
              </a:lnSpc>
              <a:spcBef>
                <a:spcPts val="168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Filtros por URL o navegación guían al usuario a contextos analíticos especíﬁcos.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$PPTXTitle" id="646" name="Google Shape;646;p21"/>
          <p:cNvSpPr txBox="1"/>
          <p:nvPr>
            <p:ph type="title"/>
          </p:nvPr>
        </p:nvSpPr>
        <p:spPr>
          <a:xfrm>
            <a:off x="3033925" y="1565100"/>
            <a:ext cx="6802500" cy="20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225">
            <a:spAutoFit/>
          </a:bodyPr>
          <a:lstStyle/>
          <a:p>
            <a:pPr indent="0" lvl="0" marL="12700" marR="5080" rtl="0" algn="l">
              <a:lnSpc>
                <a:spcPct val="110578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050"/>
              <a:t>Filtros como mensaje analítico</a:t>
            </a:r>
            <a:endParaRPr sz="6050"/>
          </a:p>
        </p:txBody>
      </p:sp>
      <p:pic>
        <p:nvPicPr>
          <p:cNvPr id="647" name="Google Shape;64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8552" y="2433269"/>
            <a:ext cx="7399934" cy="492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8" name="Google Shape;648;p21"/>
          <p:cNvGrpSpPr/>
          <p:nvPr/>
        </p:nvGrpSpPr>
        <p:grpSpPr>
          <a:xfrm>
            <a:off x="989618" y="1689079"/>
            <a:ext cx="845823" cy="846018"/>
            <a:chOff x="989618" y="1689079"/>
            <a:chExt cx="845823" cy="846018"/>
          </a:xfrm>
        </p:grpSpPr>
        <p:sp>
          <p:nvSpPr>
            <p:cNvPr id="649" name="Google Shape;649;p21"/>
            <p:cNvSpPr/>
            <p:nvPr/>
          </p:nvSpPr>
          <p:spPr>
            <a:xfrm>
              <a:off x="989618" y="1689079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21"/>
            <p:cNvSpPr/>
            <p:nvPr/>
          </p:nvSpPr>
          <p:spPr>
            <a:xfrm>
              <a:off x="1287840" y="1689082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21"/>
            <p:cNvSpPr/>
            <p:nvPr/>
          </p:nvSpPr>
          <p:spPr>
            <a:xfrm>
              <a:off x="989622" y="1839772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489" y="518782"/>
                  </a:moveTo>
                  <a:lnTo>
                    <a:pt x="839482" y="473151"/>
                  </a:lnTo>
                  <a:lnTo>
                    <a:pt x="821867" y="430618"/>
                  </a:lnTo>
                  <a:lnTo>
                    <a:pt x="793838" y="394106"/>
                  </a:lnTo>
                  <a:lnTo>
                    <a:pt x="671830" y="272110"/>
                  </a:lnTo>
                  <a:lnTo>
                    <a:pt x="422757" y="22987"/>
                  </a:lnTo>
                  <a:lnTo>
                    <a:pt x="399732" y="0"/>
                  </a:lnTo>
                  <a:lnTo>
                    <a:pt x="150647" y="249085"/>
                  </a:lnTo>
                  <a:lnTo>
                    <a:pt x="173647" y="272097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68" y="530326"/>
                  </a:lnTo>
                  <a:lnTo>
                    <a:pt x="9359" y="575475"/>
                  </a:lnTo>
                  <a:lnTo>
                    <a:pt x="29718" y="616750"/>
                  </a:lnTo>
                  <a:lnTo>
                    <a:pt x="59855" y="651141"/>
                  </a:lnTo>
                  <a:lnTo>
                    <a:pt x="98069" y="676656"/>
                  </a:lnTo>
                  <a:lnTo>
                    <a:pt x="141655" y="691451"/>
                  </a:lnTo>
                  <a:lnTo>
                    <a:pt x="176060" y="694842"/>
                  </a:lnTo>
                  <a:lnTo>
                    <a:pt x="187591" y="694461"/>
                  </a:lnTo>
                  <a:lnTo>
                    <a:pt x="232740" y="685482"/>
                  </a:lnTo>
                  <a:lnTo>
                    <a:pt x="274027" y="665124"/>
                  </a:lnTo>
                  <a:lnTo>
                    <a:pt x="422744" y="521195"/>
                  </a:lnTo>
                  <a:lnTo>
                    <a:pt x="544753" y="643191"/>
                  </a:lnTo>
                  <a:lnTo>
                    <a:pt x="581266" y="671220"/>
                  </a:lnTo>
                  <a:lnTo>
                    <a:pt x="623798" y="688835"/>
                  </a:lnTo>
                  <a:lnTo>
                    <a:pt x="669429" y="694842"/>
                  </a:lnTo>
                  <a:lnTo>
                    <a:pt x="680974" y="694461"/>
                  </a:lnTo>
                  <a:lnTo>
                    <a:pt x="726122" y="685482"/>
                  </a:lnTo>
                  <a:lnTo>
                    <a:pt x="767397" y="665124"/>
                  </a:lnTo>
                  <a:lnTo>
                    <a:pt x="801789" y="634987"/>
                  </a:lnTo>
                  <a:lnTo>
                    <a:pt x="827303" y="596773"/>
                  </a:lnTo>
                  <a:lnTo>
                    <a:pt x="842098" y="553186"/>
                  </a:lnTo>
                  <a:lnTo>
                    <a:pt x="845108" y="530326"/>
                  </a:lnTo>
                  <a:lnTo>
                    <a:pt x="845489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2" name="Google Shape;652;p21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653" name="Google Shape;653;p21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21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21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6" name="Google Shape;656;p21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1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658" name="Google Shape;658;p21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659" name="Google Shape;659;p21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cd082ef7fa_0_137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g3cd082ef7fa_0_137"/>
          <p:cNvSpPr txBox="1"/>
          <p:nvPr>
            <p:ph idx="12" type="sldNum"/>
          </p:nvPr>
        </p:nvSpPr>
        <p:spPr>
          <a:xfrm>
            <a:off x="878457" y="9567388"/>
            <a:ext cx="57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666" name="Google Shape;666;g3cd082ef7fa_0_137"/>
          <p:cNvSpPr txBox="1"/>
          <p:nvPr>
            <p:ph idx="11" type="ftr"/>
          </p:nvPr>
        </p:nvSpPr>
        <p:spPr>
          <a:xfrm>
            <a:off x="3060581" y="9652873"/>
            <a:ext cx="214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667" name="Google Shape;667;g3cd082ef7fa_0_137"/>
          <p:cNvSpPr txBox="1"/>
          <p:nvPr>
            <p:ph idx="10" type="dt"/>
          </p:nvPr>
        </p:nvSpPr>
        <p:spPr>
          <a:xfrm>
            <a:off x="16253088" y="9655159"/>
            <a:ext cx="106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  <p:pic>
        <p:nvPicPr>
          <p:cNvPr id="668" name="Google Shape;668;g3cd082ef7fa_0_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300" y="0"/>
            <a:ext cx="18480652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cd082ef7fa_0_250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g3cd082ef7fa_0_250"/>
          <p:cNvSpPr txBox="1"/>
          <p:nvPr>
            <p:ph idx="12" type="sldNum"/>
          </p:nvPr>
        </p:nvSpPr>
        <p:spPr>
          <a:xfrm>
            <a:off x="878457" y="9567388"/>
            <a:ext cx="57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675" name="Google Shape;675;g3cd082ef7fa_0_250"/>
          <p:cNvSpPr txBox="1"/>
          <p:nvPr>
            <p:ph idx="11" type="ftr"/>
          </p:nvPr>
        </p:nvSpPr>
        <p:spPr>
          <a:xfrm>
            <a:off x="3060581" y="9652873"/>
            <a:ext cx="214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676" name="Google Shape;676;g3cd082ef7fa_0_250"/>
          <p:cNvSpPr txBox="1"/>
          <p:nvPr>
            <p:ph idx="10" type="dt"/>
          </p:nvPr>
        </p:nvSpPr>
        <p:spPr>
          <a:xfrm>
            <a:off x="16253088" y="9655159"/>
            <a:ext cx="106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  <p:pic>
        <p:nvPicPr>
          <p:cNvPr id="677" name="Google Shape;677;g3cd082ef7fa_0_250" title="dashboard_redisenado_accio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500" y="285750"/>
            <a:ext cx="15240000" cy="857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cd082ef7fa_0_242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cd082ef7fa_0_242"/>
          <p:cNvSpPr txBox="1"/>
          <p:nvPr>
            <p:ph idx="12" type="sldNum"/>
          </p:nvPr>
        </p:nvSpPr>
        <p:spPr>
          <a:xfrm>
            <a:off x="878457" y="9567388"/>
            <a:ext cx="57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684" name="Google Shape;684;g3cd082ef7fa_0_242"/>
          <p:cNvSpPr txBox="1"/>
          <p:nvPr>
            <p:ph idx="11" type="ftr"/>
          </p:nvPr>
        </p:nvSpPr>
        <p:spPr>
          <a:xfrm>
            <a:off x="3060581" y="9652873"/>
            <a:ext cx="214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685" name="Google Shape;685;g3cd082ef7fa_0_242"/>
          <p:cNvSpPr txBox="1"/>
          <p:nvPr>
            <p:ph idx="10" type="dt"/>
          </p:nvPr>
        </p:nvSpPr>
        <p:spPr>
          <a:xfrm>
            <a:off x="16253088" y="9655159"/>
            <a:ext cx="106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  <p:pic>
        <p:nvPicPr>
          <p:cNvPr id="686" name="Google Shape;686;g3cd082ef7fa_0_242" title="dashboard_redisenado_ejecutiv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285750"/>
            <a:ext cx="15240000" cy="857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1" name="Google Shape;691;p22"/>
          <p:cNvGrpSpPr/>
          <p:nvPr/>
        </p:nvGrpSpPr>
        <p:grpSpPr>
          <a:xfrm>
            <a:off x="1018818" y="4081279"/>
            <a:ext cx="845820" cy="846028"/>
            <a:chOff x="1018818" y="4081279"/>
            <a:chExt cx="845820" cy="846028"/>
          </a:xfrm>
        </p:grpSpPr>
        <p:sp>
          <p:nvSpPr>
            <p:cNvPr id="692" name="Google Shape;692;p22"/>
            <p:cNvSpPr/>
            <p:nvPr/>
          </p:nvSpPr>
          <p:spPr>
            <a:xfrm>
              <a:off x="1018818" y="4081282"/>
              <a:ext cx="547370" cy="547370"/>
            </a:xfrm>
            <a:custGeom>
              <a:rect b="b" l="l" r="r" t="t"/>
              <a:pathLst>
                <a:path extrusionOk="0" h="547370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1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1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22"/>
            <p:cNvSpPr/>
            <p:nvPr/>
          </p:nvSpPr>
          <p:spPr>
            <a:xfrm>
              <a:off x="1317056" y="4081279"/>
              <a:ext cx="547370" cy="547370"/>
            </a:xfrm>
            <a:custGeom>
              <a:rect b="b" l="l" r="r" t="t"/>
              <a:pathLst>
                <a:path extrusionOk="0" h="547370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1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5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22"/>
            <p:cNvSpPr/>
            <p:nvPr/>
          </p:nvSpPr>
          <p:spPr>
            <a:xfrm>
              <a:off x="1018819" y="4231982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40" y="518782"/>
                  </a:moveTo>
                  <a:lnTo>
                    <a:pt x="839533" y="473151"/>
                  </a:lnTo>
                  <a:lnTo>
                    <a:pt x="821918" y="430618"/>
                  </a:lnTo>
                  <a:lnTo>
                    <a:pt x="793889" y="394106"/>
                  </a:lnTo>
                  <a:lnTo>
                    <a:pt x="671855" y="272084"/>
                  </a:lnTo>
                  <a:lnTo>
                    <a:pt x="422757" y="22987"/>
                  </a:lnTo>
                  <a:lnTo>
                    <a:pt x="399783" y="0"/>
                  </a:lnTo>
                  <a:lnTo>
                    <a:pt x="150698" y="249085"/>
                  </a:lnTo>
                  <a:lnTo>
                    <a:pt x="173672" y="272072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81" y="530326"/>
                  </a:lnTo>
                  <a:lnTo>
                    <a:pt x="9359" y="575475"/>
                  </a:lnTo>
                  <a:lnTo>
                    <a:pt x="29718" y="616750"/>
                  </a:lnTo>
                  <a:lnTo>
                    <a:pt x="59867" y="651141"/>
                  </a:lnTo>
                  <a:lnTo>
                    <a:pt x="98082" y="676656"/>
                  </a:lnTo>
                  <a:lnTo>
                    <a:pt x="141668" y="691451"/>
                  </a:lnTo>
                  <a:lnTo>
                    <a:pt x="176060" y="694842"/>
                  </a:lnTo>
                  <a:lnTo>
                    <a:pt x="187604" y="694461"/>
                  </a:lnTo>
                  <a:lnTo>
                    <a:pt x="232740" y="685482"/>
                  </a:lnTo>
                  <a:lnTo>
                    <a:pt x="274027" y="665124"/>
                  </a:lnTo>
                  <a:lnTo>
                    <a:pt x="422770" y="521169"/>
                  </a:lnTo>
                  <a:lnTo>
                    <a:pt x="544804" y="643191"/>
                  </a:lnTo>
                  <a:lnTo>
                    <a:pt x="581317" y="671220"/>
                  </a:lnTo>
                  <a:lnTo>
                    <a:pt x="623849" y="688835"/>
                  </a:lnTo>
                  <a:lnTo>
                    <a:pt x="669480" y="694842"/>
                  </a:lnTo>
                  <a:lnTo>
                    <a:pt x="681024" y="694474"/>
                  </a:lnTo>
                  <a:lnTo>
                    <a:pt x="726173" y="685482"/>
                  </a:lnTo>
                  <a:lnTo>
                    <a:pt x="767448" y="665124"/>
                  </a:lnTo>
                  <a:lnTo>
                    <a:pt x="801839" y="634987"/>
                  </a:lnTo>
                  <a:lnTo>
                    <a:pt x="827354" y="596773"/>
                  </a:lnTo>
                  <a:lnTo>
                    <a:pt x="842149" y="553186"/>
                  </a:lnTo>
                  <a:lnTo>
                    <a:pt x="845159" y="530326"/>
                  </a:lnTo>
                  <a:lnTo>
                    <a:pt x="845540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$PPTXTitle" id="695" name="Google Shape;695;p22"/>
          <p:cNvSpPr txBox="1"/>
          <p:nvPr>
            <p:ph type="title"/>
          </p:nvPr>
        </p:nvSpPr>
        <p:spPr>
          <a:xfrm>
            <a:off x="3060600" y="3808833"/>
            <a:ext cx="13664565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0">
            <a:spAutoFit/>
          </a:bodyPr>
          <a:lstStyle/>
          <a:p>
            <a:pPr indent="0" lvl="0" marL="1270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0"/>
              <a:t>Planeación presupuestaria y Rolling Forecast</a:t>
            </a:r>
            <a:endParaRPr sz="8000"/>
          </a:p>
        </p:txBody>
      </p:sp>
      <p:grpSp>
        <p:nvGrpSpPr>
          <p:cNvPr id="696" name="Google Shape;696;p22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697" name="Google Shape;697;p22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22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22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0" name="Google Shape;700;p22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22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702" name="Google Shape;702;p22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703" name="Google Shape;703;p22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3"/>
          <p:cNvSpPr txBox="1"/>
          <p:nvPr/>
        </p:nvSpPr>
        <p:spPr>
          <a:xfrm>
            <a:off x="3033886" y="4180606"/>
            <a:ext cx="6393815" cy="470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Evolución del presupuesto tradicional</a:t>
            </a:r>
            <a:endParaRPr b="0" i="0" sz="22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847089" rtl="0" algn="l">
              <a:lnSpc>
                <a:spcPct val="101899"/>
              </a:lnSpc>
              <a:spcBef>
                <a:spcPts val="16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De enfoque estático a planeación continua con Rolling Forecast</a:t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Rolling Forecast: ﬂexibilidad y adaptación</a:t>
            </a:r>
            <a:endParaRPr b="0" i="0" sz="22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72770" rtl="0" algn="l">
              <a:lnSpc>
                <a:spcPct val="101899"/>
              </a:lnSpc>
              <a:spcBef>
                <a:spcPts val="16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Actualiza el horizonte de planeación periódicamente para anticipar cambios</a:t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Indicadores clave en análisis presupuestario</a:t>
            </a:r>
            <a:endParaRPr b="0" i="0" sz="22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Incluye valores reales, presupuesto, forecast y variaciones</a:t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Utilidad gerencial</a:t>
            </a:r>
            <a:endParaRPr b="0" i="0" sz="22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66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Permite identiﬁcar desviaciones y tomar decisiones correctivas</a:t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$PPTXTitle" id="709" name="Google Shape;709;p23"/>
          <p:cNvSpPr txBox="1"/>
          <p:nvPr>
            <p:ph type="title"/>
          </p:nvPr>
        </p:nvSpPr>
        <p:spPr>
          <a:xfrm>
            <a:off x="3033923" y="1587552"/>
            <a:ext cx="5152390" cy="2159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6350">
            <a:spAutoFit/>
          </a:bodyPr>
          <a:lstStyle/>
          <a:p>
            <a:pPr indent="0" lvl="0" marL="12700" marR="5080" rtl="0" algn="l">
              <a:lnSpc>
                <a:spcPct val="109898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950"/>
              <a:t>Rolling Forecast y análisis presupuestario</a:t>
            </a:r>
            <a:endParaRPr sz="4950"/>
          </a:p>
        </p:txBody>
      </p:sp>
      <p:pic>
        <p:nvPicPr>
          <p:cNvPr id="710" name="Google Shape;71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8552" y="2433269"/>
            <a:ext cx="7399807" cy="492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1" name="Google Shape;711;p23"/>
          <p:cNvGrpSpPr/>
          <p:nvPr/>
        </p:nvGrpSpPr>
        <p:grpSpPr>
          <a:xfrm>
            <a:off x="989605" y="1689082"/>
            <a:ext cx="845823" cy="846040"/>
            <a:chOff x="989605" y="1689082"/>
            <a:chExt cx="845823" cy="846040"/>
          </a:xfrm>
        </p:grpSpPr>
        <p:sp>
          <p:nvSpPr>
            <p:cNvPr id="712" name="Google Shape;712;p23"/>
            <p:cNvSpPr/>
            <p:nvPr/>
          </p:nvSpPr>
          <p:spPr>
            <a:xfrm>
              <a:off x="989605" y="1689088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23"/>
            <p:cNvSpPr/>
            <p:nvPr/>
          </p:nvSpPr>
          <p:spPr>
            <a:xfrm>
              <a:off x="1287834" y="1689082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23"/>
            <p:cNvSpPr/>
            <p:nvPr/>
          </p:nvSpPr>
          <p:spPr>
            <a:xfrm>
              <a:off x="989609" y="1839797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27" y="518782"/>
                  </a:moveTo>
                  <a:lnTo>
                    <a:pt x="839520" y="473151"/>
                  </a:lnTo>
                  <a:lnTo>
                    <a:pt x="821905" y="430618"/>
                  </a:lnTo>
                  <a:lnTo>
                    <a:pt x="793877" y="394106"/>
                  </a:lnTo>
                  <a:lnTo>
                    <a:pt x="671830" y="272072"/>
                  </a:lnTo>
                  <a:lnTo>
                    <a:pt x="422757" y="22961"/>
                  </a:lnTo>
                  <a:lnTo>
                    <a:pt x="399770" y="0"/>
                  </a:lnTo>
                  <a:lnTo>
                    <a:pt x="150685" y="249085"/>
                  </a:lnTo>
                  <a:lnTo>
                    <a:pt x="173659" y="272072"/>
                  </a:lnTo>
                  <a:lnTo>
                    <a:pt x="51650" y="394081"/>
                  </a:lnTo>
                  <a:lnTo>
                    <a:pt x="23622" y="430593"/>
                  </a:lnTo>
                  <a:lnTo>
                    <a:pt x="6007" y="473125"/>
                  </a:lnTo>
                  <a:lnTo>
                    <a:pt x="0" y="518756"/>
                  </a:lnTo>
                  <a:lnTo>
                    <a:pt x="381" y="530301"/>
                  </a:lnTo>
                  <a:lnTo>
                    <a:pt x="9359" y="575449"/>
                  </a:lnTo>
                  <a:lnTo>
                    <a:pt x="29718" y="616724"/>
                  </a:lnTo>
                  <a:lnTo>
                    <a:pt x="59855" y="651116"/>
                  </a:lnTo>
                  <a:lnTo>
                    <a:pt x="98069" y="676630"/>
                  </a:lnTo>
                  <a:lnTo>
                    <a:pt x="141655" y="691438"/>
                  </a:lnTo>
                  <a:lnTo>
                    <a:pt x="176060" y="694817"/>
                  </a:lnTo>
                  <a:lnTo>
                    <a:pt x="187591" y="694436"/>
                  </a:lnTo>
                  <a:lnTo>
                    <a:pt x="232740" y="685457"/>
                  </a:lnTo>
                  <a:lnTo>
                    <a:pt x="274027" y="665099"/>
                  </a:lnTo>
                  <a:lnTo>
                    <a:pt x="422744" y="521157"/>
                  </a:lnTo>
                  <a:lnTo>
                    <a:pt x="544791" y="643191"/>
                  </a:lnTo>
                  <a:lnTo>
                    <a:pt x="581304" y="671220"/>
                  </a:lnTo>
                  <a:lnTo>
                    <a:pt x="623836" y="688835"/>
                  </a:lnTo>
                  <a:lnTo>
                    <a:pt x="669467" y="694842"/>
                  </a:lnTo>
                  <a:lnTo>
                    <a:pt x="681012" y="694461"/>
                  </a:lnTo>
                  <a:lnTo>
                    <a:pt x="726160" y="685482"/>
                  </a:lnTo>
                  <a:lnTo>
                    <a:pt x="767435" y="665124"/>
                  </a:lnTo>
                  <a:lnTo>
                    <a:pt x="801827" y="634974"/>
                  </a:lnTo>
                  <a:lnTo>
                    <a:pt x="827341" y="596760"/>
                  </a:lnTo>
                  <a:lnTo>
                    <a:pt x="842137" y="553173"/>
                  </a:lnTo>
                  <a:lnTo>
                    <a:pt x="845146" y="530326"/>
                  </a:lnTo>
                  <a:lnTo>
                    <a:pt x="845527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5" name="Google Shape;715;p23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716" name="Google Shape;716;p23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23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23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9" name="Google Shape;719;p23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23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721" name="Google Shape;721;p23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722" name="Google Shape;722;p23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24"/>
          <p:cNvSpPr txBox="1"/>
          <p:nvPr/>
        </p:nvSpPr>
        <p:spPr>
          <a:xfrm>
            <a:off x="3033886" y="4644998"/>
            <a:ext cx="6113780" cy="4337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1223645" rtl="0" algn="l">
              <a:lnSpc>
                <a:spcPct val="1010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Visión ﬂexible para la planeación ﬁnanciera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643890" rtl="0" algn="l">
              <a:lnSpc>
                <a:spcPct val="102200"/>
              </a:lnSpc>
              <a:spcBef>
                <a:spcPts val="168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Rolling Forecast permite ajustar proyecciones según cambios del entorno.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Evaluación dinámica de escenarios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080" rtl="0" algn="l">
              <a:lnSpc>
                <a:spcPct val="102200"/>
              </a:lnSpc>
              <a:spcBef>
                <a:spcPts val="168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Facilita comparar resultados reales, presupuesto y forecast actualizado.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Integración de datos históricos en BI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366395" rtl="0" algn="l">
              <a:lnSpc>
                <a:spcPct val="102200"/>
              </a:lnSpc>
              <a:spcBef>
                <a:spcPts val="168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Permite seguimiento continuo y análisis prospectivo en tableros ejecutivos.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$PPTXTitle" id="728" name="Google Shape;728;p24"/>
          <p:cNvSpPr txBox="1"/>
          <p:nvPr>
            <p:ph type="title"/>
          </p:nvPr>
        </p:nvSpPr>
        <p:spPr>
          <a:xfrm>
            <a:off x="3033923" y="1565105"/>
            <a:ext cx="628523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0" lvl="0" marL="12700" marR="5080" rtl="0" algn="l">
              <a:lnSpc>
                <a:spcPct val="110578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050"/>
              <a:t>Utilidad gerencial del Rolling Forecast</a:t>
            </a:r>
            <a:endParaRPr sz="6050"/>
          </a:p>
        </p:txBody>
      </p:sp>
      <p:pic>
        <p:nvPicPr>
          <p:cNvPr id="729" name="Google Shape;72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8552" y="2433269"/>
            <a:ext cx="7399947" cy="492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0" name="Google Shape;730;p24"/>
          <p:cNvGrpSpPr/>
          <p:nvPr/>
        </p:nvGrpSpPr>
        <p:grpSpPr>
          <a:xfrm>
            <a:off x="989596" y="1689060"/>
            <a:ext cx="845819" cy="846024"/>
            <a:chOff x="989596" y="1689060"/>
            <a:chExt cx="845819" cy="846024"/>
          </a:xfrm>
        </p:grpSpPr>
        <p:sp>
          <p:nvSpPr>
            <p:cNvPr id="731" name="Google Shape;731;p24"/>
            <p:cNvSpPr/>
            <p:nvPr/>
          </p:nvSpPr>
          <p:spPr>
            <a:xfrm>
              <a:off x="989623" y="1689060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24"/>
            <p:cNvSpPr/>
            <p:nvPr/>
          </p:nvSpPr>
          <p:spPr>
            <a:xfrm>
              <a:off x="1287826" y="1689080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24"/>
            <p:cNvSpPr/>
            <p:nvPr/>
          </p:nvSpPr>
          <p:spPr>
            <a:xfrm>
              <a:off x="989596" y="1839759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85" y="272072"/>
                  </a:lnTo>
                  <a:lnTo>
                    <a:pt x="51650" y="394119"/>
                  </a:lnTo>
                  <a:lnTo>
                    <a:pt x="23622" y="430631"/>
                  </a:lnTo>
                  <a:lnTo>
                    <a:pt x="6007" y="473163"/>
                  </a:lnTo>
                  <a:lnTo>
                    <a:pt x="0" y="518795"/>
                  </a:lnTo>
                  <a:lnTo>
                    <a:pt x="381" y="530339"/>
                  </a:lnTo>
                  <a:lnTo>
                    <a:pt x="9359" y="575487"/>
                  </a:lnTo>
                  <a:lnTo>
                    <a:pt x="29718" y="616762"/>
                  </a:lnTo>
                  <a:lnTo>
                    <a:pt x="59855" y="651154"/>
                  </a:lnTo>
                  <a:lnTo>
                    <a:pt x="98082" y="676668"/>
                  </a:lnTo>
                  <a:lnTo>
                    <a:pt x="141668" y="691476"/>
                  </a:lnTo>
                  <a:lnTo>
                    <a:pt x="176060" y="694855"/>
                  </a:lnTo>
                  <a:lnTo>
                    <a:pt x="187604" y="694474"/>
                  </a:lnTo>
                  <a:lnTo>
                    <a:pt x="232740" y="685495"/>
                  </a:lnTo>
                  <a:lnTo>
                    <a:pt x="274027" y="665137"/>
                  </a:lnTo>
                  <a:lnTo>
                    <a:pt x="422783" y="521169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74"/>
                  </a:lnTo>
                  <a:lnTo>
                    <a:pt x="726186" y="685495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79" y="596773"/>
                  </a:lnTo>
                  <a:lnTo>
                    <a:pt x="842175" y="553186"/>
                  </a:lnTo>
                  <a:lnTo>
                    <a:pt x="845185" y="530326"/>
                  </a:lnTo>
                  <a:lnTo>
                    <a:pt x="845553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4" name="Google Shape;734;p24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735" name="Google Shape;735;p24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24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24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8" name="Google Shape;738;p24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4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740" name="Google Shape;740;p24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741" name="Google Shape;741;p24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6" name="Google Shape;746;g3cd082ef7fa_0_159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747" name="Google Shape;747;g3cd082ef7fa_0_159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g3cd082ef7fa_0_159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g3cd082ef7fa_0_159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0" name="Google Shape;750;g3cd082ef7fa_0_159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g3cd082ef7fa_0_159"/>
          <p:cNvSpPr txBox="1"/>
          <p:nvPr>
            <p:ph idx="12" type="sldNum"/>
          </p:nvPr>
        </p:nvSpPr>
        <p:spPr>
          <a:xfrm>
            <a:off x="878457" y="9567388"/>
            <a:ext cx="57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752" name="Google Shape;752;g3cd082ef7fa_0_159"/>
          <p:cNvSpPr txBox="1"/>
          <p:nvPr>
            <p:ph idx="11" type="ftr"/>
          </p:nvPr>
        </p:nvSpPr>
        <p:spPr>
          <a:xfrm>
            <a:off x="3060581" y="9652873"/>
            <a:ext cx="214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753" name="Google Shape;753;g3cd082ef7fa_0_159"/>
          <p:cNvSpPr txBox="1"/>
          <p:nvPr>
            <p:ph idx="10" type="dt"/>
          </p:nvPr>
        </p:nvSpPr>
        <p:spPr>
          <a:xfrm>
            <a:off x="16253088" y="9655159"/>
            <a:ext cx="106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  <p:pic>
        <p:nvPicPr>
          <p:cNvPr id="754" name="Google Shape;754;g3cd082ef7fa_0_159" title="05_rolling_forecas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3988" y="2077377"/>
            <a:ext cx="15440025" cy="68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9" name="Google Shape;759;p25"/>
          <p:cNvGrpSpPr/>
          <p:nvPr/>
        </p:nvGrpSpPr>
        <p:grpSpPr>
          <a:xfrm>
            <a:off x="1138431" y="4244843"/>
            <a:ext cx="845819" cy="846016"/>
            <a:chOff x="1018806" y="4787043"/>
            <a:chExt cx="845819" cy="846016"/>
          </a:xfrm>
        </p:grpSpPr>
        <p:sp>
          <p:nvSpPr>
            <p:cNvPr id="760" name="Google Shape;760;p25"/>
            <p:cNvSpPr/>
            <p:nvPr/>
          </p:nvSpPr>
          <p:spPr>
            <a:xfrm>
              <a:off x="1018818" y="4787043"/>
              <a:ext cx="547370" cy="547370"/>
            </a:xfrm>
            <a:custGeom>
              <a:rect b="b" l="l" r="r" t="t"/>
              <a:pathLst>
                <a:path extrusionOk="0" h="547370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1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1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25"/>
            <p:cNvSpPr/>
            <p:nvPr/>
          </p:nvSpPr>
          <p:spPr>
            <a:xfrm>
              <a:off x="1317047" y="4787046"/>
              <a:ext cx="547370" cy="547370"/>
            </a:xfrm>
            <a:custGeom>
              <a:rect b="b" l="l" r="r" t="t"/>
              <a:pathLst>
                <a:path extrusionOk="0" h="547370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1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5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25"/>
            <p:cNvSpPr/>
            <p:nvPr/>
          </p:nvSpPr>
          <p:spPr>
            <a:xfrm>
              <a:off x="1018806" y="4937734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85" y="272072"/>
                  </a:lnTo>
                  <a:lnTo>
                    <a:pt x="51650" y="394119"/>
                  </a:lnTo>
                  <a:lnTo>
                    <a:pt x="23622" y="430631"/>
                  </a:lnTo>
                  <a:lnTo>
                    <a:pt x="6007" y="473163"/>
                  </a:lnTo>
                  <a:lnTo>
                    <a:pt x="0" y="518795"/>
                  </a:lnTo>
                  <a:lnTo>
                    <a:pt x="381" y="530339"/>
                  </a:lnTo>
                  <a:lnTo>
                    <a:pt x="9359" y="575487"/>
                  </a:lnTo>
                  <a:lnTo>
                    <a:pt x="29718" y="616762"/>
                  </a:lnTo>
                  <a:lnTo>
                    <a:pt x="59855" y="651154"/>
                  </a:lnTo>
                  <a:lnTo>
                    <a:pt x="98082" y="676668"/>
                  </a:lnTo>
                  <a:lnTo>
                    <a:pt x="141668" y="691464"/>
                  </a:lnTo>
                  <a:lnTo>
                    <a:pt x="176060" y="694855"/>
                  </a:lnTo>
                  <a:lnTo>
                    <a:pt x="187604" y="694474"/>
                  </a:lnTo>
                  <a:lnTo>
                    <a:pt x="232740" y="685495"/>
                  </a:lnTo>
                  <a:lnTo>
                    <a:pt x="274027" y="665137"/>
                  </a:lnTo>
                  <a:lnTo>
                    <a:pt x="422783" y="521169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61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$PPTXTitle" id="763" name="Google Shape;763;p25"/>
          <p:cNvSpPr txBox="1"/>
          <p:nvPr>
            <p:ph type="title"/>
          </p:nvPr>
        </p:nvSpPr>
        <p:spPr>
          <a:xfrm>
            <a:off x="3180206" y="3972394"/>
            <a:ext cx="13969500" cy="27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0">
            <a:spAutoFit/>
          </a:bodyPr>
          <a:lstStyle/>
          <a:p>
            <a:pPr indent="0" lvl="0" marL="1270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0"/>
              <a:t>Plataforma Power BI y diseño de dashboards</a:t>
            </a:r>
            <a:endParaRPr sz="8000"/>
          </a:p>
        </p:txBody>
      </p:sp>
      <p:grpSp>
        <p:nvGrpSpPr>
          <p:cNvPr id="764" name="Google Shape;764;p25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765" name="Google Shape;765;p25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25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25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8" name="Google Shape;768;p25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5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770" name="Google Shape;770;p25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771" name="Google Shape;771;p25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776" name="Google Shape;776;p26"/>
          <p:cNvSpPr txBox="1"/>
          <p:nvPr>
            <p:ph type="title"/>
          </p:nvPr>
        </p:nvSpPr>
        <p:spPr>
          <a:xfrm>
            <a:off x="3031356" y="1550978"/>
            <a:ext cx="1374394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Power BI: plataforma analítica</a:t>
            </a:r>
            <a:endParaRPr/>
          </a:p>
        </p:txBody>
      </p:sp>
      <p:grpSp>
        <p:nvGrpSpPr>
          <p:cNvPr id="777" name="Google Shape;777;p26"/>
          <p:cNvGrpSpPr/>
          <p:nvPr/>
        </p:nvGrpSpPr>
        <p:grpSpPr>
          <a:xfrm>
            <a:off x="989539" y="1692474"/>
            <a:ext cx="845863" cy="846052"/>
            <a:chOff x="989539" y="1692474"/>
            <a:chExt cx="845863" cy="846052"/>
          </a:xfrm>
        </p:grpSpPr>
        <p:sp>
          <p:nvSpPr>
            <p:cNvPr id="778" name="Google Shape;778;p26"/>
            <p:cNvSpPr/>
            <p:nvPr/>
          </p:nvSpPr>
          <p:spPr>
            <a:xfrm>
              <a:off x="989539" y="1692498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26"/>
            <p:cNvSpPr/>
            <p:nvPr/>
          </p:nvSpPr>
          <p:spPr>
            <a:xfrm>
              <a:off x="1287785" y="1692474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26"/>
            <p:cNvSpPr/>
            <p:nvPr/>
          </p:nvSpPr>
          <p:spPr>
            <a:xfrm>
              <a:off x="989583" y="1843201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489" y="518782"/>
                  </a:moveTo>
                  <a:lnTo>
                    <a:pt x="839482" y="473151"/>
                  </a:lnTo>
                  <a:lnTo>
                    <a:pt x="821867" y="430618"/>
                  </a:lnTo>
                  <a:lnTo>
                    <a:pt x="793838" y="394106"/>
                  </a:lnTo>
                  <a:lnTo>
                    <a:pt x="671817" y="272097"/>
                  </a:lnTo>
                  <a:lnTo>
                    <a:pt x="422757" y="22961"/>
                  </a:lnTo>
                  <a:lnTo>
                    <a:pt x="399732" y="0"/>
                  </a:lnTo>
                  <a:lnTo>
                    <a:pt x="150647" y="249085"/>
                  </a:lnTo>
                  <a:lnTo>
                    <a:pt x="173634" y="272084"/>
                  </a:lnTo>
                  <a:lnTo>
                    <a:pt x="51650" y="394081"/>
                  </a:lnTo>
                  <a:lnTo>
                    <a:pt x="23622" y="430593"/>
                  </a:lnTo>
                  <a:lnTo>
                    <a:pt x="6007" y="473125"/>
                  </a:lnTo>
                  <a:lnTo>
                    <a:pt x="0" y="518756"/>
                  </a:lnTo>
                  <a:lnTo>
                    <a:pt x="368" y="530301"/>
                  </a:lnTo>
                  <a:lnTo>
                    <a:pt x="9359" y="575449"/>
                  </a:lnTo>
                  <a:lnTo>
                    <a:pt x="29718" y="616724"/>
                  </a:lnTo>
                  <a:lnTo>
                    <a:pt x="59855" y="651116"/>
                  </a:lnTo>
                  <a:lnTo>
                    <a:pt x="98069" y="676630"/>
                  </a:lnTo>
                  <a:lnTo>
                    <a:pt x="141655" y="691426"/>
                  </a:lnTo>
                  <a:lnTo>
                    <a:pt x="176060" y="694817"/>
                  </a:lnTo>
                  <a:lnTo>
                    <a:pt x="187591" y="694436"/>
                  </a:lnTo>
                  <a:lnTo>
                    <a:pt x="232740" y="685457"/>
                  </a:lnTo>
                  <a:lnTo>
                    <a:pt x="274027" y="665099"/>
                  </a:lnTo>
                  <a:lnTo>
                    <a:pt x="422732" y="521182"/>
                  </a:lnTo>
                  <a:lnTo>
                    <a:pt x="544753" y="643191"/>
                  </a:lnTo>
                  <a:lnTo>
                    <a:pt x="581266" y="671220"/>
                  </a:lnTo>
                  <a:lnTo>
                    <a:pt x="623798" y="688835"/>
                  </a:lnTo>
                  <a:lnTo>
                    <a:pt x="669429" y="694842"/>
                  </a:lnTo>
                  <a:lnTo>
                    <a:pt x="680974" y="694474"/>
                  </a:lnTo>
                  <a:lnTo>
                    <a:pt x="726122" y="685482"/>
                  </a:lnTo>
                  <a:lnTo>
                    <a:pt x="767397" y="665124"/>
                  </a:lnTo>
                  <a:lnTo>
                    <a:pt x="801789" y="634987"/>
                  </a:lnTo>
                  <a:lnTo>
                    <a:pt x="827316" y="596773"/>
                  </a:lnTo>
                  <a:lnTo>
                    <a:pt x="842111" y="553186"/>
                  </a:lnTo>
                  <a:lnTo>
                    <a:pt x="845121" y="530326"/>
                  </a:lnTo>
                  <a:lnTo>
                    <a:pt x="845489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1" name="Google Shape;781;p26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782" name="Google Shape;782;p26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26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26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5" name="Google Shape;785;p26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6" name="Google Shape;786;p26"/>
          <p:cNvGrpSpPr/>
          <p:nvPr/>
        </p:nvGrpSpPr>
        <p:grpSpPr>
          <a:xfrm>
            <a:off x="3044050" y="4363796"/>
            <a:ext cx="4598447" cy="3310896"/>
            <a:chOff x="3044050" y="4363796"/>
            <a:chExt cx="4598447" cy="3310896"/>
          </a:xfrm>
        </p:grpSpPr>
        <p:sp>
          <p:nvSpPr>
            <p:cNvPr id="787" name="Google Shape;787;p26"/>
            <p:cNvSpPr/>
            <p:nvPr/>
          </p:nvSpPr>
          <p:spPr>
            <a:xfrm>
              <a:off x="3149872" y="4363802"/>
              <a:ext cx="4492625" cy="3310890"/>
            </a:xfrm>
            <a:custGeom>
              <a:rect b="b" l="l" r="r" t="t"/>
              <a:pathLst>
                <a:path extrusionOk="0" h="3310890" w="4492625">
                  <a:moveTo>
                    <a:pt x="4033469" y="0"/>
                  </a:moveTo>
                  <a:lnTo>
                    <a:pt x="466725" y="0"/>
                  </a:lnTo>
                  <a:lnTo>
                    <a:pt x="451446" y="190"/>
                  </a:lnTo>
                  <a:lnTo>
                    <a:pt x="405803" y="3937"/>
                  </a:lnTo>
                  <a:lnTo>
                    <a:pt x="360730" y="12128"/>
                  </a:lnTo>
                  <a:lnTo>
                    <a:pt x="316687" y="24714"/>
                  </a:lnTo>
                  <a:lnTo>
                    <a:pt x="274078" y="41541"/>
                  </a:lnTo>
                  <a:lnTo>
                    <a:pt x="233337" y="62471"/>
                  </a:lnTo>
                  <a:lnTo>
                    <a:pt x="194830" y="87299"/>
                  </a:lnTo>
                  <a:lnTo>
                    <a:pt x="158953" y="115773"/>
                  </a:lnTo>
                  <a:lnTo>
                    <a:pt x="126034" y="147637"/>
                  </a:lnTo>
                  <a:lnTo>
                    <a:pt x="96393" y="182562"/>
                  </a:lnTo>
                  <a:lnTo>
                    <a:pt x="70332" y="220230"/>
                  </a:lnTo>
                  <a:lnTo>
                    <a:pt x="48082" y="260273"/>
                  </a:lnTo>
                  <a:lnTo>
                    <a:pt x="29857" y="302298"/>
                  </a:lnTo>
                  <a:lnTo>
                    <a:pt x="15836" y="345909"/>
                  </a:lnTo>
                  <a:lnTo>
                    <a:pt x="6172" y="390690"/>
                  </a:lnTo>
                  <a:lnTo>
                    <a:pt x="939" y="436194"/>
                  </a:lnTo>
                  <a:lnTo>
                    <a:pt x="0" y="459092"/>
                  </a:lnTo>
                  <a:lnTo>
                    <a:pt x="0" y="2843885"/>
                  </a:lnTo>
                  <a:lnTo>
                    <a:pt x="1498" y="2882036"/>
                  </a:lnTo>
                  <a:lnTo>
                    <a:pt x="7480" y="2927451"/>
                  </a:lnTo>
                  <a:lnTo>
                    <a:pt x="17881" y="2972066"/>
                  </a:lnTo>
                  <a:lnTo>
                    <a:pt x="32600" y="3015437"/>
                  </a:lnTo>
                  <a:lnTo>
                    <a:pt x="51511" y="3057169"/>
                  </a:lnTo>
                  <a:lnTo>
                    <a:pt x="74409" y="3096831"/>
                  </a:lnTo>
                  <a:lnTo>
                    <a:pt x="101092" y="3134080"/>
                  </a:lnTo>
                  <a:lnTo>
                    <a:pt x="131305" y="3168523"/>
                  </a:lnTo>
                  <a:lnTo>
                    <a:pt x="164731" y="3199828"/>
                  </a:lnTo>
                  <a:lnTo>
                    <a:pt x="201079" y="3227717"/>
                  </a:lnTo>
                  <a:lnTo>
                    <a:pt x="239979" y="3251898"/>
                  </a:lnTo>
                  <a:lnTo>
                    <a:pt x="281063" y="3272167"/>
                  </a:lnTo>
                  <a:lnTo>
                    <a:pt x="323938" y="3288296"/>
                  </a:lnTo>
                  <a:lnTo>
                    <a:pt x="368185" y="3300158"/>
                  </a:lnTo>
                  <a:lnTo>
                    <a:pt x="413372" y="3307626"/>
                  </a:lnTo>
                  <a:lnTo>
                    <a:pt x="459092" y="3310610"/>
                  </a:lnTo>
                  <a:lnTo>
                    <a:pt x="4025823" y="3310610"/>
                  </a:lnTo>
                  <a:lnTo>
                    <a:pt x="4063974" y="3309112"/>
                  </a:lnTo>
                  <a:lnTo>
                    <a:pt x="4109389" y="3303142"/>
                  </a:lnTo>
                  <a:lnTo>
                    <a:pt x="4154004" y="3292741"/>
                  </a:lnTo>
                  <a:lnTo>
                    <a:pt x="4197375" y="3278009"/>
                  </a:lnTo>
                  <a:lnTo>
                    <a:pt x="4239094" y="3259112"/>
                  </a:lnTo>
                  <a:lnTo>
                    <a:pt x="4278769" y="3236201"/>
                  </a:lnTo>
                  <a:lnTo>
                    <a:pt x="4316006" y="3209518"/>
                  </a:lnTo>
                  <a:lnTo>
                    <a:pt x="4350448" y="3179318"/>
                  </a:lnTo>
                  <a:lnTo>
                    <a:pt x="4381766" y="3145878"/>
                  </a:lnTo>
                  <a:lnTo>
                    <a:pt x="4409655" y="3109531"/>
                  </a:lnTo>
                  <a:lnTo>
                    <a:pt x="4433836" y="3070644"/>
                  </a:lnTo>
                  <a:lnTo>
                    <a:pt x="4454105" y="3029559"/>
                  </a:lnTo>
                  <a:lnTo>
                    <a:pt x="4470234" y="2986684"/>
                  </a:lnTo>
                  <a:lnTo>
                    <a:pt x="4482096" y="2942437"/>
                  </a:lnTo>
                  <a:lnTo>
                    <a:pt x="4489551" y="2897238"/>
                  </a:lnTo>
                  <a:lnTo>
                    <a:pt x="4492548" y="2851531"/>
                  </a:lnTo>
                  <a:lnTo>
                    <a:pt x="4492548" y="466725"/>
                  </a:lnTo>
                  <a:lnTo>
                    <a:pt x="4491050" y="428574"/>
                  </a:lnTo>
                  <a:lnTo>
                    <a:pt x="4485068" y="383159"/>
                  </a:lnTo>
                  <a:lnTo>
                    <a:pt x="4474667" y="338556"/>
                  </a:lnTo>
                  <a:lnTo>
                    <a:pt x="4459947" y="295173"/>
                  </a:lnTo>
                  <a:lnTo>
                    <a:pt x="4441037" y="253453"/>
                  </a:lnTo>
                  <a:lnTo>
                    <a:pt x="4418139" y="213779"/>
                  </a:lnTo>
                  <a:lnTo>
                    <a:pt x="4391456" y="176542"/>
                  </a:lnTo>
                  <a:lnTo>
                    <a:pt x="4361256" y="142100"/>
                  </a:lnTo>
                  <a:lnTo>
                    <a:pt x="4327817" y="110782"/>
                  </a:lnTo>
                  <a:lnTo>
                    <a:pt x="4291469" y="82905"/>
                  </a:lnTo>
                  <a:lnTo>
                    <a:pt x="4252569" y="58712"/>
                  </a:lnTo>
                  <a:lnTo>
                    <a:pt x="4211497" y="38455"/>
                  </a:lnTo>
                  <a:lnTo>
                    <a:pt x="4168622" y="22313"/>
                  </a:lnTo>
                  <a:lnTo>
                    <a:pt x="4124375" y="10452"/>
                  </a:lnTo>
                  <a:lnTo>
                    <a:pt x="4079176" y="2997"/>
                  </a:lnTo>
                  <a:lnTo>
                    <a:pt x="4033469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26"/>
            <p:cNvSpPr/>
            <p:nvPr/>
          </p:nvSpPr>
          <p:spPr>
            <a:xfrm>
              <a:off x="3044050" y="4363796"/>
              <a:ext cx="3056890" cy="3310890"/>
            </a:xfrm>
            <a:custGeom>
              <a:rect b="b" l="l" r="r" t="t"/>
              <a:pathLst>
                <a:path extrusionOk="0" h="3310890" w="3056890">
                  <a:moveTo>
                    <a:pt x="3056648" y="0"/>
                  </a:moveTo>
                  <a:lnTo>
                    <a:pt x="0" y="0"/>
                  </a:lnTo>
                  <a:lnTo>
                    <a:pt x="0" y="3310623"/>
                  </a:lnTo>
                  <a:lnTo>
                    <a:pt x="3056648" y="3310623"/>
                  </a:lnTo>
                  <a:lnTo>
                    <a:pt x="3056648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9" name="Google Shape;789;p26"/>
          <p:cNvSpPr/>
          <p:nvPr/>
        </p:nvSpPr>
        <p:spPr>
          <a:xfrm>
            <a:off x="7902029" y="4363796"/>
            <a:ext cx="4598670" cy="3310890"/>
          </a:xfrm>
          <a:custGeom>
            <a:rect b="b" l="l" r="r" t="t"/>
            <a:pathLst>
              <a:path extrusionOk="0" h="3310890" w="4598670">
                <a:moveTo>
                  <a:pt x="4598365" y="466737"/>
                </a:moveTo>
                <a:lnTo>
                  <a:pt x="4596866" y="428586"/>
                </a:lnTo>
                <a:lnTo>
                  <a:pt x="4590885" y="383171"/>
                </a:lnTo>
                <a:lnTo>
                  <a:pt x="4580483" y="338569"/>
                </a:lnTo>
                <a:lnTo>
                  <a:pt x="4565764" y="295186"/>
                </a:lnTo>
                <a:lnTo>
                  <a:pt x="4546854" y="253466"/>
                </a:lnTo>
                <a:lnTo>
                  <a:pt x="4523956" y="213791"/>
                </a:lnTo>
                <a:lnTo>
                  <a:pt x="4497273" y="176555"/>
                </a:lnTo>
                <a:lnTo>
                  <a:pt x="4467072" y="142113"/>
                </a:lnTo>
                <a:lnTo>
                  <a:pt x="4433633" y="110794"/>
                </a:lnTo>
                <a:lnTo>
                  <a:pt x="4397286" y="82918"/>
                </a:lnTo>
                <a:lnTo>
                  <a:pt x="4358386" y="58724"/>
                </a:lnTo>
                <a:lnTo>
                  <a:pt x="4317314" y="38468"/>
                </a:lnTo>
                <a:lnTo>
                  <a:pt x="4274439" y="22326"/>
                </a:lnTo>
                <a:lnTo>
                  <a:pt x="4230192" y="10464"/>
                </a:lnTo>
                <a:lnTo>
                  <a:pt x="4184993" y="3009"/>
                </a:lnTo>
                <a:lnTo>
                  <a:pt x="4139285" y="12"/>
                </a:lnTo>
                <a:lnTo>
                  <a:pt x="3056648" y="12"/>
                </a:lnTo>
                <a:lnTo>
                  <a:pt x="0" y="0"/>
                </a:lnTo>
                <a:lnTo>
                  <a:pt x="0" y="3310623"/>
                </a:lnTo>
                <a:lnTo>
                  <a:pt x="564908" y="3310623"/>
                </a:lnTo>
                <a:lnTo>
                  <a:pt x="3056648" y="3310623"/>
                </a:lnTo>
                <a:lnTo>
                  <a:pt x="4131640" y="3310623"/>
                </a:lnTo>
                <a:lnTo>
                  <a:pt x="4146918" y="3310445"/>
                </a:lnTo>
                <a:lnTo>
                  <a:pt x="4192574" y="3306699"/>
                </a:lnTo>
                <a:lnTo>
                  <a:pt x="4237634" y="3298494"/>
                </a:lnTo>
                <a:lnTo>
                  <a:pt x="4281678" y="3285921"/>
                </a:lnTo>
                <a:lnTo>
                  <a:pt x="4324286" y="3269081"/>
                </a:lnTo>
                <a:lnTo>
                  <a:pt x="4365028" y="3248152"/>
                </a:lnTo>
                <a:lnTo>
                  <a:pt x="4403534" y="3223336"/>
                </a:lnTo>
                <a:lnTo>
                  <a:pt x="4439412" y="3194850"/>
                </a:lnTo>
                <a:lnTo>
                  <a:pt x="4472330" y="3162998"/>
                </a:lnTo>
                <a:lnTo>
                  <a:pt x="4501972" y="3128073"/>
                </a:lnTo>
                <a:lnTo>
                  <a:pt x="4528032" y="3090405"/>
                </a:lnTo>
                <a:lnTo>
                  <a:pt x="4550283" y="3050362"/>
                </a:lnTo>
                <a:lnTo>
                  <a:pt x="4568507" y="3008338"/>
                </a:lnTo>
                <a:lnTo>
                  <a:pt x="4582515" y="2964713"/>
                </a:lnTo>
                <a:lnTo>
                  <a:pt x="4592193" y="2919946"/>
                </a:lnTo>
                <a:lnTo>
                  <a:pt x="4597438" y="2874441"/>
                </a:lnTo>
                <a:lnTo>
                  <a:pt x="4598365" y="2851543"/>
                </a:lnTo>
                <a:lnTo>
                  <a:pt x="4598365" y="466737"/>
                </a:lnTo>
                <a:close/>
              </a:path>
            </a:pathLst>
          </a:custGeom>
          <a:solidFill>
            <a:srgbClr val="F579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6"/>
          <p:cNvSpPr/>
          <p:nvPr/>
        </p:nvSpPr>
        <p:spPr>
          <a:xfrm>
            <a:off x="12760071" y="4363796"/>
            <a:ext cx="4598670" cy="3310890"/>
          </a:xfrm>
          <a:custGeom>
            <a:rect b="b" l="l" r="r" t="t"/>
            <a:pathLst>
              <a:path extrusionOk="0" h="3310890" w="4598669">
                <a:moveTo>
                  <a:pt x="4598365" y="466737"/>
                </a:moveTo>
                <a:lnTo>
                  <a:pt x="4596866" y="428586"/>
                </a:lnTo>
                <a:lnTo>
                  <a:pt x="4590885" y="383171"/>
                </a:lnTo>
                <a:lnTo>
                  <a:pt x="4580483" y="338569"/>
                </a:lnTo>
                <a:lnTo>
                  <a:pt x="4565764" y="295186"/>
                </a:lnTo>
                <a:lnTo>
                  <a:pt x="4546854" y="253466"/>
                </a:lnTo>
                <a:lnTo>
                  <a:pt x="4523956" y="213791"/>
                </a:lnTo>
                <a:lnTo>
                  <a:pt x="4497260" y="176555"/>
                </a:lnTo>
                <a:lnTo>
                  <a:pt x="4467072" y="142113"/>
                </a:lnTo>
                <a:lnTo>
                  <a:pt x="4433633" y="110794"/>
                </a:lnTo>
                <a:lnTo>
                  <a:pt x="4397286" y="82918"/>
                </a:lnTo>
                <a:lnTo>
                  <a:pt x="4358386" y="58724"/>
                </a:lnTo>
                <a:lnTo>
                  <a:pt x="4317314" y="38468"/>
                </a:lnTo>
                <a:lnTo>
                  <a:pt x="4274439" y="22326"/>
                </a:lnTo>
                <a:lnTo>
                  <a:pt x="4230192" y="10464"/>
                </a:lnTo>
                <a:lnTo>
                  <a:pt x="4184993" y="3009"/>
                </a:lnTo>
                <a:lnTo>
                  <a:pt x="4139285" y="12"/>
                </a:lnTo>
                <a:lnTo>
                  <a:pt x="3056648" y="12"/>
                </a:lnTo>
                <a:lnTo>
                  <a:pt x="0" y="0"/>
                </a:lnTo>
                <a:lnTo>
                  <a:pt x="0" y="3310623"/>
                </a:lnTo>
                <a:lnTo>
                  <a:pt x="564908" y="3310623"/>
                </a:lnTo>
                <a:lnTo>
                  <a:pt x="3056648" y="3310623"/>
                </a:lnTo>
                <a:lnTo>
                  <a:pt x="4131640" y="3310623"/>
                </a:lnTo>
                <a:lnTo>
                  <a:pt x="4146918" y="3310445"/>
                </a:lnTo>
                <a:lnTo>
                  <a:pt x="4192574" y="3306699"/>
                </a:lnTo>
                <a:lnTo>
                  <a:pt x="4237634" y="3298494"/>
                </a:lnTo>
                <a:lnTo>
                  <a:pt x="4281678" y="3285921"/>
                </a:lnTo>
                <a:lnTo>
                  <a:pt x="4324286" y="3269081"/>
                </a:lnTo>
                <a:lnTo>
                  <a:pt x="4365028" y="3248152"/>
                </a:lnTo>
                <a:lnTo>
                  <a:pt x="4403534" y="3223336"/>
                </a:lnTo>
                <a:lnTo>
                  <a:pt x="4439412" y="3194850"/>
                </a:lnTo>
                <a:lnTo>
                  <a:pt x="4472330" y="3162998"/>
                </a:lnTo>
                <a:lnTo>
                  <a:pt x="4501972" y="3128073"/>
                </a:lnTo>
                <a:lnTo>
                  <a:pt x="4528045" y="3090405"/>
                </a:lnTo>
                <a:lnTo>
                  <a:pt x="4550283" y="3050362"/>
                </a:lnTo>
                <a:lnTo>
                  <a:pt x="4568507" y="3008338"/>
                </a:lnTo>
                <a:lnTo>
                  <a:pt x="4582515" y="2964713"/>
                </a:lnTo>
                <a:lnTo>
                  <a:pt x="4592193" y="2919946"/>
                </a:lnTo>
                <a:lnTo>
                  <a:pt x="4597438" y="2874441"/>
                </a:lnTo>
                <a:lnTo>
                  <a:pt x="4598365" y="2851543"/>
                </a:lnTo>
                <a:lnTo>
                  <a:pt x="4598365" y="466737"/>
                </a:lnTo>
                <a:close/>
              </a:path>
            </a:pathLst>
          </a:custGeom>
          <a:solidFill>
            <a:srgbClr val="EF8F5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6"/>
          <p:cNvSpPr txBox="1"/>
          <p:nvPr/>
        </p:nvSpPr>
        <p:spPr>
          <a:xfrm>
            <a:off x="3354983" y="4546991"/>
            <a:ext cx="2859405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Ciclo completo de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2" name="Google Shape;792;p26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793" name="Google Shape;793;p26"/>
          <p:cNvSpPr txBox="1"/>
          <p:nvPr/>
        </p:nvSpPr>
        <p:spPr>
          <a:xfrm>
            <a:off x="3060600" y="9656285"/>
            <a:ext cx="5080000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Plataforma Power BI y diseño de dashboards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4" name="Google Shape;794;p26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  <p:sp>
        <p:nvSpPr>
          <p:cNvPr id="795" name="Google Shape;795;p26"/>
          <p:cNvSpPr txBox="1"/>
          <p:nvPr/>
        </p:nvSpPr>
        <p:spPr>
          <a:xfrm>
            <a:off x="3354983" y="4943231"/>
            <a:ext cx="3095625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análisis en Power BI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6" name="Google Shape;796;p26"/>
          <p:cNvSpPr txBox="1"/>
          <p:nvPr/>
        </p:nvSpPr>
        <p:spPr>
          <a:xfrm>
            <a:off x="3354983" y="5578231"/>
            <a:ext cx="345249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Permite modelar datos, calcular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7" name="Google Shape;797;p26"/>
          <p:cNvSpPr txBox="1"/>
          <p:nvPr/>
        </p:nvSpPr>
        <p:spPr>
          <a:xfrm>
            <a:off x="3354983" y="5883031"/>
            <a:ext cx="309943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medidas y publicar reportes.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8" name="Google Shape;798;p26"/>
          <p:cNvSpPr txBox="1"/>
          <p:nvPr/>
        </p:nvSpPr>
        <p:spPr>
          <a:xfrm>
            <a:off x="8212949" y="4520014"/>
            <a:ext cx="3948000" cy="12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Modelo tabular y DAX para KPIs sólidos</a:t>
            </a:r>
            <a:endParaRPr b="0" i="0" sz="2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F7F7F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9" name="Google Shape;799;p26"/>
          <p:cNvSpPr txBox="1"/>
          <p:nvPr/>
        </p:nvSpPr>
        <p:spPr>
          <a:xfrm>
            <a:off x="8212956" y="5551228"/>
            <a:ext cx="318516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Construcción de indicadores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0" name="Google Shape;800;p26"/>
          <p:cNvSpPr txBox="1"/>
          <p:nvPr/>
        </p:nvSpPr>
        <p:spPr>
          <a:xfrm>
            <a:off x="8212956" y="5856028"/>
            <a:ext cx="320421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sensibles al contexto de ﬁltro.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1" name="Google Shape;801;p26"/>
          <p:cNvSpPr txBox="1"/>
          <p:nvPr/>
        </p:nvSpPr>
        <p:spPr>
          <a:xfrm>
            <a:off x="13052995" y="4546991"/>
            <a:ext cx="3504565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Visuales interactivos y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2" name="Google Shape;802;p26"/>
          <p:cNvSpPr txBox="1"/>
          <p:nvPr/>
        </p:nvSpPr>
        <p:spPr>
          <a:xfrm>
            <a:off x="13052995" y="4943231"/>
            <a:ext cx="3434715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scorecards ejecutivos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3" name="Google Shape;803;p26"/>
          <p:cNvSpPr txBox="1"/>
          <p:nvPr/>
        </p:nvSpPr>
        <p:spPr>
          <a:xfrm>
            <a:off x="13052995" y="5578231"/>
            <a:ext cx="249110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KPI, matrices y formato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4" name="Google Shape;804;p26"/>
          <p:cNvSpPr txBox="1"/>
          <p:nvPr/>
        </p:nvSpPr>
        <p:spPr>
          <a:xfrm>
            <a:off x="13052995" y="5883031"/>
            <a:ext cx="357822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condicional para lectura rápida y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5" name="Google Shape;805;p26"/>
          <p:cNvSpPr txBox="1"/>
          <p:nvPr/>
        </p:nvSpPr>
        <p:spPr>
          <a:xfrm>
            <a:off x="13052995" y="6187831"/>
            <a:ext cx="194563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análisis profundo.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27"/>
          <p:cNvSpPr txBox="1"/>
          <p:nvPr/>
        </p:nvSpPr>
        <p:spPr>
          <a:xfrm>
            <a:off x="13274079" y="5698545"/>
            <a:ext cx="3995420" cy="1270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Prevención de saturación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16534" lvl="0" marL="228600" marR="120014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Distribuir elementos según importancia para evitar confusión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11" name="Google Shape;811;p27"/>
          <p:cNvSpPr txBox="1"/>
          <p:nvPr/>
        </p:nvSpPr>
        <p:spPr>
          <a:xfrm>
            <a:off x="8167341" y="5698609"/>
            <a:ext cx="4035300" cy="19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Jerarquía visual definida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16534" lvl="0" marL="228600" marR="675005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Indicadores clave en la parte superior del dashboard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16534" lvl="0" marL="228600" marR="508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Tendencias y comparaciones en la zona media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12" name="Google Shape;812;p27"/>
          <p:cNvSpPr txBox="1"/>
          <p:nvPr/>
        </p:nvSpPr>
        <p:spPr>
          <a:xfrm>
            <a:off x="3060600" y="5698610"/>
            <a:ext cx="3671570" cy="1666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Claridad y síntesis en el diseño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16534" lvl="0" marL="228600" marR="191135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Evitar exceso de visuales para facilitar la interpretación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13" name="Google Shape;813;p27"/>
          <p:cNvSpPr/>
          <p:nvPr/>
        </p:nvSpPr>
        <p:spPr>
          <a:xfrm>
            <a:off x="13286750" y="4623065"/>
            <a:ext cx="720090" cy="718820"/>
          </a:xfrm>
          <a:custGeom>
            <a:rect b="b" l="l" r="r" t="t"/>
            <a:pathLst>
              <a:path extrusionOk="0" h="718820" w="720090">
                <a:moveTo>
                  <a:pt x="48006" y="695960"/>
                </a:moveTo>
                <a:lnTo>
                  <a:pt x="24003" y="695960"/>
                </a:lnTo>
                <a:lnTo>
                  <a:pt x="24003" y="718820"/>
                </a:lnTo>
                <a:lnTo>
                  <a:pt x="48006" y="718820"/>
                </a:lnTo>
                <a:lnTo>
                  <a:pt x="48006" y="695960"/>
                </a:lnTo>
                <a:close/>
              </a:path>
              <a:path extrusionOk="0" h="718820" w="720090">
                <a:moveTo>
                  <a:pt x="120002" y="695960"/>
                </a:moveTo>
                <a:lnTo>
                  <a:pt x="95999" y="695960"/>
                </a:lnTo>
                <a:lnTo>
                  <a:pt x="95999" y="718820"/>
                </a:lnTo>
                <a:lnTo>
                  <a:pt x="120002" y="718820"/>
                </a:lnTo>
                <a:lnTo>
                  <a:pt x="120002" y="695960"/>
                </a:lnTo>
                <a:close/>
              </a:path>
              <a:path extrusionOk="0" h="718820" w="720090">
                <a:moveTo>
                  <a:pt x="192011" y="695960"/>
                </a:moveTo>
                <a:lnTo>
                  <a:pt x="168008" y="695960"/>
                </a:lnTo>
                <a:lnTo>
                  <a:pt x="168008" y="718820"/>
                </a:lnTo>
                <a:lnTo>
                  <a:pt x="192011" y="718820"/>
                </a:lnTo>
                <a:lnTo>
                  <a:pt x="192011" y="695960"/>
                </a:lnTo>
                <a:close/>
              </a:path>
              <a:path extrusionOk="0" h="718820" w="720090">
                <a:moveTo>
                  <a:pt x="264007" y="695960"/>
                </a:moveTo>
                <a:lnTo>
                  <a:pt x="240004" y="695960"/>
                </a:lnTo>
                <a:lnTo>
                  <a:pt x="240004" y="718820"/>
                </a:lnTo>
                <a:lnTo>
                  <a:pt x="264007" y="718820"/>
                </a:lnTo>
                <a:lnTo>
                  <a:pt x="264007" y="695960"/>
                </a:lnTo>
                <a:close/>
              </a:path>
              <a:path extrusionOk="0" h="718820" w="720090">
                <a:moveTo>
                  <a:pt x="336016" y="695960"/>
                </a:moveTo>
                <a:lnTo>
                  <a:pt x="312013" y="695960"/>
                </a:lnTo>
                <a:lnTo>
                  <a:pt x="312013" y="718820"/>
                </a:lnTo>
                <a:lnTo>
                  <a:pt x="336016" y="718820"/>
                </a:lnTo>
                <a:lnTo>
                  <a:pt x="336016" y="695960"/>
                </a:lnTo>
                <a:close/>
              </a:path>
              <a:path extrusionOk="0" h="718820" w="720090">
                <a:moveTo>
                  <a:pt x="408025" y="695960"/>
                </a:moveTo>
                <a:lnTo>
                  <a:pt x="384022" y="695960"/>
                </a:lnTo>
                <a:lnTo>
                  <a:pt x="384022" y="718820"/>
                </a:lnTo>
                <a:lnTo>
                  <a:pt x="408025" y="718820"/>
                </a:lnTo>
                <a:lnTo>
                  <a:pt x="408025" y="695960"/>
                </a:lnTo>
                <a:close/>
              </a:path>
              <a:path extrusionOk="0" h="718820" w="720090">
                <a:moveTo>
                  <a:pt x="480021" y="695960"/>
                </a:moveTo>
                <a:lnTo>
                  <a:pt x="456018" y="695960"/>
                </a:lnTo>
                <a:lnTo>
                  <a:pt x="456018" y="718820"/>
                </a:lnTo>
                <a:lnTo>
                  <a:pt x="480021" y="718820"/>
                </a:lnTo>
                <a:lnTo>
                  <a:pt x="480021" y="695960"/>
                </a:lnTo>
                <a:close/>
              </a:path>
              <a:path extrusionOk="0" h="718820" w="720090">
                <a:moveTo>
                  <a:pt x="552030" y="695960"/>
                </a:moveTo>
                <a:lnTo>
                  <a:pt x="528027" y="695960"/>
                </a:lnTo>
                <a:lnTo>
                  <a:pt x="528027" y="718820"/>
                </a:lnTo>
                <a:lnTo>
                  <a:pt x="552030" y="718820"/>
                </a:lnTo>
                <a:lnTo>
                  <a:pt x="552030" y="695960"/>
                </a:lnTo>
                <a:close/>
              </a:path>
              <a:path extrusionOk="0" h="718820" w="720090">
                <a:moveTo>
                  <a:pt x="624027" y="695960"/>
                </a:moveTo>
                <a:lnTo>
                  <a:pt x="600024" y="695960"/>
                </a:lnTo>
                <a:lnTo>
                  <a:pt x="600024" y="718820"/>
                </a:lnTo>
                <a:lnTo>
                  <a:pt x="624027" y="718820"/>
                </a:lnTo>
                <a:lnTo>
                  <a:pt x="624027" y="695960"/>
                </a:lnTo>
                <a:close/>
              </a:path>
              <a:path extrusionOk="0" h="718820" w="720090">
                <a:moveTo>
                  <a:pt x="696036" y="695960"/>
                </a:moveTo>
                <a:lnTo>
                  <a:pt x="672033" y="695960"/>
                </a:lnTo>
                <a:lnTo>
                  <a:pt x="672033" y="718820"/>
                </a:lnTo>
                <a:lnTo>
                  <a:pt x="696036" y="718820"/>
                </a:lnTo>
                <a:lnTo>
                  <a:pt x="696036" y="695960"/>
                </a:lnTo>
                <a:close/>
              </a:path>
              <a:path extrusionOk="0" h="718820" w="720090">
                <a:moveTo>
                  <a:pt x="720039" y="671830"/>
                </a:moveTo>
                <a:lnTo>
                  <a:pt x="0" y="671830"/>
                </a:lnTo>
                <a:lnTo>
                  <a:pt x="0" y="695960"/>
                </a:lnTo>
                <a:lnTo>
                  <a:pt x="720039" y="695960"/>
                </a:lnTo>
                <a:lnTo>
                  <a:pt x="720039" y="671830"/>
                </a:lnTo>
                <a:close/>
              </a:path>
              <a:path extrusionOk="0" h="718820" w="720090">
                <a:moveTo>
                  <a:pt x="156006" y="0"/>
                </a:moveTo>
                <a:lnTo>
                  <a:pt x="124806" y="24130"/>
                </a:lnTo>
                <a:lnTo>
                  <a:pt x="107062" y="95250"/>
                </a:lnTo>
                <a:lnTo>
                  <a:pt x="101411" y="148590"/>
                </a:lnTo>
                <a:lnTo>
                  <a:pt x="96934" y="214630"/>
                </a:lnTo>
                <a:lnTo>
                  <a:pt x="92900" y="290830"/>
                </a:lnTo>
                <a:lnTo>
                  <a:pt x="90063" y="345440"/>
                </a:lnTo>
                <a:lnTo>
                  <a:pt x="86763" y="401320"/>
                </a:lnTo>
                <a:lnTo>
                  <a:pt x="82154" y="461010"/>
                </a:lnTo>
                <a:lnTo>
                  <a:pt x="76289" y="515620"/>
                </a:lnTo>
                <a:lnTo>
                  <a:pt x="68622" y="565150"/>
                </a:lnTo>
                <a:lnTo>
                  <a:pt x="58756" y="608330"/>
                </a:lnTo>
                <a:lnTo>
                  <a:pt x="30842" y="664210"/>
                </a:lnTo>
                <a:lnTo>
                  <a:pt x="12001" y="671830"/>
                </a:lnTo>
                <a:lnTo>
                  <a:pt x="153174" y="671830"/>
                </a:lnTo>
                <a:lnTo>
                  <a:pt x="159724" y="669290"/>
                </a:lnTo>
                <a:lnTo>
                  <a:pt x="57708" y="669290"/>
                </a:lnTo>
                <a:lnTo>
                  <a:pt x="71267" y="643890"/>
                </a:lnTo>
                <a:lnTo>
                  <a:pt x="91489" y="572770"/>
                </a:lnTo>
                <a:lnTo>
                  <a:pt x="98798" y="527050"/>
                </a:lnTo>
                <a:lnTo>
                  <a:pt x="104667" y="474980"/>
                </a:lnTo>
                <a:lnTo>
                  <a:pt x="109420" y="419100"/>
                </a:lnTo>
                <a:lnTo>
                  <a:pt x="113379" y="356870"/>
                </a:lnTo>
                <a:lnTo>
                  <a:pt x="116865" y="292100"/>
                </a:lnTo>
                <a:lnTo>
                  <a:pt x="119804" y="234950"/>
                </a:lnTo>
                <a:lnTo>
                  <a:pt x="123618" y="173990"/>
                </a:lnTo>
                <a:lnTo>
                  <a:pt x="128725" y="116840"/>
                </a:lnTo>
                <a:lnTo>
                  <a:pt x="135546" y="68580"/>
                </a:lnTo>
                <a:lnTo>
                  <a:pt x="144500" y="35560"/>
                </a:lnTo>
                <a:lnTo>
                  <a:pt x="156006" y="22860"/>
                </a:lnTo>
                <a:lnTo>
                  <a:pt x="187100" y="22860"/>
                </a:lnTo>
                <a:lnTo>
                  <a:pt x="178970" y="10160"/>
                </a:lnTo>
                <a:lnTo>
                  <a:pt x="156006" y="0"/>
                </a:lnTo>
                <a:close/>
              </a:path>
              <a:path extrusionOk="0" h="718820" w="720090">
                <a:moveTo>
                  <a:pt x="253318" y="635000"/>
                </a:moveTo>
                <a:lnTo>
                  <a:pt x="227330" y="635000"/>
                </a:lnTo>
                <a:lnTo>
                  <a:pt x="217366" y="650240"/>
                </a:lnTo>
                <a:lnTo>
                  <a:pt x="206217" y="661670"/>
                </a:lnTo>
                <a:lnTo>
                  <a:pt x="193795" y="669290"/>
                </a:lnTo>
                <a:lnTo>
                  <a:pt x="180009" y="671830"/>
                </a:lnTo>
                <a:lnTo>
                  <a:pt x="230454" y="671830"/>
                </a:lnTo>
                <a:lnTo>
                  <a:pt x="240350" y="659130"/>
                </a:lnTo>
                <a:lnTo>
                  <a:pt x="249294" y="643890"/>
                </a:lnTo>
                <a:lnTo>
                  <a:pt x="253318" y="635000"/>
                </a:lnTo>
                <a:close/>
              </a:path>
              <a:path extrusionOk="0" h="718820" w="720090">
                <a:moveTo>
                  <a:pt x="390164" y="500380"/>
                </a:moveTo>
                <a:lnTo>
                  <a:pt x="360019" y="500380"/>
                </a:lnTo>
                <a:lnTo>
                  <a:pt x="381147" y="529590"/>
                </a:lnTo>
                <a:lnTo>
                  <a:pt x="404037" y="557530"/>
                </a:lnTo>
                <a:lnTo>
                  <a:pt x="428785" y="582930"/>
                </a:lnTo>
                <a:lnTo>
                  <a:pt x="455485" y="607060"/>
                </a:lnTo>
                <a:lnTo>
                  <a:pt x="462695" y="626110"/>
                </a:lnTo>
                <a:lnTo>
                  <a:pt x="470742" y="643890"/>
                </a:lnTo>
                <a:lnTo>
                  <a:pt x="479683" y="659130"/>
                </a:lnTo>
                <a:lnTo>
                  <a:pt x="489572" y="671830"/>
                </a:lnTo>
                <a:lnTo>
                  <a:pt x="540029" y="671830"/>
                </a:lnTo>
                <a:lnTo>
                  <a:pt x="526241" y="669290"/>
                </a:lnTo>
                <a:lnTo>
                  <a:pt x="513816" y="661670"/>
                </a:lnTo>
                <a:lnTo>
                  <a:pt x="502667" y="650240"/>
                </a:lnTo>
                <a:lnTo>
                  <a:pt x="492709" y="635000"/>
                </a:lnTo>
                <a:lnTo>
                  <a:pt x="545376" y="635000"/>
                </a:lnTo>
                <a:lnTo>
                  <a:pt x="515862" y="619760"/>
                </a:lnTo>
                <a:lnTo>
                  <a:pt x="475805" y="591820"/>
                </a:lnTo>
                <a:lnTo>
                  <a:pt x="468309" y="562610"/>
                </a:lnTo>
                <a:lnTo>
                  <a:pt x="443318" y="562610"/>
                </a:lnTo>
                <a:lnTo>
                  <a:pt x="424513" y="543560"/>
                </a:lnTo>
                <a:lnTo>
                  <a:pt x="406811" y="521970"/>
                </a:lnTo>
                <a:lnTo>
                  <a:pt x="390164" y="500380"/>
                </a:lnTo>
                <a:close/>
              </a:path>
              <a:path extrusionOk="0" h="718820" w="720090">
                <a:moveTo>
                  <a:pt x="545376" y="635000"/>
                </a:moveTo>
                <a:lnTo>
                  <a:pt x="492709" y="635000"/>
                </a:lnTo>
                <a:lnTo>
                  <a:pt x="510159" y="645160"/>
                </a:lnTo>
                <a:lnTo>
                  <a:pt x="528315" y="655320"/>
                </a:lnTo>
                <a:lnTo>
                  <a:pt x="547207" y="664210"/>
                </a:lnTo>
                <a:lnTo>
                  <a:pt x="566864" y="671830"/>
                </a:lnTo>
                <a:lnTo>
                  <a:pt x="708037" y="671830"/>
                </a:lnTo>
                <a:lnTo>
                  <a:pt x="701756" y="669290"/>
                </a:lnTo>
                <a:lnTo>
                  <a:pt x="662330" y="669290"/>
                </a:lnTo>
                <a:lnTo>
                  <a:pt x="608872" y="659130"/>
                </a:lnTo>
                <a:lnTo>
                  <a:pt x="560133" y="642620"/>
                </a:lnTo>
                <a:lnTo>
                  <a:pt x="545376" y="635000"/>
                </a:lnTo>
                <a:close/>
              </a:path>
              <a:path extrusionOk="0" h="718820" w="720090">
                <a:moveTo>
                  <a:pt x="187100" y="22860"/>
                </a:moveTo>
                <a:lnTo>
                  <a:pt x="156006" y="22860"/>
                </a:lnTo>
                <a:lnTo>
                  <a:pt x="169295" y="35560"/>
                </a:lnTo>
                <a:lnTo>
                  <a:pt x="184057" y="67310"/>
                </a:lnTo>
                <a:lnTo>
                  <a:pt x="199472" y="111760"/>
                </a:lnTo>
                <a:lnTo>
                  <a:pt x="214718" y="160020"/>
                </a:lnTo>
                <a:lnTo>
                  <a:pt x="228356" y="204470"/>
                </a:lnTo>
                <a:lnTo>
                  <a:pt x="243587" y="251460"/>
                </a:lnTo>
                <a:lnTo>
                  <a:pt x="260783" y="299720"/>
                </a:lnTo>
                <a:lnTo>
                  <a:pt x="280314" y="349250"/>
                </a:lnTo>
                <a:lnTo>
                  <a:pt x="275750" y="401320"/>
                </a:lnTo>
                <a:lnTo>
                  <a:pt x="270029" y="454660"/>
                </a:lnTo>
                <a:lnTo>
                  <a:pt x="263150" y="505460"/>
                </a:lnTo>
                <a:lnTo>
                  <a:pt x="254663" y="551180"/>
                </a:lnTo>
                <a:lnTo>
                  <a:pt x="244233" y="591820"/>
                </a:lnTo>
                <a:lnTo>
                  <a:pt x="204184" y="619760"/>
                </a:lnTo>
                <a:lnTo>
                  <a:pt x="159915" y="642620"/>
                </a:lnTo>
                <a:lnTo>
                  <a:pt x="111174" y="659130"/>
                </a:lnTo>
                <a:lnTo>
                  <a:pt x="57708" y="669290"/>
                </a:lnTo>
                <a:lnTo>
                  <a:pt x="159724" y="669290"/>
                </a:lnTo>
                <a:lnTo>
                  <a:pt x="172824" y="664210"/>
                </a:lnTo>
                <a:lnTo>
                  <a:pt x="191714" y="655320"/>
                </a:lnTo>
                <a:lnTo>
                  <a:pt x="209872" y="645160"/>
                </a:lnTo>
                <a:lnTo>
                  <a:pt x="227330" y="635000"/>
                </a:lnTo>
                <a:lnTo>
                  <a:pt x="253318" y="635000"/>
                </a:lnTo>
                <a:lnTo>
                  <a:pt x="257343" y="626110"/>
                </a:lnTo>
                <a:lnTo>
                  <a:pt x="264553" y="607060"/>
                </a:lnTo>
                <a:lnTo>
                  <a:pt x="291250" y="582930"/>
                </a:lnTo>
                <a:lnTo>
                  <a:pt x="311051" y="562610"/>
                </a:lnTo>
                <a:lnTo>
                  <a:pt x="276720" y="562610"/>
                </a:lnTo>
                <a:lnTo>
                  <a:pt x="284335" y="524510"/>
                </a:lnTo>
                <a:lnTo>
                  <a:pt x="290687" y="483870"/>
                </a:lnTo>
                <a:lnTo>
                  <a:pt x="296004" y="440690"/>
                </a:lnTo>
                <a:lnTo>
                  <a:pt x="300520" y="394970"/>
                </a:lnTo>
                <a:lnTo>
                  <a:pt x="327333" y="394970"/>
                </a:lnTo>
                <a:lnTo>
                  <a:pt x="317073" y="373380"/>
                </a:lnTo>
                <a:lnTo>
                  <a:pt x="304749" y="345440"/>
                </a:lnTo>
                <a:lnTo>
                  <a:pt x="306968" y="316230"/>
                </a:lnTo>
                <a:lnTo>
                  <a:pt x="308639" y="294640"/>
                </a:lnTo>
                <a:lnTo>
                  <a:pt x="284556" y="294640"/>
                </a:lnTo>
                <a:lnTo>
                  <a:pt x="271155" y="257810"/>
                </a:lnTo>
                <a:lnTo>
                  <a:pt x="258979" y="220980"/>
                </a:lnTo>
                <a:lnTo>
                  <a:pt x="247864" y="186690"/>
                </a:lnTo>
                <a:lnTo>
                  <a:pt x="237642" y="153670"/>
                </a:lnTo>
                <a:lnTo>
                  <a:pt x="217164" y="88900"/>
                </a:lnTo>
                <a:lnTo>
                  <a:pt x="198481" y="40640"/>
                </a:lnTo>
                <a:lnTo>
                  <a:pt x="187100" y="22860"/>
                </a:lnTo>
                <a:close/>
              </a:path>
              <a:path extrusionOk="0" h="718820" w="720090">
                <a:moveTo>
                  <a:pt x="594328" y="22860"/>
                </a:moveTo>
                <a:lnTo>
                  <a:pt x="564032" y="22860"/>
                </a:lnTo>
                <a:lnTo>
                  <a:pt x="575537" y="35560"/>
                </a:lnTo>
                <a:lnTo>
                  <a:pt x="584489" y="68580"/>
                </a:lnTo>
                <a:lnTo>
                  <a:pt x="591308" y="116840"/>
                </a:lnTo>
                <a:lnTo>
                  <a:pt x="596415" y="173990"/>
                </a:lnTo>
                <a:lnTo>
                  <a:pt x="600230" y="234950"/>
                </a:lnTo>
                <a:lnTo>
                  <a:pt x="603108" y="290830"/>
                </a:lnTo>
                <a:lnTo>
                  <a:pt x="606663" y="356870"/>
                </a:lnTo>
                <a:lnTo>
                  <a:pt x="610623" y="419100"/>
                </a:lnTo>
                <a:lnTo>
                  <a:pt x="615377" y="474980"/>
                </a:lnTo>
                <a:lnTo>
                  <a:pt x="621245" y="527050"/>
                </a:lnTo>
                <a:lnTo>
                  <a:pt x="628552" y="572770"/>
                </a:lnTo>
                <a:lnTo>
                  <a:pt x="637620" y="612140"/>
                </a:lnTo>
                <a:lnTo>
                  <a:pt x="662330" y="669290"/>
                </a:lnTo>
                <a:lnTo>
                  <a:pt x="701756" y="669290"/>
                </a:lnTo>
                <a:lnTo>
                  <a:pt x="689193" y="664210"/>
                </a:lnTo>
                <a:lnTo>
                  <a:pt x="673737" y="641350"/>
                </a:lnTo>
                <a:lnTo>
                  <a:pt x="651407" y="565150"/>
                </a:lnTo>
                <a:lnTo>
                  <a:pt x="643740" y="515620"/>
                </a:lnTo>
                <a:lnTo>
                  <a:pt x="637876" y="461010"/>
                </a:lnTo>
                <a:lnTo>
                  <a:pt x="633419" y="403860"/>
                </a:lnTo>
                <a:lnTo>
                  <a:pt x="629971" y="345440"/>
                </a:lnTo>
                <a:lnTo>
                  <a:pt x="627204" y="292100"/>
                </a:lnTo>
                <a:lnTo>
                  <a:pt x="623105" y="214630"/>
                </a:lnTo>
                <a:lnTo>
                  <a:pt x="618627" y="148590"/>
                </a:lnTo>
                <a:lnTo>
                  <a:pt x="612976" y="95250"/>
                </a:lnTo>
                <a:lnTo>
                  <a:pt x="605421" y="53340"/>
                </a:lnTo>
                <a:lnTo>
                  <a:pt x="595232" y="24130"/>
                </a:lnTo>
                <a:lnTo>
                  <a:pt x="594328" y="22860"/>
                </a:lnTo>
                <a:close/>
              </a:path>
              <a:path extrusionOk="0" h="718820" w="720090">
                <a:moveTo>
                  <a:pt x="327333" y="394970"/>
                </a:moveTo>
                <a:lnTo>
                  <a:pt x="300520" y="394970"/>
                </a:lnTo>
                <a:lnTo>
                  <a:pt x="310852" y="416560"/>
                </a:lnTo>
                <a:lnTo>
                  <a:pt x="321784" y="436880"/>
                </a:lnTo>
                <a:lnTo>
                  <a:pt x="333333" y="458470"/>
                </a:lnTo>
                <a:lnTo>
                  <a:pt x="329875" y="500380"/>
                </a:lnTo>
                <a:lnTo>
                  <a:pt x="295526" y="543560"/>
                </a:lnTo>
                <a:lnTo>
                  <a:pt x="276720" y="562610"/>
                </a:lnTo>
                <a:lnTo>
                  <a:pt x="311051" y="562610"/>
                </a:lnTo>
                <a:lnTo>
                  <a:pt x="316001" y="557530"/>
                </a:lnTo>
                <a:lnTo>
                  <a:pt x="338895" y="529590"/>
                </a:lnTo>
                <a:lnTo>
                  <a:pt x="360019" y="500380"/>
                </a:lnTo>
                <a:lnTo>
                  <a:pt x="390164" y="500380"/>
                </a:lnTo>
                <a:lnTo>
                  <a:pt x="374523" y="478790"/>
                </a:lnTo>
                <a:lnTo>
                  <a:pt x="386711" y="458470"/>
                </a:lnTo>
                <a:lnTo>
                  <a:pt x="388749" y="454660"/>
                </a:lnTo>
                <a:lnTo>
                  <a:pt x="360019" y="454660"/>
                </a:lnTo>
                <a:lnTo>
                  <a:pt x="344645" y="427990"/>
                </a:lnTo>
                <a:lnTo>
                  <a:pt x="330350" y="401320"/>
                </a:lnTo>
                <a:lnTo>
                  <a:pt x="327333" y="394970"/>
                </a:lnTo>
                <a:close/>
              </a:path>
              <a:path extrusionOk="0" h="718820" w="720090">
                <a:moveTo>
                  <a:pt x="443743" y="394970"/>
                </a:moveTo>
                <a:lnTo>
                  <a:pt x="419531" y="394970"/>
                </a:lnTo>
                <a:lnTo>
                  <a:pt x="424043" y="440690"/>
                </a:lnTo>
                <a:lnTo>
                  <a:pt x="429353" y="483870"/>
                </a:lnTo>
                <a:lnTo>
                  <a:pt x="435699" y="524510"/>
                </a:lnTo>
                <a:lnTo>
                  <a:pt x="443318" y="562610"/>
                </a:lnTo>
                <a:lnTo>
                  <a:pt x="468309" y="562610"/>
                </a:lnTo>
                <a:lnTo>
                  <a:pt x="465376" y="551180"/>
                </a:lnTo>
                <a:lnTo>
                  <a:pt x="456893" y="505460"/>
                </a:lnTo>
                <a:lnTo>
                  <a:pt x="450017" y="454660"/>
                </a:lnTo>
                <a:lnTo>
                  <a:pt x="444411" y="402590"/>
                </a:lnTo>
                <a:lnTo>
                  <a:pt x="443743" y="394970"/>
                </a:lnTo>
                <a:close/>
              </a:path>
              <a:path extrusionOk="0" h="718820" w="720090">
                <a:moveTo>
                  <a:pt x="393674" y="22860"/>
                </a:moveTo>
                <a:lnTo>
                  <a:pt x="360019" y="22860"/>
                </a:lnTo>
                <a:lnTo>
                  <a:pt x="373994" y="35560"/>
                </a:lnTo>
                <a:lnTo>
                  <a:pt x="385159" y="67310"/>
                </a:lnTo>
                <a:lnTo>
                  <a:pt x="393973" y="114300"/>
                </a:lnTo>
                <a:lnTo>
                  <a:pt x="400894" y="170180"/>
                </a:lnTo>
                <a:lnTo>
                  <a:pt x="406382" y="229870"/>
                </a:lnTo>
                <a:lnTo>
                  <a:pt x="411094" y="290830"/>
                </a:lnTo>
                <a:lnTo>
                  <a:pt x="414169" y="330200"/>
                </a:lnTo>
                <a:lnTo>
                  <a:pt x="402964" y="373380"/>
                </a:lnTo>
                <a:lnTo>
                  <a:pt x="375388" y="427990"/>
                </a:lnTo>
                <a:lnTo>
                  <a:pt x="360019" y="454660"/>
                </a:lnTo>
                <a:lnTo>
                  <a:pt x="388749" y="454660"/>
                </a:lnTo>
                <a:lnTo>
                  <a:pt x="398260" y="436880"/>
                </a:lnTo>
                <a:lnTo>
                  <a:pt x="409193" y="416560"/>
                </a:lnTo>
                <a:lnTo>
                  <a:pt x="419531" y="394970"/>
                </a:lnTo>
                <a:lnTo>
                  <a:pt x="443743" y="394970"/>
                </a:lnTo>
                <a:lnTo>
                  <a:pt x="439737" y="349250"/>
                </a:lnTo>
                <a:lnTo>
                  <a:pt x="459266" y="299720"/>
                </a:lnTo>
                <a:lnTo>
                  <a:pt x="461075" y="294640"/>
                </a:lnTo>
                <a:lnTo>
                  <a:pt x="435483" y="294640"/>
                </a:lnTo>
                <a:lnTo>
                  <a:pt x="435254" y="292100"/>
                </a:lnTo>
                <a:lnTo>
                  <a:pt x="429040" y="212090"/>
                </a:lnTo>
                <a:lnTo>
                  <a:pt x="422899" y="148590"/>
                </a:lnTo>
                <a:lnTo>
                  <a:pt x="415641" y="96520"/>
                </a:lnTo>
                <a:lnTo>
                  <a:pt x="406495" y="54610"/>
                </a:lnTo>
                <a:lnTo>
                  <a:pt x="394690" y="24130"/>
                </a:lnTo>
                <a:lnTo>
                  <a:pt x="393674" y="22860"/>
                </a:lnTo>
                <a:close/>
              </a:path>
              <a:path extrusionOk="0" h="718820" w="720090">
                <a:moveTo>
                  <a:pt x="360019" y="0"/>
                </a:moveTo>
                <a:lnTo>
                  <a:pt x="325340" y="24130"/>
                </a:lnTo>
                <a:lnTo>
                  <a:pt x="304387" y="96520"/>
                </a:lnTo>
                <a:lnTo>
                  <a:pt x="297131" y="148590"/>
                </a:lnTo>
                <a:lnTo>
                  <a:pt x="290993" y="212090"/>
                </a:lnTo>
                <a:lnTo>
                  <a:pt x="284556" y="294640"/>
                </a:lnTo>
                <a:lnTo>
                  <a:pt x="308639" y="294640"/>
                </a:lnTo>
                <a:lnTo>
                  <a:pt x="313648" y="229870"/>
                </a:lnTo>
                <a:lnTo>
                  <a:pt x="319137" y="170180"/>
                </a:lnTo>
                <a:lnTo>
                  <a:pt x="326059" y="114300"/>
                </a:lnTo>
                <a:lnTo>
                  <a:pt x="334874" y="67310"/>
                </a:lnTo>
                <a:lnTo>
                  <a:pt x="346040" y="35560"/>
                </a:lnTo>
                <a:lnTo>
                  <a:pt x="360019" y="22860"/>
                </a:lnTo>
                <a:lnTo>
                  <a:pt x="393674" y="22860"/>
                </a:lnTo>
                <a:lnTo>
                  <a:pt x="379455" y="5080"/>
                </a:lnTo>
                <a:lnTo>
                  <a:pt x="360019" y="0"/>
                </a:lnTo>
                <a:close/>
              </a:path>
              <a:path extrusionOk="0" h="718820" w="720090">
                <a:moveTo>
                  <a:pt x="564032" y="0"/>
                </a:moveTo>
                <a:lnTo>
                  <a:pt x="521550" y="40640"/>
                </a:lnTo>
                <a:lnTo>
                  <a:pt x="502864" y="88900"/>
                </a:lnTo>
                <a:lnTo>
                  <a:pt x="482384" y="153670"/>
                </a:lnTo>
                <a:lnTo>
                  <a:pt x="472157" y="186690"/>
                </a:lnTo>
                <a:lnTo>
                  <a:pt x="461043" y="220980"/>
                </a:lnTo>
                <a:lnTo>
                  <a:pt x="448874" y="257810"/>
                </a:lnTo>
                <a:lnTo>
                  <a:pt x="435483" y="294640"/>
                </a:lnTo>
                <a:lnTo>
                  <a:pt x="461075" y="294640"/>
                </a:lnTo>
                <a:lnTo>
                  <a:pt x="476456" y="251460"/>
                </a:lnTo>
                <a:lnTo>
                  <a:pt x="491679" y="204470"/>
                </a:lnTo>
                <a:lnTo>
                  <a:pt x="505307" y="160020"/>
                </a:lnTo>
                <a:lnTo>
                  <a:pt x="520560" y="111760"/>
                </a:lnTo>
                <a:lnTo>
                  <a:pt x="535979" y="67310"/>
                </a:lnTo>
                <a:lnTo>
                  <a:pt x="550743" y="35560"/>
                </a:lnTo>
                <a:lnTo>
                  <a:pt x="564032" y="22860"/>
                </a:lnTo>
                <a:lnTo>
                  <a:pt x="594328" y="22860"/>
                </a:lnTo>
                <a:lnTo>
                  <a:pt x="581679" y="5080"/>
                </a:lnTo>
                <a:lnTo>
                  <a:pt x="564032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4" name="Google Shape;814;p27"/>
          <p:cNvGrpSpPr/>
          <p:nvPr/>
        </p:nvGrpSpPr>
        <p:grpSpPr>
          <a:xfrm>
            <a:off x="8180044" y="4621860"/>
            <a:ext cx="729615" cy="720090"/>
            <a:chOff x="8180044" y="4621860"/>
            <a:chExt cx="729615" cy="720090"/>
          </a:xfrm>
        </p:grpSpPr>
        <p:sp>
          <p:nvSpPr>
            <p:cNvPr id="815" name="Google Shape;815;p27"/>
            <p:cNvSpPr/>
            <p:nvPr/>
          </p:nvSpPr>
          <p:spPr>
            <a:xfrm>
              <a:off x="8180044" y="4621860"/>
              <a:ext cx="729615" cy="720090"/>
            </a:xfrm>
            <a:custGeom>
              <a:rect b="b" l="l" r="r" t="t"/>
              <a:pathLst>
                <a:path extrusionOk="0" h="720089" w="729615">
                  <a:moveTo>
                    <a:pt x="729322" y="44183"/>
                  </a:moveTo>
                  <a:lnTo>
                    <a:pt x="725843" y="27000"/>
                  </a:lnTo>
                  <a:lnTo>
                    <a:pt x="720940" y="19735"/>
                  </a:lnTo>
                  <a:lnTo>
                    <a:pt x="720940" y="44183"/>
                  </a:lnTo>
                  <a:lnTo>
                    <a:pt x="720940" y="90754"/>
                  </a:lnTo>
                  <a:lnTo>
                    <a:pt x="720940" y="152488"/>
                  </a:lnTo>
                  <a:lnTo>
                    <a:pt x="720940" y="160870"/>
                  </a:lnTo>
                  <a:lnTo>
                    <a:pt x="720940" y="675868"/>
                  </a:lnTo>
                  <a:lnTo>
                    <a:pt x="718121" y="689787"/>
                  </a:lnTo>
                  <a:lnTo>
                    <a:pt x="710438" y="701154"/>
                  </a:lnTo>
                  <a:lnTo>
                    <a:pt x="699071" y="708825"/>
                  </a:lnTo>
                  <a:lnTo>
                    <a:pt x="685152" y="711644"/>
                  </a:lnTo>
                  <a:lnTo>
                    <a:pt x="44183" y="711644"/>
                  </a:lnTo>
                  <a:lnTo>
                    <a:pt x="30264" y="708825"/>
                  </a:lnTo>
                  <a:lnTo>
                    <a:pt x="18872" y="701154"/>
                  </a:lnTo>
                  <a:lnTo>
                    <a:pt x="11201" y="689787"/>
                  </a:lnTo>
                  <a:lnTo>
                    <a:pt x="8382" y="675868"/>
                  </a:lnTo>
                  <a:lnTo>
                    <a:pt x="8382" y="160870"/>
                  </a:lnTo>
                  <a:lnTo>
                    <a:pt x="720940" y="160870"/>
                  </a:lnTo>
                  <a:lnTo>
                    <a:pt x="720940" y="152488"/>
                  </a:lnTo>
                  <a:lnTo>
                    <a:pt x="8382" y="152488"/>
                  </a:lnTo>
                  <a:lnTo>
                    <a:pt x="8382" y="90754"/>
                  </a:lnTo>
                  <a:lnTo>
                    <a:pt x="8382" y="44183"/>
                  </a:lnTo>
                  <a:lnTo>
                    <a:pt x="11201" y="30264"/>
                  </a:lnTo>
                  <a:lnTo>
                    <a:pt x="18872" y="18872"/>
                  </a:lnTo>
                  <a:lnTo>
                    <a:pt x="30251" y="11201"/>
                  </a:lnTo>
                  <a:lnTo>
                    <a:pt x="44183" y="8382"/>
                  </a:lnTo>
                  <a:lnTo>
                    <a:pt x="685152" y="8382"/>
                  </a:lnTo>
                  <a:lnTo>
                    <a:pt x="699071" y="11201"/>
                  </a:lnTo>
                  <a:lnTo>
                    <a:pt x="710450" y="18872"/>
                  </a:lnTo>
                  <a:lnTo>
                    <a:pt x="718121" y="30264"/>
                  </a:lnTo>
                  <a:lnTo>
                    <a:pt x="720940" y="44183"/>
                  </a:lnTo>
                  <a:lnTo>
                    <a:pt x="720940" y="19735"/>
                  </a:lnTo>
                  <a:lnTo>
                    <a:pt x="716368" y="12954"/>
                  </a:lnTo>
                  <a:lnTo>
                    <a:pt x="709599" y="8382"/>
                  </a:lnTo>
                  <a:lnTo>
                    <a:pt x="702322" y="3479"/>
                  </a:lnTo>
                  <a:lnTo>
                    <a:pt x="685152" y="0"/>
                  </a:lnTo>
                  <a:lnTo>
                    <a:pt x="44183" y="0"/>
                  </a:lnTo>
                  <a:lnTo>
                    <a:pt x="27000" y="3479"/>
                  </a:lnTo>
                  <a:lnTo>
                    <a:pt x="12954" y="12954"/>
                  </a:lnTo>
                  <a:lnTo>
                    <a:pt x="3479" y="27000"/>
                  </a:lnTo>
                  <a:lnTo>
                    <a:pt x="0" y="44183"/>
                  </a:lnTo>
                  <a:lnTo>
                    <a:pt x="0" y="90754"/>
                  </a:lnTo>
                  <a:lnTo>
                    <a:pt x="0" y="158991"/>
                  </a:lnTo>
                  <a:lnTo>
                    <a:pt x="0" y="675868"/>
                  </a:lnTo>
                  <a:lnTo>
                    <a:pt x="3467" y="693039"/>
                  </a:lnTo>
                  <a:lnTo>
                    <a:pt x="12954" y="707072"/>
                  </a:lnTo>
                  <a:lnTo>
                    <a:pt x="27000" y="716546"/>
                  </a:lnTo>
                  <a:lnTo>
                    <a:pt x="44183" y="720026"/>
                  </a:lnTo>
                  <a:lnTo>
                    <a:pt x="685152" y="720026"/>
                  </a:lnTo>
                  <a:lnTo>
                    <a:pt x="702322" y="716546"/>
                  </a:lnTo>
                  <a:lnTo>
                    <a:pt x="716368" y="707072"/>
                  </a:lnTo>
                  <a:lnTo>
                    <a:pt x="725843" y="693039"/>
                  </a:lnTo>
                  <a:lnTo>
                    <a:pt x="729322" y="675868"/>
                  </a:lnTo>
                  <a:lnTo>
                    <a:pt x="729322" y="158991"/>
                  </a:lnTo>
                  <a:lnTo>
                    <a:pt x="729322" y="152488"/>
                  </a:lnTo>
                  <a:lnTo>
                    <a:pt x="729322" y="90754"/>
                  </a:lnTo>
                  <a:lnTo>
                    <a:pt x="729322" y="44183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16" name="Google Shape;816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233532" y="4664877"/>
              <a:ext cx="266757" cy="803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7" name="Google Shape;817;p27"/>
            <p:cNvSpPr/>
            <p:nvPr/>
          </p:nvSpPr>
          <p:spPr>
            <a:xfrm>
              <a:off x="8511649" y="4959929"/>
              <a:ext cx="66040" cy="27305"/>
            </a:xfrm>
            <a:custGeom>
              <a:rect b="b" l="l" r="r" t="t"/>
              <a:pathLst>
                <a:path extrusionOk="0" h="27304" w="66040">
                  <a:moveTo>
                    <a:pt x="3759" y="0"/>
                  </a:moveTo>
                  <a:lnTo>
                    <a:pt x="1409" y="1168"/>
                  </a:lnTo>
                  <a:lnTo>
                    <a:pt x="0" y="5588"/>
                  </a:lnTo>
                  <a:lnTo>
                    <a:pt x="1219" y="7950"/>
                  </a:lnTo>
                  <a:lnTo>
                    <a:pt x="59651" y="26543"/>
                  </a:lnTo>
                  <a:lnTo>
                    <a:pt x="60921" y="26733"/>
                  </a:lnTo>
                  <a:lnTo>
                    <a:pt x="62699" y="26733"/>
                  </a:lnTo>
                  <a:lnTo>
                    <a:pt x="64350" y="25603"/>
                  </a:lnTo>
                  <a:lnTo>
                    <a:pt x="65620" y="21602"/>
                  </a:lnTo>
                  <a:lnTo>
                    <a:pt x="64401" y="19240"/>
                  </a:lnTo>
                  <a:lnTo>
                    <a:pt x="3759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18" name="Google Shape;818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1103" y="4886779"/>
              <a:ext cx="85902" cy="84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9" name="Google Shape;819;p27"/>
            <p:cNvSpPr/>
            <p:nvPr/>
          </p:nvSpPr>
          <p:spPr>
            <a:xfrm>
              <a:off x="8371007" y="4975369"/>
              <a:ext cx="87630" cy="90805"/>
            </a:xfrm>
            <a:custGeom>
              <a:rect b="b" l="l" r="r" t="t"/>
              <a:pathLst>
                <a:path extrusionOk="0" h="90804" w="87629">
                  <a:moveTo>
                    <a:pt x="83972" y="0"/>
                  </a:moveTo>
                  <a:lnTo>
                    <a:pt x="81318" y="63"/>
                  </a:lnTo>
                  <a:lnTo>
                    <a:pt x="0" y="85115"/>
                  </a:lnTo>
                  <a:lnTo>
                    <a:pt x="50" y="87769"/>
                  </a:lnTo>
                  <a:lnTo>
                    <a:pt x="2540" y="90144"/>
                  </a:lnTo>
                  <a:lnTo>
                    <a:pt x="3581" y="90525"/>
                  </a:lnTo>
                  <a:lnTo>
                    <a:pt x="4622" y="90525"/>
                  </a:lnTo>
                  <a:lnTo>
                    <a:pt x="5727" y="90525"/>
                  </a:lnTo>
                  <a:lnTo>
                    <a:pt x="6832" y="90093"/>
                  </a:lnTo>
                  <a:lnTo>
                    <a:pt x="87376" y="5854"/>
                  </a:lnTo>
                  <a:lnTo>
                    <a:pt x="87325" y="3200"/>
                  </a:lnTo>
                  <a:lnTo>
                    <a:pt x="83972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20" name="Google Shape;820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570942" y="5104946"/>
              <a:ext cx="80035" cy="1712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1" name="Google Shape;821;p27"/>
            <p:cNvSpPr/>
            <p:nvPr/>
          </p:nvSpPr>
          <p:spPr>
            <a:xfrm>
              <a:off x="8440305" y="4977066"/>
              <a:ext cx="339725" cy="299720"/>
            </a:xfrm>
            <a:custGeom>
              <a:rect b="b" l="l" r="r" t="t"/>
              <a:pathLst>
                <a:path extrusionOk="0" h="299720" w="339725">
                  <a:moveTo>
                    <a:pt x="78714" y="104546"/>
                  </a:moveTo>
                  <a:lnTo>
                    <a:pt x="77241" y="97256"/>
                  </a:lnTo>
                  <a:lnTo>
                    <a:pt x="75171" y="94183"/>
                  </a:lnTo>
                  <a:lnTo>
                    <a:pt x="73215" y="91300"/>
                  </a:lnTo>
                  <a:lnTo>
                    <a:pt x="70332" y="89357"/>
                  </a:lnTo>
                  <a:lnTo>
                    <a:pt x="70332" y="98831"/>
                  </a:lnTo>
                  <a:lnTo>
                    <a:pt x="70332" y="286118"/>
                  </a:lnTo>
                  <a:lnTo>
                    <a:pt x="65671" y="290766"/>
                  </a:lnTo>
                  <a:lnTo>
                    <a:pt x="13017" y="290766"/>
                  </a:lnTo>
                  <a:lnTo>
                    <a:pt x="8382" y="286118"/>
                  </a:lnTo>
                  <a:lnTo>
                    <a:pt x="8382" y="98831"/>
                  </a:lnTo>
                  <a:lnTo>
                    <a:pt x="13017" y="94183"/>
                  </a:lnTo>
                  <a:lnTo>
                    <a:pt x="65671" y="94183"/>
                  </a:lnTo>
                  <a:lnTo>
                    <a:pt x="70332" y="98831"/>
                  </a:lnTo>
                  <a:lnTo>
                    <a:pt x="70332" y="89357"/>
                  </a:lnTo>
                  <a:lnTo>
                    <a:pt x="67259" y="87274"/>
                  </a:lnTo>
                  <a:lnTo>
                    <a:pt x="59956" y="85801"/>
                  </a:lnTo>
                  <a:lnTo>
                    <a:pt x="18732" y="85801"/>
                  </a:lnTo>
                  <a:lnTo>
                    <a:pt x="11455" y="87274"/>
                  </a:lnTo>
                  <a:lnTo>
                    <a:pt x="5499" y="91300"/>
                  </a:lnTo>
                  <a:lnTo>
                    <a:pt x="1473" y="97256"/>
                  </a:lnTo>
                  <a:lnTo>
                    <a:pt x="0" y="104546"/>
                  </a:lnTo>
                  <a:lnTo>
                    <a:pt x="0" y="280390"/>
                  </a:lnTo>
                  <a:lnTo>
                    <a:pt x="1473" y="287680"/>
                  </a:lnTo>
                  <a:lnTo>
                    <a:pt x="5499" y="293649"/>
                  </a:lnTo>
                  <a:lnTo>
                    <a:pt x="11455" y="297662"/>
                  </a:lnTo>
                  <a:lnTo>
                    <a:pt x="18732" y="299148"/>
                  </a:lnTo>
                  <a:lnTo>
                    <a:pt x="59956" y="299148"/>
                  </a:lnTo>
                  <a:lnTo>
                    <a:pt x="67259" y="297662"/>
                  </a:lnTo>
                  <a:lnTo>
                    <a:pt x="73215" y="293649"/>
                  </a:lnTo>
                  <a:lnTo>
                    <a:pt x="75158" y="290766"/>
                  </a:lnTo>
                  <a:lnTo>
                    <a:pt x="77241" y="287680"/>
                  </a:lnTo>
                  <a:lnTo>
                    <a:pt x="78714" y="280390"/>
                  </a:lnTo>
                  <a:lnTo>
                    <a:pt x="78714" y="104546"/>
                  </a:lnTo>
                  <a:close/>
                </a:path>
                <a:path extrusionOk="0" h="299720" w="339725">
                  <a:moveTo>
                    <a:pt x="339217" y="18757"/>
                  </a:moveTo>
                  <a:lnTo>
                    <a:pt x="337731" y="11468"/>
                  </a:lnTo>
                  <a:lnTo>
                    <a:pt x="335661" y="8382"/>
                  </a:lnTo>
                  <a:lnTo>
                    <a:pt x="333717" y="5499"/>
                  </a:lnTo>
                  <a:lnTo>
                    <a:pt x="330835" y="3556"/>
                  </a:lnTo>
                  <a:lnTo>
                    <a:pt x="330835" y="13042"/>
                  </a:lnTo>
                  <a:lnTo>
                    <a:pt x="330835" y="286118"/>
                  </a:lnTo>
                  <a:lnTo>
                    <a:pt x="326186" y="290766"/>
                  </a:lnTo>
                  <a:lnTo>
                    <a:pt x="273532" y="290766"/>
                  </a:lnTo>
                  <a:lnTo>
                    <a:pt x="268897" y="286118"/>
                  </a:lnTo>
                  <a:lnTo>
                    <a:pt x="268897" y="13042"/>
                  </a:lnTo>
                  <a:lnTo>
                    <a:pt x="273532" y="8382"/>
                  </a:lnTo>
                  <a:lnTo>
                    <a:pt x="326186" y="8382"/>
                  </a:lnTo>
                  <a:lnTo>
                    <a:pt x="330835" y="13042"/>
                  </a:lnTo>
                  <a:lnTo>
                    <a:pt x="330835" y="3556"/>
                  </a:lnTo>
                  <a:lnTo>
                    <a:pt x="327761" y="1473"/>
                  </a:lnTo>
                  <a:lnTo>
                    <a:pt x="320471" y="0"/>
                  </a:lnTo>
                  <a:lnTo>
                    <a:pt x="279247" y="0"/>
                  </a:lnTo>
                  <a:lnTo>
                    <a:pt x="271957" y="1473"/>
                  </a:lnTo>
                  <a:lnTo>
                    <a:pt x="266001" y="5499"/>
                  </a:lnTo>
                  <a:lnTo>
                    <a:pt x="261988" y="11468"/>
                  </a:lnTo>
                  <a:lnTo>
                    <a:pt x="260515" y="18757"/>
                  </a:lnTo>
                  <a:lnTo>
                    <a:pt x="260515" y="280390"/>
                  </a:lnTo>
                  <a:lnTo>
                    <a:pt x="261988" y="287680"/>
                  </a:lnTo>
                  <a:lnTo>
                    <a:pt x="266001" y="293649"/>
                  </a:lnTo>
                  <a:lnTo>
                    <a:pt x="271957" y="297662"/>
                  </a:lnTo>
                  <a:lnTo>
                    <a:pt x="279247" y="299148"/>
                  </a:lnTo>
                  <a:lnTo>
                    <a:pt x="320471" y="299148"/>
                  </a:lnTo>
                  <a:lnTo>
                    <a:pt x="339217" y="280390"/>
                  </a:lnTo>
                  <a:lnTo>
                    <a:pt x="339217" y="18757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22" name="Google Shape;822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306712" y="5046221"/>
              <a:ext cx="84175" cy="84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3" name="Google Shape;823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309984" y="5165794"/>
              <a:ext cx="78714" cy="1104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4" name="Google Shape;824;p2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438278" y="4910884"/>
              <a:ext cx="84048" cy="84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5" name="Google Shape;825;p2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566815" y="4951448"/>
              <a:ext cx="84048" cy="840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6" name="Google Shape;826;p2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698587" y="4824154"/>
              <a:ext cx="84061" cy="8406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7" name="Google Shape;827;p27"/>
          <p:cNvSpPr/>
          <p:nvPr/>
        </p:nvSpPr>
        <p:spPr>
          <a:xfrm>
            <a:off x="3073323" y="4621852"/>
            <a:ext cx="735965" cy="720090"/>
          </a:xfrm>
          <a:custGeom>
            <a:rect b="b" l="l" r="r" t="t"/>
            <a:pathLst>
              <a:path extrusionOk="0" h="720089" w="735964">
                <a:moveTo>
                  <a:pt x="473722" y="0"/>
                </a:moveTo>
                <a:lnTo>
                  <a:pt x="261670" y="0"/>
                </a:lnTo>
                <a:lnTo>
                  <a:pt x="261670" y="139166"/>
                </a:lnTo>
                <a:lnTo>
                  <a:pt x="192936" y="169169"/>
                </a:lnTo>
                <a:lnTo>
                  <a:pt x="132592" y="207039"/>
                </a:lnTo>
                <a:lnTo>
                  <a:pt x="82254" y="247107"/>
                </a:lnTo>
                <a:lnTo>
                  <a:pt x="43539" y="283705"/>
                </a:lnTo>
                <a:lnTo>
                  <a:pt x="7442" y="323824"/>
                </a:lnTo>
                <a:lnTo>
                  <a:pt x="0" y="333235"/>
                </a:lnTo>
                <a:lnTo>
                  <a:pt x="7442" y="342633"/>
                </a:lnTo>
                <a:lnTo>
                  <a:pt x="43539" y="382752"/>
                </a:lnTo>
                <a:lnTo>
                  <a:pt x="82254" y="419350"/>
                </a:lnTo>
                <a:lnTo>
                  <a:pt x="132592" y="459418"/>
                </a:lnTo>
                <a:lnTo>
                  <a:pt x="192936" y="497288"/>
                </a:lnTo>
                <a:lnTo>
                  <a:pt x="261670" y="527291"/>
                </a:lnTo>
                <a:lnTo>
                  <a:pt x="261670" y="596328"/>
                </a:lnTo>
                <a:lnTo>
                  <a:pt x="367690" y="720039"/>
                </a:lnTo>
                <a:lnTo>
                  <a:pt x="407595" y="673481"/>
                </a:lnTo>
                <a:lnTo>
                  <a:pt x="367690" y="673481"/>
                </a:lnTo>
                <a:lnTo>
                  <a:pt x="309740" y="605878"/>
                </a:lnTo>
                <a:lnTo>
                  <a:pt x="465537" y="605878"/>
                </a:lnTo>
                <a:lnTo>
                  <a:pt x="473722" y="596328"/>
                </a:lnTo>
                <a:lnTo>
                  <a:pt x="473722" y="575576"/>
                </a:lnTo>
                <a:lnTo>
                  <a:pt x="291960" y="575576"/>
                </a:lnTo>
                <a:lnTo>
                  <a:pt x="291960" y="535940"/>
                </a:lnTo>
                <a:lnTo>
                  <a:pt x="473722" y="535940"/>
                </a:lnTo>
                <a:lnTo>
                  <a:pt x="473722" y="527291"/>
                </a:lnTo>
                <a:lnTo>
                  <a:pt x="501885" y="514997"/>
                </a:lnTo>
                <a:lnTo>
                  <a:pt x="367690" y="514997"/>
                </a:lnTo>
                <a:lnTo>
                  <a:pt x="309325" y="508766"/>
                </a:lnTo>
                <a:lnTo>
                  <a:pt x="254039" y="492010"/>
                </a:lnTo>
                <a:lnTo>
                  <a:pt x="202768" y="467636"/>
                </a:lnTo>
                <a:lnTo>
                  <a:pt x="156441" y="438551"/>
                </a:lnTo>
                <a:lnTo>
                  <a:pt x="115986" y="407662"/>
                </a:lnTo>
                <a:lnTo>
                  <a:pt x="82334" y="377875"/>
                </a:lnTo>
                <a:lnTo>
                  <a:pt x="39154" y="333235"/>
                </a:lnTo>
                <a:lnTo>
                  <a:pt x="56376" y="314376"/>
                </a:lnTo>
                <a:lnTo>
                  <a:pt x="115876" y="258809"/>
                </a:lnTo>
                <a:lnTo>
                  <a:pt x="156308" y="227917"/>
                </a:lnTo>
                <a:lnTo>
                  <a:pt x="202629" y="198828"/>
                </a:lnTo>
                <a:lnTo>
                  <a:pt x="253916" y="174451"/>
                </a:lnTo>
                <a:lnTo>
                  <a:pt x="309244" y="157692"/>
                </a:lnTo>
                <a:lnTo>
                  <a:pt x="367690" y="151460"/>
                </a:lnTo>
                <a:lnTo>
                  <a:pt x="501885" y="151460"/>
                </a:lnTo>
                <a:lnTo>
                  <a:pt x="473722" y="139166"/>
                </a:lnTo>
                <a:lnTo>
                  <a:pt x="473722" y="130517"/>
                </a:lnTo>
                <a:lnTo>
                  <a:pt x="291960" y="130517"/>
                </a:lnTo>
                <a:lnTo>
                  <a:pt x="291960" y="90881"/>
                </a:lnTo>
                <a:lnTo>
                  <a:pt x="473722" y="90881"/>
                </a:lnTo>
                <a:lnTo>
                  <a:pt x="473722" y="60579"/>
                </a:lnTo>
                <a:lnTo>
                  <a:pt x="291960" y="60579"/>
                </a:lnTo>
                <a:lnTo>
                  <a:pt x="291960" y="30289"/>
                </a:lnTo>
                <a:lnTo>
                  <a:pt x="473722" y="30289"/>
                </a:lnTo>
                <a:lnTo>
                  <a:pt x="473722" y="0"/>
                </a:lnTo>
                <a:close/>
              </a:path>
              <a:path extrusionOk="0" h="720089" w="735964">
                <a:moveTo>
                  <a:pt x="465537" y="605878"/>
                </a:moveTo>
                <a:lnTo>
                  <a:pt x="425627" y="605878"/>
                </a:lnTo>
                <a:lnTo>
                  <a:pt x="367690" y="673481"/>
                </a:lnTo>
                <a:lnTo>
                  <a:pt x="407595" y="673481"/>
                </a:lnTo>
                <a:lnTo>
                  <a:pt x="465537" y="605878"/>
                </a:lnTo>
                <a:close/>
              </a:path>
              <a:path extrusionOk="0" h="720089" w="735964">
                <a:moveTo>
                  <a:pt x="473722" y="535940"/>
                </a:moveTo>
                <a:lnTo>
                  <a:pt x="443433" y="535940"/>
                </a:lnTo>
                <a:lnTo>
                  <a:pt x="443433" y="575576"/>
                </a:lnTo>
                <a:lnTo>
                  <a:pt x="473722" y="575576"/>
                </a:lnTo>
                <a:lnTo>
                  <a:pt x="473722" y="535940"/>
                </a:lnTo>
                <a:close/>
              </a:path>
              <a:path extrusionOk="0" h="720089" w="735964">
                <a:moveTo>
                  <a:pt x="443433" y="535940"/>
                </a:moveTo>
                <a:lnTo>
                  <a:pt x="291960" y="535940"/>
                </a:lnTo>
                <a:lnTo>
                  <a:pt x="310411" y="539886"/>
                </a:lnTo>
                <a:lnTo>
                  <a:pt x="329196" y="542823"/>
                </a:lnTo>
                <a:lnTo>
                  <a:pt x="348295" y="544655"/>
                </a:lnTo>
                <a:lnTo>
                  <a:pt x="367690" y="545287"/>
                </a:lnTo>
                <a:lnTo>
                  <a:pt x="387092" y="544655"/>
                </a:lnTo>
                <a:lnTo>
                  <a:pt x="406195" y="542823"/>
                </a:lnTo>
                <a:lnTo>
                  <a:pt x="424981" y="539886"/>
                </a:lnTo>
                <a:lnTo>
                  <a:pt x="443433" y="535940"/>
                </a:lnTo>
                <a:close/>
              </a:path>
              <a:path extrusionOk="0" h="720089" w="735964">
                <a:moveTo>
                  <a:pt x="501885" y="151460"/>
                </a:moveTo>
                <a:lnTo>
                  <a:pt x="367690" y="151460"/>
                </a:lnTo>
                <a:lnTo>
                  <a:pt x="426065" y="157692"/>
                </a:lnTo>
                <a:lnTo>
                  <a:pt x="481355" y="174451"/>
                </a:lnTo>
                <a:lnTo>
                  <a:pt x="532629" y="198828"/>
                </a:lnTo>
                <a:lnTo>
                  <a:pt x="578959" y="227917"/>
                </a:lnTo>
                <a:lnTo>
                  <a:pt x="619414" y="258809"/>
                </a:lnTo>
                <a:lnTo>
                  <a:pt x="653063" y="288598"/>
                </a:lnTo>
                <a:lnTo>
                  <a:pt x="696226" y="333235"/>
                </a:lnTo>
                <a:lnTo>
                  <a:pt x="678998" y="352097"/>
                </a:lnTo>
                <a:lnTo>
                  <a:pt x="619491" y="407662"/>
                </a:lnTo>
                <a:lnTo>
                  <a:pt x="579059" y="438551"/>
                </a:lnTo>
                <a:lnTo>
                  <a:pt x="532740" y="467636"/>
                </a:lnTo>
                <a:lnTo>
                  <a:pt x="481456" y="492010"/>
                </a:lnTo>
                <a:lnTo>
                  <a:pt x="426132" y="508766"/>
                </a:lnTo>
                <a:lnTo>
                  <a:pt x="367690" y="514997"/>
                </a:lnTo>
                <a:lnTo>
                  <a:pt x="501885" y="514997"/>
                </a:lnTo>
                <a:lnTo>
                  <a:pt x="542455" y="497288"/>
                </a:lnTo>
                <a:lnTo>
                  <a:pt x="602797" y="459418"/>
                </a:lnTo>
                <a:lnTo>
                  <a:pt x="653134" y="419350"/>
                </a:lnTo>
                <a:lnTo>
                  <a:pt x="691848" y="382752"/>
                </a:lnTo>
                <a:lnTo>
                  <a:pt x="727951" y="342633"/>
                </a:lnTo>
                <a:lnTo>
                  <a:pt x="735380" y="333235"/>
                </a:lnTo>
                <a:lnTo>
                  <a:pt x="727951" y="323824"/>
                </a:lnTo>
                <a:lnTo>
                  <a:pt x="691848" y="283705"/>
                </a:lnTo>
                <a:lnTo>
                  <a:pt x="653134" y="247107"/>
                </a:lnTo>
                <a:lnTo>
                  <a:pt x="602797" y="207039"/>
                </a:lnTo>
                <a:lnTo>
                  <a:pt x="542455" y="169169"/>
                </a:lnTo>
                <a:lnTo>
                  <a:pt x="501885" y="151460"/>
                </a:lnTo>
                <a:close/>
              </a:path>
              <a:path extrusionOk="0" h="720089" w="735964">
                <a:moveTo>
                  <a:pt x="367690" y="196900"/>
                </a:moveTo>
                <a:lnTo>
                  <a:pt x="324647" y="203863"/>
                </a:lnTo>
                <a:lnTo>
                  <a:pt x="287231" y="223241"/>
                </a:lnTo>
                <a:lnTo>
                  <a:pt x="257704" y="252771"/>
                </a:lnTo>
                <a:lnTo>
                  <a:pt x="238329" y="290190"/>
                </a:lnTo>
                <a:lnTo>
                  <a:pt x="231368" y="333235"/>
                </a:lnTo>
                <a:lnTo>
                  <a:pt x="238329" y="376273"/>
                </a:lnTo>
                <a:lnTo>
                  <a:pt x="257704" y="413689"/>
                </a:lnTo>
                <a:lnTo>
                  <a:pt x="287231" y="443217"/>
                </a:lnTo>
                <a:lnTo>
                  <a:pt x="324647" y="462594"/>
                </a:lnTo>
                <a:lnTo>
                  <a:pt x="367690" y="469557"/>
                </a:lnTo>
                <a:lnTo>
                  <a:pt x="410733" y="462594"/>
                </a:lnTo>
                <a:lnTo>
                  <a:pt x="448149" y="443217"/>
                </a:lnTo>
                <a:lnTo>
                  <a:pt x="452112" y="439254"/>
                </a:lnTo>
                <a:lnTo>
                  <a:pt x="367690" y="439254"/>
                </a:lnTo>
                <a:lnTo>
                  <a:pt x="326468" y="430910"/>
                </a:lnTo>
                <a:lnTo>
                  <a:pt x="292763" y="408166"/>
                </a:lnTo>
                <a:lnTo>
                  <a:pt x="270017" y="374462"/>
                </a:lnTo>
                <a:lnTo>
                  <a:pt x="261670" y="333235"/>
                </a:lnTo>
                <a:lnTo>
                  <a:pt x="270017" y="292000"/>
                </a:lnTo>
                <a:lnTo>
                  <a:pt x="292763" y="258292"/>
                </a:lnTo>
                <a:lnTo>
                  <a:pt x="326468" y="235548"/>
                </a:lnTo>
                <a:lnTo>
                  <a:pt x="367690" y="227203"/>
                </a:lnTo>
                <a:lnTo>
                  <a:pt x="452110" y="227203"/>
                </a:lnTo>
                <a:lnTo>
                  <a:pt x="448149" y="223241"/>
                </a:lnTo>
                <a:lnTo>
                  <a:pt x="410733" y="203863"/>
                </a:lnTo>
                <a:lnTo>
                  <a:pt x="367690" y="196900"/>
                </a:lnTo>
                <a:close/>
              </a:path>
              <a:path extrusionOk="0" h="720089" w="735964">
                <a:moveTo>
                  <a:pt x="452110" y="227203"/>
                </a:moveTo>
                <a:lnTo>
                  <a:pt x="367690" y="227203"/>
                </a:lnTo>
                <a:lnTo>
                  <a:pt x="408919" y="235548"/>
                </a:lnTo>
                <a:lnTo>
                  <a:pt x="442628" y="258292"/>
                </a:lnTo>
                <a:lnTo>
                  <a:pt x="465375" y="292000"/>
                </a:lnTo>
                <a:lnTo>
                  <a:pt x="473722" y="333235"/>
                </a:lnTo>
                <a:lnTo>
                  <a:pt x="465375" y="374462"/>
                </a:lnTo>
                <a:lnTo>
                  <a:pt x="442628" y="408166"/>
                </a:lnTo>
                <a:lnTo>
                  <a:pt x="408919" y="430910"/>
                </a:lnTo>
                <a:lnTo>
                  <a:pt x="367690" y="439254"/>
                </a:lnTo>
                <a:lnTo>
                  <a:pt x="452112" y="439254"/>
                </a:lnTo>
                <a:lnTo>
                  <a:pt x="477676" y="413689"/>
                </a:lnTo>
                <a:lnTo>
                  <a:pt x="497051" y="376273"/>
                </a:lnTo>
                <a:lnTo>
                  <a:pt x="504012" y="333235"/>
                </a:lnTo>
                <a:lnTo>
                  <a:pt x="497051" y="290190"/>
                </a:lnTo>
                <a:lnTo>
                  <a:pt x="477676" y="252771"/>
                </a:lnTo>
                <a:lnTo>
                  <a:pt x="452110" y="227203"/>
                </a:lnTo>
                <a:close/>
              </a:path>
              <a:path extrusionOk="0" h="720089" w="735964">
                <a:moveTo>
                  <a:pt x="367690" y="121170"/>
                </a:moveTo>
                <a:lnTo>
                  <a:pt x="348295" y="121802"/>
                </a:lnTo>
                <a:lnTo>
                  <a:pt x="329196" y="123634"/>
                </a:lnTo>
                <a:lnTo>
                  <a:pt x="310411" y="126571"/>
                </a:lnTo>
                <a:lnTo>
                  <a:pt x="291960" y="130517"/>
                </a:lnTo>
                <a:lnTo>
                  <a:pt x="443433" y="130517"/>
                </a:lnTo>
                <a:lnTo>
                  <a:pt x="424981" y="126571"/>
                </a:lnTo>
                <a:lnTo>
                  <a:pt x="406195" y="123634"/>
                </a:lnTo>
                <a:lnTo>
                  <a:pt x="387092" y="121802"/>
                </a:lnTo>
                <a:lnTo>
                  <a:pt x="367690" y="121170"/>
                </a:lnTo>
                <a:close/>
              </a:path>
              <a:path extrusionOk="0" h="720089" w="735964">
                <a:moveTo>
                  <a:pt x="473722" y="90881"/>
                </a:moveTo>
                <a:lnTo>
                  <a:pt x="443433" y="90881"/>
                </a:lnTo>
                <a:lnTo>
                  <a:pt x="443433" y="130517"/>
                </a:lnTo>
                <a:lnTo>
                  <a:pt x="473722" y="130517"/>
                </a:lnTo>
                <a:lnTo>
                  <a:pt x="473722" y="90881"/>
                </a:lnTo>
                <a:close/>
              </a:path>
              <a:path extrusionOk="0" h="720089" w="735964">
                <a:moveTo>
                  <a:pt x="473722" y="30289"/>
                </a:moveTo>
                <a:lnTo>
                  <a:pt x="443433" y="30289"/>
                </a:lnTo>
                <a:lnTo>
                  <a:pt x="443433" y="60579"/>
                </a:lnTo>
                <a:lnTo>
                  <a:pt x="473722" y="60579"/>
                </a:lnTo>
                <a:lnTo>
                  <a:pt x="473722" y="30289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828" name="Google Shape;828;p27"/>
          <p:cNvSpPr txBox="1"/>
          <p:nvPr>
            <p:ph type="title"/>
          </p:nvPr>
        </p:nvSpPr>
        <p:spPr>
          <a:xfrm>
            <a:off x="3031356" y="1550978"/>
            <a:ext cx="1374394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Diseño de dashboards ejecutivos</a:t>
            </a:r>
            <a:endParaRPr/>
          </a:p>
        </p:txBody>
      </p:sp>
      <p:grpSp>
        <p:nvGrpSpPr>
          <p:cNvPr id="829" name="Google Shape;829;p27"/>
          <p:cNvGrpSpPr/>
          <p:nvPr/>
        </p:nvGrpSpPr>
        <p:grpSpPr>
          <a:xfrm>
            <a:off x="989558" y="1692474"/>
            <a:ext cx="845819" cy="846052"/>
            <a:chOff x="989558" y="1692474"/>
            <a:chExt cx="845819" cy="846052"/>
          </a:xfrm>
        </p:grpSpPr>
        <p:sp>
          <p:nvSpPr>
            <p:cNvPr id="830" name="Google Shape;830;p27"/>
            <p:cNvSpPr/>
            <p:nvPr/>
          </p:nvSpPr>
          <p:spPr>
            <a:xfrm>
              <a:off x="989572" y="1692498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27"/>
            <p:cNvSpPr/>
            <p:nvPr/>
          </p:nvSpPr>
          <p:spPr>
            <a:xfrm>
              <a:off x="1287818" y="1692474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27"/>
            <p:cNvSpPr/>
            <p:nvPr/>
          </p:nvSpPr>
          <p:spPr>
            <a:xfrm>
              <a:off x="989558" y="1843201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671855" y="272059"/>
                  </a:lnTo>
                  <a:lnTo>
                    <a:pt x="422757" y="22961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72" y="272059"/>
                  </a:lnTo>
                  <a:lnTo>
                    <a:pt x="51650" y="394081"/>
                  </a:lnTo>
                  <a:lnTo>
                    <a:pt x="23622" y="430593"/>
                  </a:lnTo>
                  <a:lnTo>
                    <a:pt x="6007" y="473125"/>
                  </a:lnTo>
                  <a:lnTo>
                    <a:pt x="0" y="518756"/>
                  </a:lnTo>
                  <a:lnTo>
                    <a:pt x="381" y="530301"/>
                  </a:lnTo>
                  <a:lnTo>
                    <a:pt x="9359" y="575449"/>
                  </a:lnTo>
                  <a:lnTo>
                    <a:pt x="29718" y="616724"/>
                  </a:lnTo>
                  <a:lnTo>
                    <a:pt x="59855" y="651116"/>
                  </a:lnTo>
                  <a:lnTo>
                    <a:pt x="98069" y="676630"/>
                  </a:lnTo>
                  <a:lnTo>
                    <a:pt x="141655" y="691426"/>
                  </a:lnTo>
                  <a:lnTo>
                    <a:pt x="176060" y="694817"/>
                  </a:lnTo>
                  <a:lnTo>
                    <a:pt x="187604" y="694436"/>
                  </a:lnTo>
                  <a:lnTo>
                    <a:pt x="232740" y="685457"/>
                  </a:lnTo>
                  <a:lnTo>
                    <a:pt x="274027" y="665099"/>
                  </a:lnTo>
                  <a:lnTo>
                    <a:pt x="422757" y="521144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74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3" name="Google Shape;833;p27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834" name="Google Shape;834;p27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27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27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7" name="Google Shape;837;p27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27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839" name="Google Shape;839;p27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840" name="Google Shape;840;p27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5" name="Google Shape;845;g3cd082ef7fa_0_210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846" name="Google Shape;846;g3cd082ef7fa_0_210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g3cd082ef7fa_0_210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g3cd082ef7fa_0_210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9" name="Google Shape;849;g3cd082ef7fa_0_210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g3cd082ef7fa_0_210"/>
          <p:cNvSpPr txBox="1"/>
          <p:nvPr>
            <p:ph idx="12" type="sldNum"/>
          </p:nvPr>
        </p:nvSpPr>
        <p:spPr>
          <a:xfrm>
            <a:off x="878457" y="9567388"/>
            <a:ext cx="57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851" name="Google Shape;851;g3cd082ef7fa_0_210"/>
          <p:cNvSpPr txBox="1"/>
          <p:nvPr>
            <p:ph idx="11" type="ftr"/>
          </p:nvPr>
        </p:nvSpPr>
        <p:spPr>
          <a:xfrm>
            <a:off x="3060581" y="9652873"/>
            <a:ext cx="214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852" name="Google Shape;852;g3cd082ef7fa_0_210"/>
          <p:cNvSpPr txBox="1"/>
          <p:nvPr>
            <p:ph idx="10" type="dt"/>
          </p:nvPr>
        </p:nvSpPr>
        <p:spPr>
          <a:xfrm>
            <a:off x="16253088" y="9655159"/>
            <a:ext cx="106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  <p:pic>
        <p:nvPicPr>
          <p:cNvPr id="853" name="Google Shape;853;g3cd082ef7fa_0_2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364" y="1177962"/>
            <a:ext cx="13563284" cy="762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28"/>
          <p:cNvSpPr txBox="1"/>
          <p:nvPr/>
        </p:nvSpPr>
        <p:spPr>
          <a:xfrm>
            <a:off x="3033886" y="4218561"/>
            <a:ext cx="5876290" cy="4860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Gestión de permisos y acceso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72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Controlar quién puede ver y modiﬁcar reportes BI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Actualización y consistencia de datos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72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Garantizar datos actualizados y versiones sincronizadas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Deﬁnición institucional de métricas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483869" rtl="0" algn="l">
              <a:lnSpc>
                <a:spcPct val="102200"/>
              </a:lnSpc>
              <a:spcBef>
                <a:spcPts val="168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Evitar múltiples versiones de la verdad con métricas estandarizadas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Publicación no es el ﬁn del proceso</a:t>
            </a:r>
            <a:endParaRPr b="0" i="0" sz="2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080" rtl="0" algn="l">
              <a:lnSpc>
                <a:spcPct val="102200"/>
              </a:lnSpc>
              <a:spcBef>
                <a:spcPts val="168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La publicación debe responder a necesidades analíticas reales</a:t>
            </a:r>
            <a:endParaRPr b="0" i="0" sz="17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$PPTXTitle" id="859" name="Google Shape;859;p28"/>
          <p:cNvSpPr txBox="1"/>
          <p:nvPr>
            <p:ph type="title"/>
          </p:nvPr>
        </p:nvSpPr>
        <p:spPr>
          <a:xfrm>
            <a:off x="3033923" y="1585681"/>
            <a:ext cx="4408170" cy="2200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525">
            <a:spAutoFit/>
          </a:bodyPr>
          <a:lstStyle/>
          <a:p>
            <a:pPr indent="0" lvl="0" marL="12700" marR="5080" rtl="0" algn="l">
              <a:lnSpc>
                <a:spcPct val="1108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000"/>
              <a:t>Gobernanza y publicación de reportes</a:t>
            </a:r>
            <a:endParaRPr sz="5000"/>
          </a:p>
        </p:txBody>
      </p:sp>
      <p:pic>
        <p:nvPicPr>
          <p:cNvPr id="860" name="Google Shape;86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8552" y="2433269"/>
            <a:ext cx="7399947" cy="492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1" name="Google Shape;861;p28"/>
          <p:cNvGrpSpPr/>
          <p:nvPr/>
        </p:nvGrpSpPr>
        <p:grpSpPr>
          <a:xfrm>
            <a:off x="989589" y="1689081"/>
            <a:ext cx="845864" cy="846003"/>
            <a:chOff x="989589" y="1689081"/>
            <a:chExt cx="845864" cy="846003"/>
          </a:xfrm>
        </p:grpSpPr>
        <p:sp>
          <p:nvSpPr>
            <p:cNvPr id="862" name="Google Shape;862;p28"/>
            <p:cNvSpPr/>
            <p:nvPr/>
          </p:nvSpPr>
          <p:spPr>
            <a:xfrm>
              <a:off x="989589" y="1689088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28"/>
            <p:cNvSpPr/>
            <p:nvPr/>
          </p:nvSpPr>
          <p:spPr>
            <a:xfrm>
              <a:off x="1287871" y="1689081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28"/>
            <p:cNvSpPr/>
            <p:nvPr/>
          </p:nvSpPr>
          <p:spPr>
            <a:xfrm>
              <a:off x="989634" y="1839759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15" y="518782"/>
                  </a:moveTo>
                  <a:lnTo>
                    <a:pt x="839508" y="473151"/>
                  </a:lnTo>
                  <a:lnTo>
                    <a:pt x="821893" y="430618"/>
                  </a:lnTo>
                  <a:lnTo>
                    <a:pt x="793864" y="394106"/>
                  </a:lnTo>
                  <a:lnTo>
                    <a:pt x="671855" y="272110"/>
                  </a:lnTo>
                  <a:lnTo>
                    <a:pt x="422757" y="23012"/>
                  </a:lnTo>
                  <a:lnTo>
                    <a:pt x="399757" y="0"/>
                  </a:lnTo>
                  <a:lnTo>
                    <a:pt x="150672" y="249085"/>
                  </a:lnTo>
                  <a:lnTo>
                    <a:pt x="173672" y="272097"/>
                  </a:lnTo>
                  <a:lnTo>
                    <a:pt x="51650" y="394131"/>
                  </a:lnTo>
                  <a:lnTo>
                    <a:pt x="23622" y="430644"/>
                  </a:lnTo>
                  <a:lnTo>
                    <a:pt x="6007" y="473176"/>
                  </a:lnTo>
                  <a:lnTo>
                    <a:pt x="0" y="518807"/>
                  </a:lnTo>
                  <a:lnTo>
                    <a:pt x="381" y="530352"/>
                  </a:lnTo>
                  <a:lnTo>
                    <a:pt x="9359" y="575500"/>
                  </a:lnTo>
                  <a:lnTo>
                    <a:pt x="29718" y="616775"/>
                  </a:lnTo>
                  <a:lnTo>
                    <a:pt x="59855" y="651167"/>
                  </a:lnTo>
                  <a:lnTo>
                    <a:pt x="98069" y="676681"/>
                  </a:lnTo>
                  <a:lnTo>
                    <a:pt x="141655" y="691489"/>
                  </a:lnTo>
                  <a:lnTo>
                    <a:pt x="176060" y="694867"/>
                  </a:lnTo>
                  <a:lnTo>
                    <a:pt x="187591" y="694486"/>
                  </a:lnTo>
                  <a:lnTo>
                    <a:pt x="232740" y="685507"/>
                  </a:lnTo>
                  <a:lnTo>
                    <a:pt x="274027" y="665149"/>
                  </a:lnTo>
                  <a:lnTo>
                    <a:pt x="422770" y="521195"/>
                  </a:lnTo>
                  <a:lnTo>
                    <a:pt x="544779" y="643191"/>
                  </a:lnTo>
                  <a:lnTo>
                    <a:pt x="581291" y="671220"/>
                  </a:lnTo>
                  <a:lnTo>
                    <a:pt x="623824" y="688835"/>
                  </a:lnTo>
                  <a:lnTo>
                    <a:pt x="669455" y="694842"/>
                  </a:lnTo>
                  <a:lnTo>
                    <a:pt x="680999" y="694474"/>
                  </a:lnTo>
                  <a:lnTo>
                    <a:pt x="726147" y="685495"/>
                  </a:lnTo>
                  <a:lnTo>
                    <a:pt x="767422" y="665124"/>
                  </a:lnTo>
                  <a:lnTo>
                    <a:pt x="801814" y="634987"/>
                  </a:lnTo>
                  <a:lnTo>
                    <a:pt x="827328" y="596773"/>
                  </a:lnTo>
                  <a:lnTo>
                    <a:pt x="842124" y="553186"/>
                  </a:lnTo>
                  <a:lnTo>
                    <a:pt x="845134" y="530326"/>
                  </a:lnTo>
                  <a:lnTo>
                    <a:pt x="845515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5" name="Google Shape;865;p28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866" name="Google Shape;866;p28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28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28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9" name="Google Shape;869;p28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28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871" name="Google Shape;871;p28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872" name="Google Shape;872;p28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7" name="Google Shape;877;p29"/>
          <p:cNvGrpSpPr/>
          <p:nvPr/>
        </p:nvGrpSpPr>
        <p:grpSpPr>
          <a:xfrm>
            <a:off x="1018828" y="4081279"/>
            <a:ext cx="845823" cy="846028"/>
            <a:chOff x="1018828" y="4081279"/>
            <a:chExt cx="845823" cy="846028"/>
          </a:xfrm>
        </p:grpSpPr>
        <p:sp>
          <p:nvSpPr>
            <p:cNvPr id="878" name="Google Shape;878;p29"/>
            <p:cNvSpPr/>
            <p:nvPr/>
          </p:nvSpPr>
          <p:spPr>
            <a:xfrm>
              <a:off x="1018828" y="4081282"/>
              <a:ext cx="547370" cy="547370"/>
            </a:xfrm>
            <a:custGeom>
              <a:rect b="b" l="l" r="r" t="t"/>
              <a:pathLst>
                <a:path extrusionOk="0" h="547370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1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1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29"/>
            <p:cNvSpPr/>
            <p:nvPr/>
          </p:nvSpPr>
          <p:spPr>
            <a:xfrm>
              <a:off x="1317053" y="4081279"/>
              <a:ext cx="547370" cy="547370"/>
            </a:xfrm>
            <a:custGeom>
              <a:rect b="b" l="l" r="r" t="t"/>
              <a:pathLst>
                <a:path extrusionOk="0" h="547370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1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5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29"/>
            <p:cNvSpPr/>
            <p:nvPr/>
          </p:nvSpPr>
          <p:spPr>
            <a:xfrm>
              <a:off x="1018832" y="4231982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27" y="518782"/>
                  </a:moveTo>
                  <a:lnTo>
                    <a:pt x="839520" y="473151"/>
                  </a:lnTo>
                  <a:lnTo>
                    <a:pt x="821905" y="430618"/>
                  </a:lnTo>
                  <a:lnTo>
                    <a:pt x="793877" y="394106"/>
                  </a:lnTo>
                  <a:lnTo>
                    <a:pt x="671855" y="272097"/>
                  </a:lnTo>
                  <a:lnTo>
                    <a:pt x="422757" y="22999"/>
                  </a:lnTo>
                  <a:lnTo>
                    <a:pt x="399770" y="0"/>
                  </a:lnTo>
                  <a:lnTo>
                    <a:pt x="150685" y="249085"/>
                  </a:lnTo>
                  <a:lnTo>
                    <a:pt x="173672" y="272084"/>
                  </a:lnTo>
                  <a:lnTo>
                    <a:pt x="51650" y="394119"/>
                  </a:lnTo>
                  <a:lnTo>
                    <a:pt x="23622" y="430631"/>
                  </a:lnTo>
                  <a:lnTo>
                    <a:pt x="6007" y="473163"/>
                  </a:lnTo>
                  <a:lnTo>
                    <a:pt x="0" y="518795"/>
                  </a:lnTo>
                  <a:lnTo>
                    <a:pt x="368" y="530339"/>
                  </a:lnTo>
                  <a:lnTo>
                    <a:pt x="9359" y="575487"/>
                  </a:lnTo>
                  <a:lnTo>
                    <a:pt x="29718" y="616762"/>
                  </a:lnTo>
                  <a:lnTo>
                    <a:pt x="59855" y="651154"/>
                  </a:lnTo>
                  <a:lnTo>
                    <a:pt x="98069" y="676668"/>
                  </a:lnTo>
                  <a:lnTo>
                    <a:pt x="141655" y="691464"/>
                  </a:lnTo>
                  <a:lnTo>
                    <a:pt x="176060" y="694855"/>
                  </a:lnTo>
                  <a:lnTo>
                    <a:pt x="187591" y="694474"/>
                  </a:lnTo>
                  <a:lnTo>
                    <a:pt x="232740" y="685495"/>
                  </a:lnTo>
                  <a:lnTo>
                    <a:pt x="274027" y="665124"/>
                  </a:lnTo>
                  <a:lnTo>
                    <a:pt x="422770" y="521182"/>
                  </a:lnTo>
                  <a:lnTo>
                    <a:pt x="544791" y="643191"/>
                  </a:lnTo>
                  <a:lnTo>
                    <a:pt x="581304" y="671220"/>
                  </a:lnTo>
                  <a:lnTo>
                    <a:pt x="623836" y="688835"/>
                  </a:lnTo>
                  <a:lnTo>
                    <a:pt x="669467" y="694842"/>
                  </a:lnTo>
                  <a:lnTo>
                    <a:pt x="681012" y="694461"/>
                  </a:lnTo>
                  <a:lnTo>
                    <a:pt x="726160" y="685482"/>
                  </a:lnTo>
                  <a:lnTo>
                    <a:pt x="767435" y="665124"/>
                  </a:lnTo>
                  <a:lnTo>
                    <a:pt x="801827" y="634987"/>
                  </a:lnTo>
                  <a:lnTo>
                    <a:pt x="827341" y="596773"/>
                  </a:lnTo>
                  <a:lnTo>
                    <a:pt x="842137" y="553186"/>
                  </a:lnTo>
                  <a:lnTo>
                    <a:pt x="845146" y="530326"/>
                  </a:lnTo>
                  <a:lnTo>
                    <a:pt x="845527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$PPTXTitle" id="881" name="Google Shape;881;p29"/>
          <p:cNvSpPr txBox="1"/>
          <p:nvPr>
            <p:ph type="title"/>
          </p:nvPr>
        </p:nvSpPr>
        <p:spPr>
          <a:xfrm>
            <a:off x="3060600" y="3808833"/>
            <a:ext cx="1069086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0">
            <a:spAutoFit/>
          </a:bodyPr>
          <a:lstStyle/>
          <a:p>
            <a:pPr indent="0" lvl="0" marL="1270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0"/>
              <a:t>Lenguajes analíticos y metodología para KPI</a:t>
            </a:r>
            <a:endParaRPr sz="8000"/>
          </a:p>
        </p:txBody>
      </p:sp>
      <p:grpSp>
        <p:nvGrpSpPr>
          <p:cNvPr id="882" name="Google Shape;882;p29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883" name="Google Shape;883;p29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29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29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6" name="Google Shape;886;p29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29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888" name="Google Shape;888;p29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889" name="Google Shape;889;p29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0"/>
          <p:cNvSpPr txBox="1"/>
          <p:nvPr/>
        </p:nvSpPr>
        <p:spPr>
          <a:xfrm>
            <a:off x="13261922" y="4750746"/>
            <a:ext cx="3279775" cy="8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Complementariedad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analítica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5" name="Google Shape;895;p30"/>
          <p:cNvSpPr txBox="1"/>
          <p:nvPr/>
        </p:nvSpPr>
        <p:spPr>
          <a:xfrm>
            <a:off x="13262072" y="5909111"/>
            <a:ext cx="3952875" cy="164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16534" lvl="0" marL="228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Ambos lenguajes amplían la capacidad de modelar y consultar información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16534" lvl="0" marL="228600" marR="467359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Fortalecen la construcción de reportes estratégicos en BI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6" name="Google Shape;896;p30"/>
          <p:cNvSpPr txBox="1"/>
          <p:nvPr/>
        </p:nvSpPr>
        <p:spPr>
          <a:xfrm>
            <a:off x="8163011" y="4750872"/>
            <a:ext cx="3940810" cy="8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MDX: consultas en cubos multidimensionales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7" name="Google Shape;897;p30"/>
          <p:cNvSpPr txBox="1"/>
          <p:nvPr/>
        </p:nvSpPr>
        <p:spPr>
          <a:xfrm>
            <a:off x="8163011" y="5909111"/>
            <a:ext cx="3827779" cy="164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16534" lvl="0" marL="228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Facilita análisis sobre jerarquías y miembros de cubos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16534" lvl="0" marL="228600" marR="61214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Relevante para navegación avanzada en estructuras multidimensionales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8" name="Google Shape;898;p30"/>
          <p:cNvSpPr txBox="1"/>
          <p:nvPr/>
        </p:nvSpPr>
        <p:spPr>
          <a:xfrm>
            <a:off x="3063949" y="4750872"/>
            <a:ext cx="3888740" cy="8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DAX: medidas dinámicas en modelos tabulares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9" name="Google Shape;899;p30"/>
          <p:cNvSpPr txBox="1"/>
          <p:nvPr/>
        </p:nvSpPr>
        <p:spPr>
          <a:xfrm>
            <a:off x="3063949" y="5909111"/>
            <a:ext cx="4087495" cy="1339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16534" lvl="0" marL="228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Permite crear indicadores sensibles al contexto de ﬁltro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16534" lvl="0" marL="228600" marR="612775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aramond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Ideal para KPIs, acumulados y comparaciones temporales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$PPTXTitle" id="900" name="Google Shape;900;p30"/>
          <p:cNvSpPr txBox="1"/>
          <p:nvPr>
            <p:ph type="title"/>
          </p:nvPr>
        </p:nvSpPr>
        <p:spPr>
          <a:xfrm>
            <a:off x="3031356" y="1550978"/>
            <a:ext cx="1374394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DAX y MDX: lenguajes analíticos</a:t>
            </a:r>
            <a:endParaRPr/>
          </a:p>
        </p:txBody>
      </p:sp>
      <p:grpSp>
        <p:nvGrpSpPr>
          <p:cNvPr id="901" name="Google Shape;901;p30"/>
          <p:cNvGrpSpPr/>
          <p:nvPr/>
        </p:nvGrpSpPr>
        <p:grpSpPr>
          <a:xfrm>
            <a:off x="989571" y="1692471"/>
            <a:ext cx="845819" cy="846030"/>
            <a:chOff x="989571" y="1692471"/>
            <a:chExt cx="845819" cy="846030"/>
          </a:xfrm>
        </p:grpSpPr>
        <p:sp>
          <p:nvSpPr>
            <p:cNvPr id="902" name="Google Shape;902;p30"/>
            <p:cNvSpPr/>
            <p:nvPr/>
          </p:nvSpPr>
          <p:spPr>
            <a:xfrm>
              <a:off x="989587" y="1692471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30"/>
            <p:cNvSpPr/>
            <p:nvPr/>
          </p:nvSpPr>
          <p:spPr>
            <a:xfrm>
              <a:off x="1287833" y="1692501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30"/>
            <p:cNvSpPr/>
            <p:nvPr/>
          </p:nvSpPr>
          <p:spPr>
            <a:xfrm>
              <a:off x="989571" y="1843176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97" y="272084"/>
                  </a:lnTo>
                  <a:lnTo>
                    <a:pt x="51650" y="394131"/>
                  </a:lnTo>
                  <a:lnTo>
                    <a:pt x="23622" y="430644"/>
                  </a:lnTo>
                  <a:lnTo>
                    <a:pt x="6007" y="473176"/>
                  </a:lnTo>
                  <a:lnTo>
                    <a:pt x="0" y="518807"/>
                  </a:lnTo>
                  <a:lnTo>
                    <a:pt x="381" y="530352"/>
                  </a:lnTo>
                  <a:lnTo>
                    <a:pt x="9359" y="575500"/>
                  </a:lnTo>
                  <a:lnTo>
                    <a:pt x="29718" y="616775"/>
                  </a:lnTo>
                  <a:lnTo>
                    <a:pt x="59867" y="651167"/>
                  </a:lnTo>
                  <a:lnTo>
                    <a:pt x="98082" y="676681"/>
                  </a:lnTo>
                  <a:lnTo>
                    <a:pt x="141668" y="691489"/>
                  </a:lnTo>
                  <a:lnTo>
                    <a:pt x="176060" y="694867"/>
                  </a:lnTo>
                  <a:lnTo>
                    <a:pt x="187604" y="694486"/>
                  </a:lnTo>
                  <a:lnTo>
                    <a:pt x="232740" y="685507"/>
                  </a:lnTo>
                  <a:lnTo>
                    <a:pt x="274027" y="665149"/>
                  </a:lnTo>
                  <a:lnTo>
                    <a:pt x="422783" y="521169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74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79" y="596773"/>
                  </a:lnTo>
                  <a:lnTo>
                    <a:pt x="842175" y="553186"/>
                  </a:lnTo>
                  <a:lnTo>
                    <a:pt x="845185" y="530326"/>
                  </a:lnTo>
                  <a:lnTo>
                    <a:pt x="845553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5" name="Google Shape;905;p30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906" name="Google Shape;906;p30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30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30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9" name="Google Shape;909;p30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30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911" name="Google Shape;911;p30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912" name="Google Shape;912;p30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31"/>
          <p:cNvSpPr txBox="1"/>
          <p:nvPr/>
        </p:nvSpPr>
        <p:spPr>
          <a:xfrm>
            <a:off x="3060600" y="9629615"/>
            <a:ext cx="503872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Lenguajes analíticos y metodología para KPI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18" name="Google Shape;918;p31"/>
          <p:cNvSpPr txBox="1"/>
          <p:nvPr/>
        </p:nvSpPr>
        <p:spPr>
          <a:xfrm>
            <a:off x="16253107" y="9631901"/>
            <a:ext cx="106362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3/3/2026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19" name="Google Shape;919;p31"/>
          <p:cNvSpPr txBox="1"/>
          <p:nvPr/>
        </p:nvSpPr>
        <p:spPr>
          <a:xfrm>
            <a:off x="903857" y="9549542"/>
            <a:ext cx="550545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rPr>
              <a:t>31.</a:t>
            </a:r>
            <a:endParaRPr b="0" i="0" sz="26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20" name="Google Shape;920;p31"/>
          <p:cNvSpPr txBox="1"/>
          <p:nvPr/>
        </p:nvSpPr>
        <p:spPr>
          <a:xfrm>
            <a:off x="7458371" y="8019749"/>
            <a:ext cx="2708275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3355" lvl="0" marL="18542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Garamond"/>
              <a:buChar char="•"/>
            </a:pPr>
            <a:r>
              <a:rPr b="0" i="0" lang="en-US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Un tablero ejecutivo requiere integración de técnica y estrategia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21" name="Google Shape;921;p31"/>
          <p:cNvSpPr txBox="1"/>
          <p:nvPr/>
        </p:nvSpPr>
        <p:spPr>
          <a:xfrm>
            <a:off x="3159199" y="7722568"/>
            <a:ext cx="2786380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3355" lvl="0" marL="185420" marR="139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Garamond"/>
              <a:buChar char="•"/>
            </a:pPr>
            <a:r>
              <a:rPr b="0" i="0" lang="en-US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Agregar ﬁltros y parámetros para exploración controlada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73355" lvl="0" marL="185420" marR="508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Garamond"/>
              <a:buChar char="•"/>
            </a:pPr>
            <a:r>
              <a:rPr b="0" i="0" lang="en-US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Revisar el reporte con enfoque estratégico y utilidad real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22" name="Google Shape;922;p31"/>
          <p:cNvSpPr txBox="1"/>
          <p:nvPr/>
        </p:nvSpPr>
        <p:spPr>
          <a:xfrm>
            <a:off x="11757545" y="4317643"/>
            <a:ext cx="2639060" cy="1520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3355" lvl="0" marL="18542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Garamond"/>
              <a:buChar char="•"/>
            </a:pPr>
            <a:r>
              <a:rPr b="0" i="0" lang="en-US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Veriﬁcar fórmulas con casos manuales para asegurar precisión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73355" lvl="0" marL="185420" marR="17780" rtl="0" algn="just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Garamond"/>
              <a:buChar char="•"/>
            </a:pPr>
            <a:r>
              <a:rPr b="0" i="0" lang="en-US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Seleccionar visualizaciones adecuadas: KPI, scorecards, matrices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23" name="Google Shape;923;p31"/>
          <p:cNvSpPr txBox="1"/>
          <p:nvPr/>
        </p:nvSpPr>
        <p:spPr>
          <a:xfrm>
            <a:off x="7458371" y="4614822"/>
            <a:ext cx="2696845" cy="1032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3355" lvl="0" marL="185420" marR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Garamond"/>
              <a:buChar char="•"/>
            </a:pPr>
            <a:r>
              <a:rPr b="0" i="0" lang="en-US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Construir tablas de hechos y dimensiones para análisis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73355" lvl="0" marL="185420" marR="508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Garamond"/>
              <a:buChar char="•"/>
            </a:pPr>
            <a:r>
              <a:rPr b="0" i="0" lang="en-US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Crear medidas base, metas y variaciones con DAX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24" name="Google Shape;924;p31"/>
          <p:cNvSpPr txBox="1"/>
          <p:nvPr/>
        </p:nvSpPr>
        <p:spPr>
          <a:xfrm>
            <a:off x="3159199" y="4614822"/>
            <a:ext cx="2609850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3355" lvl="0" marL="18542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Garamond"/>
              <a:buChar char="•"/>
            </a:pPr>
            <a:r>
              <a:rPr b="0" i="0" lang="en-US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Identiﬁcar la pregunta clave que debe responder el tablero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$PPTXTitle" id="925" name="Google Shape;925;p31"/>
          <p:cNvSpPr txBox="1"/>
          <p:nvPr>
            <p:ph type="title"/>
          </p:nvPr>
        </p:nvSpPr>
        <p:spPr>
          <a:xfrm>
            <a:off x="3031350" y="1550975"/>
            <a:ext cx="145365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Metodología para KPI y scorecards</a:t>
            </a:r>
            <a:endParaRPr/>
          </a:p>
        </p:txBody>
      </p:sp>
      <p:grpSp>
        <p:nvGrpSpPr>
          <p:cNvPr id="926" name="Google Shape;926;p31"/>
          <p:cNvGrpSpPr/>
          <p:nvPr/>
        </p:nvGrpSpPr>
        <p:grpSpPr>
          <a:xfrm>
            <a:off x="989545" y="1692474"/>
            <a:ext cx="845819" cy="846001"/>
            <a:chOff x="989545" y="1692474"/>
            <a:chExt cx="845819" cy="846001"/>
          </a:xfrm>
        </p:grpSpPr>
        <p:sp>
          <p:nvSpPr>
            <p:cNvPr id="927" name="Google Shape;927;p31"/>
            <p:cNvSpPr/>
            <p:nvPr/>
          </p:nvSpPr>
          <p:spPr>
            <a:xfrm>
              <a:off x="989605" y="1692498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31"/>
            <p:cNvSpPr/>
            <p:nvPr/>
          </p:nvSpPr>
          <p:spPr>
            <a:xfrm>
              <a:off x="1287851" y="1692474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31"/>
            <p:cNvSpPr/>
            <p:nvPr/>
          </p:nvSpPr>
          <p:spPr>
            <a:xfrm>
              <a:off x="989545" y="1843150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97" y="272084"/>
                  </a:lnTo>
                  <a:lnTo>
                    <a:pt x="51650" y="394131"/>
                  </a:lnTo>
                  <a:lnTo>
                    <a:pt x="23622" y="430644"/>
                  </a:lnTo>
                  <a:lnTo>
                    <a:pt x="6007" y="473176"/>
                  </a:lnTo>
                  <a:lnTo>
                    <a:pt x="0" y="518807"/>
                  </a:lnTo>
                  <a:lnTo>
                    <a:pt x="368" y="530352"/>
                  </a:lnTo>
                  <a:lnTo>
                    <a:pt x="9359" y="575500"/>
                  </a:lnTo>
                  <a:lnTo>
                    <a:pt x="29718" y="616775"/>
                  </a:lnTo>
                  <a:lnTo>
                    <a:pt x="59855" y="651167"/>
                  </a:lnTo>
                  <a:lnTo>
                    <a:pt x="98069" y="676681"/>
                  </a:lnTo>
                  <a:lnTo>
                    <a:pt x="141655" y="691476"/>
                  </a:lnTo>
                  <a:lnTo>
                    <a:pt x="176060" y="694867"/>
                  </a:lnTo>
                  <a:lnTo>
                    <a:pt x="187591" y="694486"/>
                  </a:lnTo>
                  <a:lnTo>
                    <a:pt x="232740" y="685507"/>
                  </a:lnTo>
                  <a:lnTo>
                    <a:pt x="274027" y="665149"/>
                  </a:lnTo>
                  <a:lnTo>
                    <a:pt x="422783" y="521169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24" y="694461"/>
                  </a:lnTo>
                  <a:lnTo>
                    <a:pt x="726173" y="685482"/>
                  </a:lnTo>
                  <a:lnTo>
                    <a:pt x="767448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0" name="Google Shape;930;p31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931" name="Google Shape;931;p31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31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31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4" name="Google Shape;934;p31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31"/>
          <p:cNvSpPr/>
          <p:nvPr/>
        </p:nvSpPr>
        <p:spPr>
          <a:xfrm>
            <a:off x="9696157" y="6474907"/>
            <a:ext cx="541020" cy="1343660"/>
          </a:xfrm>
          <a:custGeom>
            <a:rect b="b" l="l" r="r" t="t"/>
            <a:pathLst>
              <a:path extrusionOk="0" h="1343659" w="541020">
                <a:moveTo>
                  <a:pt x="270319" y="0"/>
                </a:moveTo>
                <a:lnTo>
                  <a:pt x="218953" y="12112"/>
                </a:lnTo>
                <a:lnTo>
                  <a:pt x="170841" y="46946"/>
                </a:lnTo>
                <a:lnTo>
                  <a:pt x="126888" y="102252"/>
                </a:lnTo>
                <a:lnTo>
                  <a:pt x="106754" y="136878"/>
                </a:lnTo>
                <a:lnTo>
                  <a:pt x="88000" y="175777"/>
                </a:lnTo>
                <a:lnTo>
                  <a:pt x="70739" y="218668"/>
                </a:lnTo>
                <a:lnTo>
                  <a:pt x="55085" y="265270"/>
                </a:lnTo>
                <a:lnTo>
                  <a:pt x="41150" y="315300"/>
                </a:lnTo>
                <a:lnTo>
                  <a:pt x="29049" y="368478"/>
                </a:lnTo>
                <a:lnTo>
                  <a:pt x="18893" y="424522"/>
                </a:lnTo>
                <a:lnTo>
                  <a:pt x="10797" y="483151"/>
                </a:lnTo>
                <a:lnTo>
                  <a:pt x="4874" y="544082"/>
                </a:lnTo>
                <a:lnTo>
                  <a:pt x="1237" y="607035"/>
                </a:lnTo>
                <a:lnTo>
                  <a:pt x="0" y="671728"/>
                </a:lnTo>
                <a:lnTo>
                  <a:pt x="1237" y="736419"/>
                </a:lnTo>
                <a:lnTo>
                  <a:pt x="4874" y="799370"/>
                </a:lnTo>
                <a:lnTo>
                  <a:pt x="10797" y="860301"/>
                </a:lnTo>
                <a:lnTo>
                  <a:pt x="18893" y="918928"/>
                </a:lnTo>
                <a:lnTo>
                  <a:pt x="29049" y="974972"/>
                </a:lnTo>
                <a:lnTo>
                  <a:pt x="41150" y="1028150"/>
                </a:lnTo>
                <a:lnTo>
                  <a:pt x="55085" y="1078180"/>
                </a:lnTo>
                <a:lnTo>
                  <a:pt x="70739" y="1124782"/>
                </a:lnTo>
                <a:lnTo>
                  <a:pt x="88000" y="1167674"/>
                </a:lnTo>
                <a:lnTo>
                  <a:pt x="106754" y="1206574"/>
                </a:lnTo>
                <a:lnTo>
                  <a:pt x="126888" y="1241200"/>
                </a:lnTo>
                <a:lnTo>
                  <a:pt x="170841" y="1296508"/>
                </a:lnTo>
                <a:lnTo>
                  <a:pt x="218953" y="1331344"/>
                </a:lnTo>
                <a:lnTo>
                  <a:pt x="270319" y="1343456"/>
                </a:lnTo>
                <a:lnTo>
                  <a:pt x="296354" y="1340381"/>
                </a:lnTo>
                <a:lnTo>
                  <a:pt x="346210" y="1316626"/>
                </a:lnTo>
                <a:lnTo>
                  <a:pt x="392359" y="1271272"/>
                </a:lnTo>
                <a:lnTo>
                  <a:pt x="433894" y="1206574"/>
                </a:lnTo>
                <a:lnTo>
                  <a:pt x="452649" y="1167674"/>
                </a:lnTo>
                <a:lnTo>
                  <a:pt x="469910" y="1124782"/>
                </a:lnTo>
                <a:lnTo>
                  <a:pt x="485565" y="1078180"/>
                </a:lnTo>
                <a:lnTo>
                  <a:pt x="499500" y="1028150"/>
                </a:lnTo>
                <a:lnTo>
                  <a:pt x="511602" y="974972"/>
                </a:lnTo>
                <a:lnTo>
                  <a:pt x="521758" y="918928"/>
                </a:lnTo>
                <a:lnTo>
                  <a:pt x="529854" y="860301"/>
                </a:lnTo>
                <a:lnTo>
                  <a:pt x="535777" y="799370"/>
                </a:lnTo>
                <a:lnTo>
                  <a:pt x="539414" y="736419"/>
                </a:lnTo>
                <a:lnTo>
                  <a:pt x="540651" y="671728"/>
                </a:lnTo>
                <a:lnTo>
                  <a:pt x="539414" y="607035"/>
                </a:lnTo>
                <a:lnTo>
                  <a:pt x="535777" y="544082"/>
                </a:lnTo>
                <a:lnTo>
                  <a:pt x="529854" y="483151"/>
                </a:lnTo>
                <a:lnTo>
                  <a:pt x="521758" y="424522"/>
                </a:lnTo>
                <a:lnTo>
                  <a:pt x="511602" y="368478"/>
                </a:lnTo>
                <a:lnTo>
                  <a:pt x="499500" y="315300"/>
                </a:lnTo>
                <a:lnTo>
                  <a:pt x="485565" y="265270"/>
                </a:lnTo>
                <a:lnTo>
                  <a:pt x="469910" y="218668"/>
                </a:lnTo>
                <a:lnTo>
                  <a:pt x="452649" y="175777"/>
                </a:lnTo>
                <a:lnTo>
                  <a:pt x="433894" y="136878"/>
                </a:lnTo>
                <a:lnTo>
                  <a:pt x="413760" y="102252"/>
                </a:lnTo>
                <a:lnTo>
                  <a:pt x="369804" y="46946"/>
                </a:lnTo>
                <a:lnTo>
                  <a:pt x="321689" y="12112"/>
                </a:lnTo>
                <a:lnTo>
                  <a:pt x="270319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31"/>
          <p:cNvSpPr/>
          <p:nvPr/>
        </p:nvSpPr>
        <p:spPr>
          <a:xfrm>
            <a:off x="5396998" y="6474907"/>
            <a:ext cx="541020" cy="1046480"/>
          </a:xfrm>
          <a:custGeom>
            <a:rect b="b" l="l" r="r" t="t"/>
            <a:pathLst>
              <a:path extrusionOk="0" h="1046479" w="541020">
                <a:moveTo>
                  <a:pt x="270332" y="0"/>
                </a:moveTo>
                <a:lnTo>
                  <a:pt x="208351" y="13816"/>
                </a:lnTo>
                <a:lnTo>
                  <a:pt x="151452" y="53171"/>
                </a:lnTo>
                <a:lnTo>
                  <a:pt x="125415" y="81445"/>
                </a:lnTo>
                <a:lnTo>
                  <a:pt x="101258" y="114926"/>
                </a:lnTo>
                <a:lnTo>
                  <a:pt x="79182" y="153222"/>
                </a:lnTo>
                <a:lnTo>
                  <a:pt x="59392" y="195940"/>
                </a:lnTo>
                <a:lnTo>
                  <a:pt x="42090" y="242688"/>
                </a:lnTo>
                <a:lnTo>
                  <a:pt x="27478" y="293073"/>
                </a:lnTo>
                <a:lnTo>
                  <a:pt x="15761" y="346703"/>
                </a:lnTo>
                <a:lnTo>
                  <a:pt x="7140" y="403186"/>
                </a:lnTo>
                <a:lnTo>
                  <a:pt x="1818" y="462128"/>
                </a:lnTo>
                <a:lnTo>
                  <a:pt x="0" y="523138"/>
                </a:lnTo>
                <a:lnTo>
                  <a:pt x="1818" y="584147"/>
                </a:lnTo>
                <a:lnTo>
                  <a:pt x="7140" y="643089"/>
                </a:lnTo>
                <a:lnTo>
                  <a:pt x="15761" y="699571"/>
                </a:lnTo>
                <a:lnTo>
                  <a:pt x="27478" y="753200"/>
                </a:lnTo>
                <a:lnTo>
                  <a:pt x="42090" y="803584"/>
                </a:lnTo>
                <a:lnTo>
                  <a:pt x="59392" y="850331"/>
                </a:lnTo>
                <a:lnTo>
                  <a:pt x="79182" y="893048"/>
                </a:lnTo>
                <a:lnTo>
                  <a:pt x="101258" y="931342"/>
                </a:lnTo>
                <a:lnTo>
                  <a:pt x="125415" y="964822"/>
                </a:lnTo>
                <a:lnTo>
                  <a:pt x="151452" y="993094"/>
                </a:lnTo>
                <a:lnTo>
                  <a:pt x="208351" y="1032448"/>
                </a:lnTo>
                <a:lnTo>
                  <a:pt x="270332" y="1046264"/>
                </a:lnTo>
                <a:lnTo>
                  <a:pt x="301858" y="1042744"/>
                </a:lnTo>
                <a:lnTo>
                  <a:pt x="361504" y="1015767"/>
                </a:lnTo>
                <a:lnTo>
                  <a:pt x="415254" y="964822"/>
                </a:lnTo>
                <a:lnTo>
                  <a:pt x="439411" y="931342"/>
                </a:lnTo>
                <a:lnTo>
                  <a:pt x="461486" y="893048"/>
                </a:lnTo>
                <a:lnTo>
                  <a:pt x="481275" y="850331"/>
                </a:lnTo>
                <a:lnTo>
                  <a:pt x="498577" y="803584"/>
                </a:lnTo>
                <a:lnTo>
                  <a:pt x="513187" y="753200"/>
                </a:lnTo>
                <a:lnTo>
                  <a:pt x="524904" y="699571"/>
                </a:lnTo>
                <a:lnTo>
                  <a:pt x="533524" y="643089"/>
                </a:lnTo>
                <a:lnTo>
                  <a:pt x="538845" y="584147"/>
                </a:lnTo>
                <a:lnTo>
                  <a:pt x="540664" y="523138"/>
                </a:lnTo>
                <a:lnTo>
                  <a:pt x="538845" y="462128"/>
                </a:lnTo>
                <a:lnTo>
                  <a:pt x="533524" y="403186"/>
                </a:lnTo>
                <a:lnTo>
                  <a:pt x="524904" y="346703"/>
                </a:lnTo>
                <a:lnTo>
                  <a:pt x="513187" y="293073"/>
                </a:lnTo>
                <a:lnTo>
                  <a:pt x="498577" y="242688"/>
                </a:lnTo>
                <a:lnTo>
                  <a:pt x="481275" y="195940"/>
                </a:lnTo>
                <a:lnTo>
                  <a:pt x="461486" y="153222"/>
                </a:lnTo>
                <a:lnTo>
                  <a:pt x="439411" y="114926"/>
                </a:lnTo>
                <a:lnTo>
                  <a:pt x="415254" y="81445"/>
                </a:lnTo>
                <a:lnTo>
                  <a:pt x="389217" y="53171"/>
                </a:lnTo>
                <a:lnTo>
                  <a:pt x="332317" y="13816"/>
                </a:lnTo>
                <a:lnTo>
                  <a:pt x="270332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31"/>
          <p:cNvSpPr/>
          <p:nvPr/>
        </p:nvSpPr>
        <p:spPr>
          <a:xfrm>
            <a:off x="13995341" y="3367159"/>
            <a:ext cx="541020" cy="749300"/>
          </a:xfrm>
          <a:custGeom>
            <a:rect b="b" l="l" r="r" t="t"/>
            <a:pathLst>
              <a:path extrusionOk="0" h="749300" w="541019">
                <a:moveTo>
                  <a:pt x="270332" y="0"/>
                </a:moveTo>
                <a:lnTo>
                  <a:pt x="230387" y="4060"/>
                </a:lnTo>
                <a:lnTo>
                  <a:pt x="192261" y="15856"/>
                </a:lnTo>
                <a:lnTo>
                  <a:pt x="156372" y="34809"/>
                </a:lnTo>
                <a:lnTo>
                  <a:pt x="123138" y="60338"/>
                </a:lnTo>
                <a:lnTo>
                  <a:pt x="92979" y="91866"/>
                </a:lnTo>
                <a:lnTo>
                  <a:pt x="66311" y="128811"/>
                </a:lnTo>
                <a:lnTo>
                  <a:pt x="43555" y="170597"/>
                </a:lnTo>
                <a:lnTo>
                  <a:pt x="25127" y="216642"/>
                </a:lnTo>
                <a:lnTo>
                  <a:pt x="11446" y="266369"/>
                </a:lnTo>
                <a:lnTo>
                  <a:pt x="2931" y="319197"/>
                </a:lnTo>
                <a:lnTo>
                  <a:pt x="0" y="374548"/>
                </a:lnTo>
                <a:lnTo>
                  <a:pt x="2931" y="429896"/>
                </a:lnTo>
                <a:lnTo>
                  <a:pt x="11446" y="482723"/>
                </a:lnTo>
                <a:lnTo>
                  <a:pt x="25127" y="532448"/>
                </a:lnTo>
                <a:lnTo>
                  <a:pt x="43555" y="578494"/>
                </a:lnTo>
                <a:lnTo>
                  <a:pt x="66311" y="620279"/>
                </a:lnTo>
                <a:lnTo>
                  <a:pt x="92979" y="657226"/>
                </a:lnTo>
                <a:lnTo>
                  <a:pt x="123138" y="688754"/>
                </a:lnTo>
                <a:lnTo>
                  <a:pt x="156372" y="714285"/>
                </a:lnTo>
                <a:lnTo>
                  <a:pt x="192261" y="733238"/>
                </a:lnTo>
                <a:lnTo>
                  <a:pt x="230387" y="745035"/>
                </a:lnTo>
                <a:lnTo>
                  <a:pt x="270332" y="749096"/>
                </a:lnTo>
                <a:lnTo>
                  <a:pt x="310280" y="745035"/>
                </a:lnTo>
                <a:lnTo>
                  <a:pt x="348408" y="733238"/>
                </a:lnTo>
                <a:lnTo>
                  <a:pt x="384297" y="714285"/>
                </a:lnTo>
                <a:lnTo>
                  <a:pt x="417531" y="688754"/>
                </a:lnTo>
                <a:lnTo>
                  <a:pt x="447690" y="657226"/>
                </a:lnTo>
                <a:lnTo>
                  <a:pt x="474356" y="620279"/>
                </a:lnTo>
                <a:lnTo>
                  <a:pt x="497112" y="578494"/>
                </a:lnTo>
                <a:lnTo>
                  <a:pt x="515539" y="532448"/>
                </a:lnTo>
                <a:lnTo>
                  <a:pt x="529218" y="482723"/>
                </a:lnTo>
                <a:lnTo>
                  <a:pt x="537733" y="429896"/>
                </a:lnTo>
                <a:lnTo>
                  <a:pt x="540664" y="374548"/>
                </a:lnTo>
                <a:lnTo>
                  <a:pt x="537733" y="319197"/>
                </a:lnTo>
                <a:lnTo>
                  <a:pt x="529218" y="266369"/>
                </a:lnTo>
                <a:lnTo>
                  <a:pt x="515539" y="216642"/>
                </a:lnTo>
                <a:lnTo>
                  <a:pt x="497112" y="170597"/>
                </a:lnTo>
                <a:lnTo>
                  <a:pt x="474356" y="128811"/>
                </a:lnTo>
                <a:lnTo>
                  <a:pt x="447690" y="91866"/>
                </a:lnTo>
                <a:lnTo>
                  <a:pt x="417531" y="60338"/>
                </a:lnTo>
                <a:lnTo>
                  <a:pt x="384297" y="34809"/>
                </a:lnTo>
                <a:lnTo>
                  <a:pt x="348408" y="15856"/>
                </a:lnTo>
                <a:lnTo>
                  <a:pt x="310280" y="4060"/>
                </a:lnTo>
                <a:lnTo>
                  <a:pt x="270332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31"/>
          <p:cNvSpPr/>
          <p:nvPr/>
        </p:nvSpPr>
        <p:spPr>
          <a:xfrm>
            <a:off x="9696195" y="3367161"/>
            <a:ext cx="541020" cy="1046480"/>
          </a:xfrm>
          <a:custGeom>
            <a:rect b="b" l="l" r="r" t="t"/>
            <a:pathLst>
              <a:path extrusionOk="0" h="1046479" w="541020">
                <a:moveTo>
                  <a:pt x="270332" y="0"/>
                </a:moveTo>
                <a:lnTo>
                  <a:pt x="208351" y="13816"/>
                </a:lnTo>
                <a:lnTo>
                  <a:pt x="151452" y="53171"/>
                </a:lnTo>
                <a:lnTo>
                  <a:pt x="125415" y="81445"/>
                </a:lnTo>
                <a:lnTo>
                  <a:pt x="101258" y="114926"/>
                </a:lnTo>
                <a:lnTo>
                  <a:pt x="79182" y="153222"/>
                </a:lnTo>
                <a:lnTo>
                  <a:pt x="59392" y="195940"/>
                </a:lnTo>
                <a:lnTo>
                  <a:pt x="42090" y="242688"/>
                </a:lnTo>
                <a:lnTo>
                  <a:pt x="27478" y="293073"/>
                </a:lnTo>
                <a:lnTo>
                  <a:pt x="15761" y="346703"/>
                </a:lnTo>
                <a:lnTo>
                  <a:pt x="7140" y="403186"/>
                </a:lnTo>
                <a:lnTo>
                  <a:pt x="1818" y="462128"/>
                </a:lnTo>
                <a:lnTo>
                  <a:pt x="0" y="523138"/>
                </a:lnTo>
                <a:lnTo>
                  <a:pt x="1818" y="584147"/>
                </a:lnTo>
                <a:lnTo>
                  <a:pt x="7140" y="643089"/>
                </a:lnTo>
                <a:lnTo>
                  <a:pt x="15761" y="699571"/>
                </a:lnTo>
                <a:lnTo>
                  <a:pt x="27478" y="753200"/>
                </a:lnTo>
                <a:lnTo>
                  <a:pt x="42090" y="803584"/>
                </a:lnTo>
                <a:lnTo>
                  <a:pt x="59392" y="850331"/>
                </a:lnTo>
                <a:lnTo>
                  <a:pt x="79182" y="893048"/>
                </a:lnTo>
                <a:lnTo>
                  <a:pt x="101258" y="931342"/>
                </a:lnTo>
                <a:lnTo>
                  <a:pt x="125415" y="964822"/>
                </a:lnTo>
                <a:lnTo>
                  <a:pt x="151452" y="993094"/>
                </a:lnTo>
                <a:lnTo>
                  <a:pt x="208351" y="1032448"/>
                </a:lnTo>
                <a:lnTo>
                  <a:pt x="270332" y="1046264"/>
                </a:lnTo>
                <a:lnTo>
                  <a:pt x="301858" y="1042744"/>
                </a:lnTo>
                <a:lnTo>
                  <a:pt x="361504" y="1015767"/>
                </a:lnTo>
                <a:lnTo>
                  <a:pt x="415254" y="964822"/>
                </a:lnTo>
                <a:lnTo>
                  <a:pt x="439411" y="931342"/>
                </a:lnTo>
                <a:lnTo>
                  <a:pt x="461486" y="893048"/>
                </a:lnTo>
                <a:lnTo>
                  <a:pt x="481275" y="850331"/>
                </a:lnTo>
                <a:lnTo>
                  <a:pt x="498577" y="803584"/>
                </a:lnTo>
                <a:lnTo>
                  <a:pt x="513187" y="753200"/>
                </a:lnTo>
                <a:lnTo>
                  <a:pt x="524904" y="699571"/>
                </a:lnTo>
                <a:lnTo>
                  <a:pt x="533524" y="643089"/>
                </a:lnTo>
                <a:lnTo>
                  <a:pt x="538845" y="584147"/>
                </a:lnTo>
                <a:lnTo>
                  <a:pt x="540664" y="523138"/>
                </a:lnTo>
                <a:lnTo>
                  <a:pt x="538845" y="462128"/>
                </a:lnTo>
                <a:lnTo>
                  <a:pt x="533524" y="403186"/>
                </a:lnTo>
                <a:lnTo>
                  <a:pt x="524904" y="346703"/>
                </a:lnTo>
                <a:lnTo>
                  <a:pt x="513187" y="293073"/>
                </a:lnTo>
                <a:lnTo>
                  <a:pt x="498577" y="242688"/>
                </a:lnTo>
                <a:lnTo>
                  <a:pt x="481275" y="195940"/>
                </a:lnTo>
                <a:lnTo>
                  <a:pt x="461486" y="153222"/>
                </a:lnTo>
                <a:lnTo>
                  <a:pt x="439411" y="114926"/>
                </a:lnTo>
                <a:lnTo>
                  <a:pt x="415254" y="81445"/>
                </a:lnTo>
                <a:lnTo>
                  <a:pt x="389217" y="53171"/>
                </a:lnTo>
                <a:lnTo>
                  <a:pt x="332317" y="13816"/>
                </a:lnTo>
                <a:lnTo>
                  <a:pt x="270332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31"/>
          <p:cNvSpPr/>
          <p:nvPr/>
        </p:nvSpPr>
        <p:spPr>
          <a:xfrm>
            <a:off x="5397023" y="3367161"/>
            <a:ext cx="541020" cy="1046480"/>
          </a:xfrm>
          <a:custGeom>
            <a:rect b="b" l="l" r="r" t="t"/>
            <a:pathLst>
              <a:path extrusionOk="0" h="1046479" w="541020">
                <a:moveTo>
                  <a:pt x="270332" y="0"/>
                </a:moveTo>
                <a:lnTo>
                  <a:pt x="208351" y="13816"/>
                </a:lnTo>
                <a:lnTo>
                  <a:pt x="151452" y="53171"/>
                </a:lnTo>
                <a:lnTo>
                  <a:pt x="125415" y="81445"/>
                </a:lnTo>
                <a:lnTo>
                  <a:pt x="101258" y="114926"/>
                </a:lnTo>
                <a:lnTo>
                  <a:pt x="79182" y="153222"/>
                </a:lnTo>
                <a:lnTo>
                  <a:pt x="59392" y="195940"/>
                </a:lnTo>
                <a:lnTo>
                  <a:pt x="42090" y="242688"/>
                </a:lnTo>
                <a:lnTo>
                  <a:pt x="27478" y="293073"/>
                </a:lnTo>
                <a:lnTo>
                  <a:pt x="15761" y="346703"/>
                </a:lnTo>
                <a:lnTo>
                  <a:pt x="7140" y="403186"/>
                </a:lnTo>
                <a:lnTo>
                  <a:pt x="1818" y="462128"/>
                </a:lnTo>
                <a:lnTo>
                  <a:pt x="0" y="523138"/>
                </a:lnTo>
                <a:lnTo>
                  <a:pt x="1818" y="584147"/>
                </a:lnTo>
                <a:lnTo>
                  <a:pt x="7140" y="643089"/>
                </a:lnTo>
                <a:lnTo>
                  <a:pt x="15761" y="699571"/>
                </a:lnTo>
                <a:lnTo>
                  <a:pt x="27478" y="753200"/>
                </a:lnTo>
                <a:lnTo>
                  <a:pt x="42090" y="803584"/>
                </a:lnTo>
                <a:lnTo>
                  <a:pt x="59392" y="850331"/>
                </a:lnTo>
                <a:lnTo>
                  <a:pt x="79182" y="893048"/>
                </a:lnTo>
                <a:lnTo>
                  <a:pt x="101258" y="931342"/>
                </a:lnTo>
                <a:lnTo>
                  <a:pt x="125415" y="964822"/>
                </a:lnTo>
                <a:lnTo>
                  <a:pt x="151452" y="993094"/>
                </a:lnTo>
                <a:lnTo>
                  <a:pt x="208351" y="1032448"/>
                </a:lnTo>
                <a:lnTo>
                  <a:pt x="270332" y="1046264"/>
                </a:lnTo>
                <a:lnTo>
                  <a:pt x="301858" y="1042744"/>
                </a:lnTo>
                <a:lnTo>
                  <a:pt x="361504" y="1015767"/>
                </a:lnTo>
                <a:lnTo>
                  <a:pt x="415254" y="964822"/>
                </a:lnTo>
                <a:lnTo>
                  <a:pt x="439411" y="931342"/>
                </a:lnTo>
                <a:lnTo>
                  <a:pt x="461486" y="893048"/>
                </a:lnTo>
                <a:lnTo>
                  <a:pt x="481275" y="850331"/>
                </a:lnTo>
                <a:lnTo>
                  <a:pt x="498577" y="803584"/>
                </a:lnTo>
                <a:lnTo>
                  <a:pt x="513187" y="753200"/>
                </a:lnTo>
                <a:lnTo>
                  <a:pt x="524904" y="699571"/>
                </a:lnTo>
                <a:lnTo>
                  <a:pt x="533524" y="643089"/>
                </a:lnTo>
                <a:lnTo>
                  <a:pt x="538845" y="584147"/>
                </a:lnTo>
                <a:lnTo>
                  <a:pt x="540664" y="523138"/>
                </a:lnTo>
                <a:lnTo>
                  <a:pt x="538845" y="462128"/>
                </a:lnTo>
                <a:lnTo>
                  <a:pt x="533524" y="403186"/>
                </a:lnTo>
                <a:lnTo>
                  <a:pt x="524904" y="346703"/>
                </a:lnTo>
                <a:lnTo>
                  <a:pt x="513187" y="293073"/>
                </a:lnTo>
                <a:lnTo>
                  <a:pt x="498577" y="242688"/>
                </a:lnTo>
                <a:lnTo>
                  <a:pt x="481275" y="195940"/>
                </a:lnTo>
                <a:lnTo>
                  <a:pt x="461486" y="153222"/>
                </a:lnTo>
                <a:lnTo>
                  <a:pt x="439411" y="114926"/>
                </a:lnTo>
                <a:lnTo>
                  <a:pt x="415254" y="81445"/>
                </a:lnTo>
                <a:lnTo>
                  <a:pt x="389217" y="53171"/>
                </a:lnTo>
                <a:lnTo>
                  <a:pt x="332317" y="13816"/>
                </a:lnTo>
                <a:lnTo>
                  <a:pt x="270332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31"/>
          <p:cNvSpPr txBox="1"/>
          <p:nvPr/>
        </p:nvSpPr>
        <p:spPr>
          <a:xfrm>
            <a:off x="7343254" y="6474904"/>
            <a:ext cx="2623820" cy="1343660"/>
          </a:xfrm>
          <a:prstGeom prst="rect">
            <a:avLst/>
          </a:pr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0" lvl="0" marL="127635" marR="14097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1" i="0" lang="en-US" sz="205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Diseño conceptual y validación rigurosa</a:t>
            </a:r>
            <a:endParaRPr b="0" i="0" sz="20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41" name="Google Shape;941;p31"/>
          <p:cNvSpPr txBox="1"/>
          <p:nvPr/>
        </p:nvSpPr>
        <p:spPr>
          <a:xfrm>
            <a:off x="3044050" y="6474904"/>
            <a:ext cx="2623820" cy="1046480"/>
          </a:xfrm>
          <a:prstGeom prst="rect">
            <a:avLst/>
          </a:pr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0" lvl="0" marL="127635" marR="52832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1" i="0" lang="en-US" sz="205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Interactividad y revisión estratégica</a:t>
            </a:r>
            <a:endParaRPr b="0" i="0" sz="20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42" name="Google Shape;942;p31"/>
          <p:cNvSpPr txBox="1"/>
          <p:nvPr/>
        </p:nvSpPr>
        <p:spPr>
          <a:xfrm>
            <a:off x="11642394" y="3367151"/>
            <a:ext cx="2623820" cy="749300"/>
          </a:xfrm>
          <a:prstGeom prst="rect">
            <a:avLst/>
          </a:pr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0" lvl="0" marL="127635" marR="858519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1" i="0" lang="en-US" sz="205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Validación y visualización</a:t>
            </a:r>
            <a:endParaRPr b="0" i="0" sz="20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43" name="Google Shape;943;p31"/>
          <p:cNvSpPr txBox="1"/>
          <p:nvPr/>
        </p:nvSpPr>
        <p:spPr>
          <a:xfrm>
            <a:off x="7343203" y="3367151"/>
            <a:ext cx="2623820" cy="1046480"/>
          </a:xfrm>
          <a:prstGeom prst="rect">
            <a:avLst/>
          </a:pr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0" lvl="0" marL="127635" marR="110489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1" i="0" lang="en-US" sz="205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Modelado y diseño de datos</a:t>
            </a:r>
            <a:endParaRPr b="0" i="0" sz="20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44" name="Google Shape;944;p31"/>
          <p:cNvSpPr txBox="1"/>
          <p:nvPr/>
        </p:nvSpPr>
        <p:spPr>
          <a:xfrm>
            <a:off x="3044050" y="3367151"/>
            <a:ext cx="2623820" cy="1046480"/>
          </a:xfrm>
          <a:prstGeom prst="rect">
            <a:avLst/>
          </a:pr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0" lvl="0" marL="127635" marR="53213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1" i="0" lang="en-US" sz="2050" u="none" cap="none" strike="noStrike">
                <a:solidFill>
                  <a:srgbClr val="F7F7F7"/>
                </a:solidFill>
                <a:latin typeface="Gill Sans"/>
                <a:ea typeface="Gill Sans"/>
                <a:cs typeface="Gill Sans"/>
                <a:sym typeface="Gill Sans"/>
              </a:rPr>
              <a:t>Deﬁnición clara del objetivo</a:t>
            </a:r>
            <a:endParaRPr b="0" i="0" sz="20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9" name="Google Shape;949;p32"/>
          <p:cNvGrpSpPr/>
          <p:nvPr/>
        </p:nvGrpSpPr>
        <p:grpSpPr>
          <a:xfrm>
            <a:off x="1599127" y="3919243"/>
            <a:ext cx="845824" cy="846016"/>
            <a:chOff x="1018814" y="4787043"/>
            <a:chExt cx="845824" cy="846016"/>
          </a:xfrm>
        </p:grpSpPr>
        <p:sp>
          <p:nvSpPr>
            <p:cNvPr id="950" name="Google Shape;950;p32"/>
            <p:cNvSpPr/>
            <p:nvPr/>
          </p:nvSpPr>
          <p:spPr>
            <a:xfrm>
              <a:off x="1018814" y="4787043"/>
              <a:ext cx="547370" cy="547370"/>
            </a:xfrm>
            <a:custGeom>
              <a:rect b="b" l="l" r="r" t="t"/>
              <a:pathLst>
                <a:path extrusionOk="0" h="547370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1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1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32"/>
            <p:cNvSpPr/>
            <p:nvPr/>
          </p:nvSpPr>
          <p:spPr>
            <a:xfrm>
              <a:off x="1317044" y="4787045"/>
              <a:ext cx="547370" cy="547370"/>
            </a:xfrm>
            <a:custGeom>
              <a:rect b="b" l="l" r="r" t="t"/>
              <a:pathLst>
                <a:path extrusionOk="0" h="547370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1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5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32"/>
            <p:cNvSpPr/>
            <p:nvPr/>
          </p:nvSpPr>
          <p:spPr>
            <a:xfrm>
              <a:off x="1018819" y="4937734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27" y="518782"/>
                  </a:moveTo>
                  <a:lnTo>
                    <a:pt x="839520" y="473151"/>
                  </a:lnTo>
                  <a:lnTo>
                    <a:pt x="821905" y="430618"/>
                  </a:lnTo>
                  <a:lnTo>
                    <a:pt x="793877" y="394106"/>
                  </a:lnTo>
                  <a:lnTo>
                    <a:pt x="671855" y="272097"/>
                  </a:lnTo>
                  <a:lnTo>
                    <a:pt x="422757" y="22999"/>
                  </a:lnTo>
                  <a:lnTo>
                    <a:pt x="399770" y="0"/>
                  </a:lnTo>
                  <a:lnTo>
                    <a:pt x="150685" y="249085"/>
                  </a:lnTo>
                  <a:lnTo>
                    <a:pt x="173672" y="272084"/>
                  </a:lnTo>
                  <a:lnTo>
                    <a:pt x="51650" y="394119"/>
                  </a:lnTo>
                  <a:lnTo>
                    <a:pt x="23622" y="430631"/>
                  </a:lnTo>
                  <a:lnTo>
                    <a:pt x="6007" y="473163"/>
                  </a:lnTo>
                  <a:lnTo>
                    <a:pt x="0" y="518795"/>
                  </a:lnTo>
                  <a:lnTo>
                    <a:pt x="368" y="530339"/>
                  </a:lnTo>
                  <a:lnTo>
                    <a:pt x="9359" y="575487"/>
                  </a:lnTo>
                  <a:lnTo>
                    <a:pt x="29718" y="616762"/>
                  </a:lnTo>
                  <a:lnTo>
                    <a:pt x="59855" y="651154"/>
                  </a:lnTo>
                  <a:lnTo>
                    <a:pt x="98069" y="676681"/>
                  </a:lnTo>
                  <a:lnTo>
                    <a:pt x="141655" y="691476"/>
                  </a:lnTo>
                  <a:lnTo>
                    <a:pt x="176060" y="694855"/>
                  </a:lnTo>
                  <a:lnTo>
                    <a:pt x="187591" y="694486"/>
                  </a:lnTo>
                  <a:lnTo>
                    <a:pt x="232740" y="685495"/>
                  </a:lnTo>
                  <a:lnTo>
                    <a:pt x="274027" y="665137"/>
                  </a:lnTo>
                  <a:lnTo>
                    <a:pt x="422770" y="521182"/>
                  </a:lnTo>
                  <a:lnTo>
                    <a:pt x="544791" y="643191"/>
                  </a:lnTo>
                  <a:lnTo>
                    <a:pt x="581304" y="671220"/>
                  </a:lnTo>
                  <a:lnTo>
                    <a:pt x="623836" y="688835"/>
                  </a:lnTo>
                  <a:lnTo>
                    <a:pt x="669467" y="694842"/>
                  </a:lnTo>
                  <a:lnTo>
                    <a:pt x="681012" y="694461"/>
                  </a:lnTo>
                  <a:lnTo>
                    <a:pt x="726160" y="685482"/>
                  </a:lnTo>
                  <a:lnTo>
                    <a:pt x="767435" y="665124"/>
                  </a:lnTo>
                  <a:lnTo>
                    <a:pt x="801827" y="634987"/>
                  </a:lnTo>
                  <a:lnTo>
                    <a:pt x="827354" y="596773"/>
                  </a:lnTo>
                  <a:lnTo>
                    <a:pt x="842149" y="553186"/>
                  </a:lnTo>
                  <a:lnTo>
                    <a:pt x="845159" y="530326"/>
                  </a:lnTo>
                  <a:lnTo>
                    <a:pt x="845527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$PPTXTitle" id="953" name="Google Shape;953;p32"/>
          <p:cNvSpPr txBox="1"/>
          <p:nvPr>
            <p:ph type="title"/>
          </p:nvPr>
        </p:nvSpPr>
        <p:spPr>
          <a:xfrm>
            <a:off x="3640893" y="3646794"/>
            <a:ext cx="12119100" cy="27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0">
            <a:spAutoFit/>
          </a:bodyPr>
          <a:lstStyle/>
          <a:p>
            <a:pPr indent="0" lvl="0" marL="1270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0"/>
              <a:t>Caso práctico y recomendaciones ﬁnales</a:t>
            </a:r>
            <a:endParaRPr sz="8000"/>
          </a:p>
        </p:txBody>
      </p:sp>
      <p:grpSp>
        <p:nvGrpSpPr>
          <p:cNvPr id="954" name="Google Shape;954;p32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955" name="Google Shape;955;p32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32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32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8" name="Google Shape;958;p32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32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076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960" name="Google Shape;960;p32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961" name="Google Shape;961;p32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3"/>
          <p:cNvSpPr txBox="1"/>
          <p:nvPr/>
        </p:nvSpPr>
        <p:spPr>
          <a:xfrm>
            <a:off x="3033886" y="3796758"/>
            <a:ext cx="6213475" cy="5138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Indicadores clave de desempeño</a:t>
            </a:r>
            <a:endParaRPr b="0" i="0" sz="22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86690" lvl="0" marL="199390" marR="0" rtl="0" algn="l">
              <a:lnSpc>
                <a:spcPct val="100000"/>
              </a:lnSpc>
              <a:spcBef>
                <a:spcPts val="1664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Garamond"/>
              <a:buChar char="•"/>
            </a:pPr>
            <a:r>
              <a:rPr b="0" i="0" lang="en-US" sz="17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Ventas reales vs. meta mensual y margen operativo</a:t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86690" lvl="0" marL="199390" marR="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Garamond"/>
              <a:buChar char="•"/>
            </a:pPr>
            <a:r>
              <a:rPr b="0" i="0" lang="en-US" sz="17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Ejecución presupuestaria y cumplimiento de servicio</a:t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Garamond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Scorecard regional con semáforos</a:t>
            </a:r>
            <a:endParaRPr b="0" i="0" sz="22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86690" lvl="0" marL="199390" marR="0" rtl="0" algn="l">
              <a:lnSpc>
                <a:spcPct val="100000"/>
              </a:lnSpc>
              <a:spcBef>
                <a:spcPts val="1664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Garamond"/>
              <a:buChar char="•"/>
            </a:pPr>
            <a:r>
              <a:rPr b="0" i="0" lang="en-US" sz="17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Visualización de cumplimiento por región usando colores</a:t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86690" lvl="0" marL="199390" marR="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Garamond"/>
              <a:buChar char="•"/>
            </a:pPr>
            <a:r>
              <a:rPr b="0" i="0" lang="en-US" sz="17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Identiﬁcación rápida de áreas críticas</a:t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Garamond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Rolling Forecast de 12 meses</a:t>
            </a:r>
            <a:endParaRPr b="0" i="0" sz="22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86690" lvl="0" marL="199390" marR="0" rtl="0" algn="l">
              <a:lnSpc>
                <a:spcPct val="100000"/>
              </a:lnSpc>
              <a:spcBef>
                <a:spcPts val="1664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Garamond"/>
              <a:buChar char="•"/>
            </a:pPr>
            <a:r>
              <a:rPr b="0" i="0" lang="en-US" sz="17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Proyección continua para anticipar desviaciones</a:t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Garamond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Filtros interactivos</a:t>
            </a:r>
            <a:endParaRPr b="0" i="0" sz="22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86690" lvl="0" marL="199390" marR="0" rtl="0" algn="l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Garamond"/>
              <a:buChar char="•"/>
            </a:pPr>
            <a:r>
              <a:rPr b="0" i="0" lang="en-US" sz="17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Segmentación por mes, región, unidad de negocio y canal</a:t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86690" lvl="0" marL="199390" marR="0" rtl="0" algn="l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Garamond"/>
              <a:buChar char="•"/>
            </a:pPr>
            <a:r>
              <a:rPr b="0" i="0" lang="en-US" sz="17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Personalización del análisis según necesidades gerenciales</a:t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$PPTXTitle" id="967" name="Google Shape;967;p33"/>
          <p:cNvSpPr txBox="1"/>
          <p:nvPr>
            <p:ph type="title"/>
          </p:nvPr>
        </p:nvSpPr>
        <p:spPr>
          <a:xfrm>
            <a:off x="3033925" y="1565100"/>
            <a:ext cx="6924600" cy="20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225">
            <a:spAutoFit/>
          </a:bodyPr>
          <a:lstStyle/>
          <a:p>
            <a:pPr indent="0" lvl="0" marL="12700" marR="5080" rtl="0" algn="l">
              <a:lnSpc>
                <a:spcPct val="110578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050"/>
              <a:t>Caso práctico: tablero financiero</a:t>
            </a:r>
            <a:endParaRPr sz="6050"/>
          </a:p>
        </p:txBody>
      </p:sp>
      <p:pic>
        <p:nvPicPr>
          <p:cNvPr id="968" name="Google Shape;96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8527" y="2433269"/>
            <a:ext cx="7399807" cy="492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9" name="Google Shape;969;p33"/>
          <p:cNvGrpSpPr/>
          <p:nvPr/>
        </p:nvGrpSpPr>
        <p:grpSpPr>
          <a:xfrm>
            <a:off x="989606" y="1689081"/>
            <a:ext cx="845835" cy="846029"/>
            <a:chOff x="989606" y="1689081"/>
            <a:chExt cx="845835" cy="846029"/>
          </a:xfrm>
        </p:grpSpPr>
        <p:sp>
          <p:nvSpPr>
            <p:cNvPr id="970" name="Google Shape;970;p33"/>
            <p:cNvSpPr/>
            <p:nvPr/>
          </p:nvSpPr>
          <p:spPr>
            <a:xfrm>
              <a:off x="989606" y="1689087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33"/>
            <p:cNvSpPr/>
            <p:nvPr/>
          </p:nvSpPr>
          <p:spPr>
            <a:xfrm>
              <a:off x="1287837" y="1689081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33"/>
            <p:cNvSpPr/>
            <p:nvPr/>
          </p:nvSpPr>
          <p:spPr>
            <a:xfrm>
              <a:off x="989622" y="1839785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27" y="518782"/>
                  </a:moveTo>
                  <a:lnTo>
                    <a:pt x="839520" y="473151"/>
                  </a:lnTo>
                  <a:lnTo>
                    <a:pt x="821905" y="430618"/>
                  </a:lnTo>
                  <a:lnTo>
                    <a:pt x="793877" y="394106"/>
                  </a:lnTo>
                  <a:lnTo>
                    <a:pt x="671855" y="272084"/>
                  </a:lnTo>
                  <a:lnTo>
                    <a:pt x="422757" y="22987"/>
                  </a:lnTo>
                  <a:lnTo>
                    <a:pt x="399770" y="0"/>
                  </a:lnTo>
                  <a:lnTo>
                    <a:pt x="150685" y="249085"/>
                  </a:lnTo>
                  <a:lnTo>
                    <a:pt x="173672" y="272084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81" y="530326"/>
                  </a:lnTo>
                  <a:lnTo>
                    <a:pt x="9359" y="575475"/>
                  </a:lnTo>
                  <a:lnTo>
                    <a:pt x="29718" y="616750"/>
                  </a:lnTo>
                  <a:lnTo>
                    <a:pt x="59855" y="651141"/>
                  </a:lnTo>
                  <a:lnTo>
                    <a:pt x="98069" y="676656"/>
                  </a:lnTo>
                  <a:lnTo>
                    <a:pt x="141655" y="691464"/>
                  </a:lnTo>
                  <a:lnTo>
                    <a:pt x="176060" y="694842"/>
                  </a:lnTo>
                  <a:lnTo>
                    <a:pt x="187604" y="694461"/>
                  </a:lnTo>
                  <a:lnTo>
                    <a:pt x="232740" y="685482"/>
                  </a:lnTo>
                  <a:lnTo>
                    <a:pt x="274027" y="665124"/>
                  </a:lnTo>
                  <a:lnTo>
                    <a:pt x="422757" y="521169"/>
                  </a:lnTo>
                  <a:lnTo>
                    <a:pt x="544791" y="643191"/>
                  </a:lnTo>
                  <a:lnTo>
                    <a:pt x="581304" y="671220"/>
                  </a:lnTo>
                  <a:lnTo>
                    <a:pt x="623836" y="688835"/>
                  </a:lnTo>
                  <a:lnTo>
                    <a:pt x="669467" y="694842"/>
                  </a:lnTo>
                  <a:lnTo>
                    <a:pt x="681012" y="694461"/>
                  </a:lnTo>
                  <a:lnTo>
                    <a:pt x="726160" y="685482"/>
                  </a:lnTo>
                  <a:lnTo>
                    <a:pt x="767435" y="665124"/>
                  </a:lnTo>
                  <a:lnTo>
                    <a:pt x="801827" y="634974"/>
                  </a:lnTo>
                  <a:lnTo>
                    <a:pt x="827341" y="596760"/>
                  </a:lnTo>
                  <a:lnTo>
                    <a:pt x="842149" y="553173"/>
                  </a:lnTo>
                  <a:lnTo>
                    <a:pt x="845146" y="530326"/>
                  </a:lnTo>
                  <a:lnTo>
                    <a:pt x="845527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3" name="Google Shape;973;p33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974" name="Google Shape;974;p33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33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33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7" name="Google Shape;977;p33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33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076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979" name="Google Shape;979;p33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980" name="Google Shape;980;p33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4"/>
          <p:cNvSpPr txBox="1"/>
          <p:nvPr/>
        </p:nvSpPr>
        <p:spPr>
          <a:xfrm>
            <a:off x="3033886" y="4014003"/>
            <a:ext cx="6096000" cy="497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Priorizar indicadores relevantes</a:t>
            </a:r>
            <a:endParaRPr b="0" i="0" sz="22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205104" rtl="0" algn="l">
              <a:lnSpc>
                <a:spcPct val="101899"/>
              </a:lnSpc>
              <a:spcBef>
                <a:spcPts val="16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Enfocar el scorecard en métricas que impactan decisiones reales</a:t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Evitar saturación de visuales</a:t>
            </a:r>
            <a:endParaRPr b="0" i="0" sz="22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Limitar la cantidad de KPIs por página para facilitar la lectura</a:t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Documentar y validar fórmulas</a:t>
            </a:r>
            <a:endParaRPr b="0" i="0" sz="22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96520" rtl="0" algn="l">
              <a:lnSpc>
                <a:spcPct val="101899"/>
              </a:lnSpc>
              <a:spcBef>
                <a:spcPts val="16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Registrar deﬁniciones DAX y veriﬁcar cifras con usuarios del negocio</a:t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Reconocer errores frecuentes</a:t>
            </a:r>
            <a:endParaRPr b="0" i="0" sz="22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080" rtl="0" algn="l">
              <a:lnSpc>
                <a:spcPct val="101899"/>
              </a:lnSpc>
              <a:spcBef>
                <a:spcPts val="16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92929"/>
                </a:solidFill>
                <a:latin typeface="Gill Sans"/>
                <a:ea typeface="Gill Sans"/>
                <a:cs typeface="Gill Sans"/>
                <a:sym typeface="Gill Sans"/>
              </a:rPr>
              <a:t>Filtros ambiguos, semáforos sin umbrales claros y mezcla de métricas sin jerarquía</a:t>
            </a:r>
            <a:endParaRPr b="0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$PPTXTitle" id="986" name="Google Shape;986;p34"/>
          <p:cNvSpPr txBox="1"/>
          <p:nvPr>
            <p:ph type="title"/>
          </p:nvPr>
        </p:nvSpPr>
        <p:spPr>
          <a:xfrm>
            <a:off x="3033925" y="1572575"/>
            <a:ext cx="6585600" cy="19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0" lvl="0" marL="1270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700"/>
              <a:t>Recomendaciones y errores comunes</a:t>
            </a:r>
            <a:endParaRPr sz="5700"/>
          </a:p>
        </p:txBody>
      </p:sp>
      <p:pic>
        <p:nvPicPr>
          <p:cNvPr id="987" name="Google Shape;98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8552" y="2433269"/>
            <a:ext cx="7399947" cy="492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8" name="Google Shape;988;p34"/>
          <p:cNvGrpSpPr/>
          <p:nvPr/>
        </p:nvGrpSpPr>
        <p:grpSpPr>
          <a:xfrm>
            <a:off x="989622" y="1689068"/>
            <a:ext cx="845819" cy="846042"/>
            <a:chOff x="989622" y="1689068"/>
            <a:chExt cx="845819" cy="846042"/>
          </a:xfrm>
        </p:grpSpPr>
        <p:sp>
          <p:nvSpPr>
            <p:cNvPr id="989" name="Google Shape;989;p34"/>
            <p:cNvSpPr/>
            <p:nvPr/>
          </p:nvSpPr>
          <p:spPr>
            <a:xfrm>
              <a:off x="989624" y="1689088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34"/>
            <p:cNvSpPr/>
            <p:nvPr/>
          </p:nvSpPr>
          <p:spPr>
            <a:xfrm>
              <a:off x="1287840" y="1689068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34"/>
            <p:cNvSpPr/>
            <p:nvPr/>
          </p:nvSpPr>
          <p:spPr>
            <a:xfrm>
              <a:off x="989622" y="1839785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27" y="518782"/>
                  </a:moveTo>
                  <a:lnTo>
                    <a:pt x="839520" y="473151"/>
                  </a:lnTo>
                  <a:lnTo>
                    <a:pt x="821905" y="430618"/>
                  </a:lnTo>
                  <a:lnTo>
                    <a:pt x="793877" y="394106"/>
                  </a:lnTo>
                  <a:lnTo>
                    <a:pt x="671855" y="272084"/>
                  </a:lnTo>
                  <a:lnTo>
                    <a:pt x="422757" y="22987"/>
                  </a:lnTo>
                  <a:lnTo>
                    <a:pt x="399770" y="0"/>
                  </a:lnTo>
                  <a:lnTo>
                    <a:pt x="150685" y="249085"/>
                  </a:lnTo>
                  <a:lnTo>
                    <a:pt x="173672" y="272084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68" y="530326"/>
                  </a:lnTo>
                  <a:lnTo>
                    <a:pt x="9347" y="575475"/>
                  </a:lnTo>
                  <a:lnTo>
                    <a:pt x="29718" y="616750"/>
                  </a:lnTo>
                  <a:lnTo>
                    <a:pt x="59855" y="651141"/>
                  </a:lnTo>
                  <a:lnTo>
                    <a:pt x="98069" y="676656"/>
                  </a:lnTo>
                  <a:lnTo>
                    <a:pt x="141655" y="691464"/>
                  </a:lnTo>
                  <a:lnTo>
                    <a:pt x="176060" y="694842"/>
                  </a:lnTo>
                  <a:lnTo>
                    <a:pt x="187591" y="694461"/>
                  </a:lnTo>
                  <a:lnTo>
                    <a:pt x="232727" y="685482"/>
                  </a:lnTo>
                  <a:lnTo>
                    <a:pt x="274015" y="665124"/>
                  </a:lnTo>
                  <a:lnTo>
                    <a:pt x="422757" y="521169"/>
                  </a:lnTo>
                  <a:lnTo>
                    <a:pt x="544791" y="643191"/>
                  </a:lnTo>
                  <a:lnTo>
                    <a:pt x="581304" y="671220"/>
                  </a:lnTo>
                  <a:lnTo>
                    <a:pt x="623836" y="688835"/>
                  </a:lnTo>
                  <a:lnTo>
                    <a:pt x="669467" y="694842"/>
                  </a:lnTo>
                  <a:lnTo>
                    <a:pt x="680999" y="694461"/>
                  </a:lnTo>
                  <a:lnTo>
                    <a:pt x="726147" y="685482"/>
                  </a:lnTo>
                  <a:lnTo>
                    <a:pt x="767422" y="665124"/>
                  </a:lnTo>
                  <a:lnTo>
                    <a:pt x="801827" y="634974"/>
                  </a:lnTo>
                  <a:lnTo>
                    <a:pt x="827341" y="596760"/>
                  </a:lnTo>
                  <a:lnTo>
                    <a:pt x="842137" y="553173"/>
                  </a:lnTo>
                  <a:lnTo>
                    <a:pt x="845146" y="530326"/>
                  </a:lnTo>
                  <a:lnTo>
                    <a:pt x="845527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2" name="Google Shape;992;p34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993" name="Google Shape;993;p34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34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34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6" name="Google Shape;996;p34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34"/>
          <p:cNvSpPr txBox="1"/>
          <p:nvPr>
            <p:ph idx="12" type="sldNum"/>
          </p:nvPr>
        </p:nvSpPr>
        <p:spPr>
          <a:xfrm>
            <a:off x="878457" y="9567388"/>
            <a:ext cx="575944" cy="41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076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998" name="Google Shape;998;p34"/>
          <p:cNvSpPr txBox="1"/>
          <p:nvPr>
            <p:ph idx="11" type="ftr"/>
          </p:nvPr>
        </p:nvSpPr>
        <p:spPr>
          <a:xfrm>
            <a:off x="3060581" y="9652873"/>
            <a:ext cx="2143778" cy="31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999" name="Google Shape;999;p34"/>
          <p:cNvSpPr txBox="1"/>
          <p:nvPr>
            <p:ph idx="10" type="dt"/>
          </p:nvPr>
        </p:nvSpPr>
        <p:spPr>
          <a:xfrm>
            <a:off x="16253088" y="9655159"/>
            <a:ext cx="1063643" cy="31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4" name="Google Shape;1004;g3cd082ef7fa_0_223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1005" name="Google Shape;1005;g3cd082ef7fa_0_223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g3cd082ef7fa_0_223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g3cd082ef7fa_0_223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8" name="Google Shape;1008;g3cd082ef7fa_0_223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g3cd082ef7fa_0_223"/>
          <p:cNvSpPr txBox="1"/>
          <p:nvPr>
            <p:ph idx="12" type="sldNum"/>
          </p:nvPr>
        </p:nvSpPr>
        <p:spPr>
          <a:xfrm>
            <a:off x="878457" y="9567388"/>
            <a:ext cx="57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076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  <p:sp>
        <p:nvSpPr>
          <p:cNvPr id="1010" name="Google Shape;1010;g3cd082ef7fa_0_223"/>
          <p:cNvSpPr txBox="1"/>
          <p:nvPr>
            <p:ph idx="11" type="ftr"/>
          </p:nvPr>
        </p:nvSpPr>
        <p:spPr>
          <a:xfrm>
            <a:off x="3060581" y="9652873"/>
            <a:ext cx="214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JAVIER ANDRÉS V.</a:t>
            </a:r>
            <a:endParaRPr/>
          </a:p>
        </p:txBody>
      </p:sp>
      <p:sp>
        <p:nvSpPr>
          <p:cNvPr id="1011" name="Google Shape;1011;g3cd082ef7fa_0_223"/>
          <p:cNvSpPr txBox="1"/>
          <p:nvPr>
            <p:ph idx="10" type="dt"/>
          </p:nvPr>
        </p:nvSpPr>
        <p:spPr>
          <a:xfrm>
            <a:off x="16253088" y="9655159"/>
            <a:ext cx="106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3/3/2026</a:t>
            </a:r>
            <a:endParaRPr/>
          </a:p>
        </p:txBody>
      </p:sp>
      <p:pic>
        <p:nvPicPr>
          <p:cNvPr id="1012" name="Google Shape;1012;g3cd082ef7fa_0_223" title="08_anti_ejempl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4775" y="968440"/>
            <a:ext cx="13289440" cy="8104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35"/>
          <p:cNvSpPr/>
          <p:nvPr/>
        </p:nvSpPr>
        <p:spPr>
          <a:xfrm>
            <a:off x="10605492" y="6300588"/>
            <a:ext cx="6753225" cy="2421890"/>
          </a:xfrm>
          <a:custGeom>
            <a:rect b="b" l="l" r="r" t="t"/>
            <a:pathLst>
              <a:path extrusionOk="0" h="2421890" w="6753225">
                <a:moveTo>
                  <a:pt x="6312623" y="0"/>
                </a:moveTo>
                <a:lnTo>
                  <a:pt x="447675" y="0"/>
                </a:lnTo>
                <a:lnTo>
                  <a:pt x="433031" y="177"/>
                </a:lnTo>
                <a:lnTo>
                  <a:pt x="389229" y="3771"/>
                </a:lnTo>
                <a:lnTo>
                  <a:pt x="346011" y="11633"/>
                </a:lnTo>
                <a:lnTo>
                  <a:pt x="303758" y="23698"/>
                </a:lnTo>
                <a:lnTo>
                  <a:pt x="262890" y="39852"/>
                </a:lnTo>
                <a:lnTo>
                  <a:pt x="223812" y="59918"/>
                </a:lnTo>
                <a:lnTo>
                  <a:pt x="186880" y="83731"/>
                </a:lnTo>
                <a:lnTo>
                  <a:pt x="152463" y="111048"/>
                </a:lnTo>
                <a:lnTo>
                  <a:pt x="120891" y="141605"/>
                </a:lnTo>
                <a:lnTo>
                  <a:pt x="92468" y="175107"/>
                </a:lnTo>
                <a:lnTo>
                  <a:pt x="67462" y="211239"/>
                </a:lnTo>
                <a:lnTo>
                  <a:pt x="46113" y="249643"/>
                </a:lnTo>
                <a:lnTo>
                  <a:pt x="28638" y="289953"/>
                </a:lnTo>
                <a:lnTo>
                  <a:pt x="15201" y="331787"/>
                </a:lnTo>
                <a:lnTo>
                  <a:pt x="5918" y="374738"/>
                </a:lnTo>
                <a:lnTo>
                  <a:pt x="901" y="418388"/>
                </a:lnTo>
                <a:lnTo>
                  <a:pt x="0" y="440347"/>
                </a:lnTo>
                <a:lnTo>
                  <a:pt x="0" y="1973986"/>
                </a:lnTo>
                <a:lnTo>
                  <a:pt x="3771" y="2032419"/>
                </a:lnTo>
                <a:lnTo>
                  <a:pt x="11633" y="2075649"/>
                </a:lnTo>
                <a:lnTo>
                  <a:pt x="23698" y="2117902"/>
                </a:lnTo>
                <a:lnTo>
                  <a:pt x="39852" y="2158771"/>
                </a:lnTo>
                <a:lnTo>
                  <a:pt x="59931" y="2197849"/>
                </a:lnTo>
                <a:lnTo>
                  <a:pt x="83731" y="2234780"/>
                </a:lnTo>
                <a:lnTo>
                  <a:pt x="111048" y="2269197"/>
                </a:lnTo>
                <a:lnTo>
                  <a:pt x="141604" y="2300770"/>
                </a:lnTo>
                <a:lnTo>
                  <a:pt x="175107" y="2329192"/>
                </a:lnTo>
                <a:lnTo>
                  <a:pt x="211239" y="2354199"/>
                </a:lnTo>
                <a:lnTo>
                  <a:pt x="249643" y="2375547"/>
                </a:lnTo>
                <a:lnTo>
                  <a:pt x="289953" y="2393022"/>
                </a:lnTo>
                <a:lnTo>
                  <a:pt x="331787" y="2406472"/>
                </a:lnTo>
                <a:lnTo>
                  <a:pt x="374738" y="2415730"/>
                </a:lnTo>
                <a:lnTo>
                  <a:pt x="418388" y="2420759"/>
                </a:lnTo>
                <a:lnTo>
                  <a:pt x="440347" y="2421661"/>
                </a:lnTo>
                <a:lnTo>
                  <a:pt x="6305296" y="2421661"/>
                </a:lnTo>
                <a:lnTo>
                  <a:pt x="6363741" y="2417889"/>
                </a:lnTo>
                <a:lnTo>
                  <a:pt x="6406972" y="2410028"/>
                </a:lnTo>
                <a:lnTo>
                  <a:pt x="6449212" y="2397963"/>
                </a:lnTo>
                <a:lnTo>
                  <a:pt x="6490081" y="2381808"/>
                </a:lnTo>
                <a:lnTo>
                  <a:pt x="6529171" y="2361742"/>
                </a:lnTo>
                <a:lnTo>
                  <a:pt x="6566103" y="2337917"/>
                </a:lnTo>
                <a:lnTo>
                  <a:pt x="6600507" y="2310612"/>
                </a:lnTo>
                <a:lnTo>
                  <a:pt x="6632092" y="2280056"/>
                </a:lnTo>
                <a:lnTo>
                  <a:pt x="6660502" y="2246541"/>
                </a:lnTo>
                <a:lnTo>
                  <a:pt x="6685521" y="2210422"/>
                </a:lnTo>
                <a:lnTo>
                  <a:pt x="6706857" y="2172017"/>
                </a:lnTo>
                <a:lnTo>
                  <a:pt x="6724345" y="2131695"/>
                </a:lnTo>
                <a:lnTo>
                  <a:pt x="6737781" y="2089861"/>
                </a:lnTo>
                <a:lnTo>
                  <a:pt x="6747052" y="2046922"/>
                </a:lnTo>
                <a:lnTo>
                  <a:pt x="6752082" y="2003272"/>
                </a:lnTo>
                <a:lnTo>
                  <a:pt x="6752971" y="1981301"/>
                </a:lnTo>
                <a:lnTo>
                  <a:pt x="6752971" y="447675"/>
                </a:lnTo>
                <a:lnTo>
                  <a:pt x="6749199" y="389229"/>
                </a:lnTo>
                <a:lnTo>
                  <a:pt x="6741337" y="346011"/>
                </a:lnTo>
                <a:lnTo>
                  <a:pt x="6729272" y="303758"/>
                </a:lnTo>
                <a:lnTo>
                  <a:pt x="6713131" y="262890"/>
                </a:lnTo>
                <a:lnTo>
                  <a:pt x="6693052" y="223812"/>
                </a:lnTo>
                <a:lnTo>
                  <a:pt x="6669239" y="186880"/>
                </a:lnTo>
                <a:lnTo>
                  <a:pt x="6641922" y="152463"/>
                </a:lnTo>
                <a:lnTo>
                  <a:pt x="6611365" y="120891"/>
                </a:lnTo>
                <a:lnTo>
                  <a:pt x="6577863" y="92468"/>
                </a:lnTo>
                <a:lnTo>
                  <a:pt x="6541731" y="67462"/>
                </a:lnTo>
                <a:lnTo>
                  <a:pt x="6503327" y="46113"/>
                </a:lnTo>
                <a:lnTo>
                  <a:pt x="6463017" y="28638"/>
                </a:lnTo>
                <a:lnTo>
                  <a:pt x="6421183" y="15201"/>
                </a:lnTo>
                <a:lnTo>
                  <a:pt x="6378232" y="5918"/>
                </a:lnTo>
                <a:lnTo>
                  <a:pt x="6334582" y="901"/>
                </a:lnTo>
                <a:lnTo>
                  <a:pt x="6312623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35"/>
          <p:cNvSpPr/>
          <p:nvPr/>
        </p:nvSpPr>
        <p:spPr>
          <a:xfrm>
            <a:off x="3089821" y="6300588"/>
            <a:ext cx="6753225" cy="2421890"/>
          </a:xfrm>
          <a:custGeom>
            <a:rect b="b" l="l" r="r" t="t"/>
            <a:pathLst>
              <a:path extrusionOk="0" h="2421890" w="6753225">
                <a:moveTo>
                  <a:pt x="6312623" y="0"/>
                </a:moveTo>
                <a:lnTo>
                  <a:pt x="447675" y="0"/>
                </a:lnTo>
                <a:lnTo>
                  <a:pt x="433031" y="177"/>
                </a:lnTo>
                <a:lnTo>
                  <a:pt x="389229" y="3771"/>
                </a:lnTo>
                <a:lnTo>
                  <a:pt x="346011" y="11633"/>
                </a:lnTo>
                <a:lnTo>
                  <a:pt x="303758" y="23698"/>
                </a:lnTo>
                <a:lnTo>
                  <a:pt x="262890" y="39852"/>
                </a:lnTo>
                <a:lnTo>
                  <a:pt x="223812" y="59918"/>
                </a:lnTo>
                <a:lnTo>
                  <a:pt x="186880" y="83731"/>
                </a:lnTo>
                <a:lnTo>
                  <a:pt x="152463" y="111048"/>
                </a:lnTo>
                <a:lnTo>
                  <a:pt x="120891" y="141605"/>
                </a:lnTo>
                <a:lnTo>
                  <a:pt x="92468" y="175107"/>
                </a:lnTo>
                <a:lnTo>
                  <a:pt x="67462" y="211239"/>
                </a:lnTo>
                <a:lnTo>
                  <a:pt x="46113" y="249643"/>
                </a:lnTo>
                <a:lnTo>
                  <a:pt x="28638" y="289953"/>
                </a:lnTo>
                <a:lnTo>
                  <a:pt x="15201" y="331787"/>
                </a:lnTo>
                <a:lnTo>
                  <a:pt x="5918" y="374738"/>
                </a:lnTo>
                <a:lnTo>
                  <a:pt x="901" y="418388"/>
                </a:lnTo>
                <a:lnTo>
                  <a:pt x="0" y="440347"/>
                </a:lnTo>
                <a:lnTo>
                  <a:pt x="0" y="1973986"/>
                </a:lnTo>
                <a:lnTo>
                  <a:pt x="3771" y="2032419"/>
                </a:lnTo>
                <a:lnTo>
                  <a:pt x="11633" y="2075649"/>
                </a:lnTo>
                <a:lnTo>
                  <a:pt x="23698" y="2117902"/>
                </a:lnTo>
                <a:lnTo>
                  <a:pt x="39852" y="2158771"/>
                </a:lnTo>
                <a:lnTo>
                  <a:pt x="59918" y="2197849"/>
                </a:lnTo>
                <a:lnTo>
                  <a:pt x="83731" y="2234780"/>
                </a:lnTo>
                <a:lnTo>
                  <a:pt x="111048" y="2269197"/>
                </a:lnTo>
                <a:lnTo>
                  <a:pt x="141604" y="2300770"/>
                </a:lnTo>
                <a:lnTo>
                  <a:pt x="175107" y="2329192"/>
                </a:lnTo>
                <a:lnTo>
                  <a:pt x="211239" y="2354199"/>
                </a:lnTo>
                <a:lnTo>
                  <a:pt x="249643" y="2375547"/>
                </a:lnTo>
                <a:lnTo>
                  <a:pt x="289953" y="2393022"/>
                </a:lnTo>
                <a:lnTo>
                  <a:pt x="331787" y="2406472"/>
                </a:lnTo>
                <a:lnTo>
                  <a:pt x="374738" y="2415730"/>
                </a:lnTo>
                <a:lnTo>
                  <a:pt x="418388" y="2420759"/>
                </a:lnTo>
                <a:lnTo>
                  <a:pt x="440347" y="2421661"/>
                </a:lnTo>
                <a:lnTo>
                  <a:pt x="6305296" y="2421661"/>
                </a:lnTo>
                <a:lnTo>
                  <a:pt x="6363741" y="2417889"/>
                </a:lnTo>
                <a:lnTo>
                  <a:pt x="6406972" y="2410028"/>
                </a:lnTo>
                <a:lnTo>
                  <a:pt x="6449212" y="2397963"/>
                </a:lnTo>
                <a:lnTo>
                  <a:pt x="6490081" y="2381808"/>
                </a:lnTo>
                <a:lnTo>
                  <a:pt x="6529171" y="2361742"/>
                </a:lnTo>
                <a:lnTo>
                  <a:pt x="6566103" y="2337917"/>
                </a:lnTo>
                <a:lnTo>
                  <a:pt x="6600507" y="2310612"/>
                </a:lnTo>
                <a:lnTo>
                  <a:pt x="6632092" y="2280056"/>
                </a:lnTo>
                <a:lnTo>
                  <a:pt x="6660502" y="2246541"/>
                </a:lnTo>
                <a:lnTo>
                  <a:pt x="6685521" y="2210422"/>
                </a:lnTo>
                <a:lnTo>
                  <a:pt x="6706857" y="2172017"/>
                </a:lnTo>
                <a:lnTo>
                  <a:pt x="6724345" y="2131695"/>
                </a:lnTo>
                <a:lnTo>
                  <a:pt x="6737781" y="2089861"/>
                </a:lnTo>
                <a:lnTo>
                  <a:pt x="6747052" y="2046922"/>
                </a:lnTo>
                <a:lnTo>
                  <a:pt x="6752082" y="2003272"/>
                </a:lnTo>
                <a:lnTo>
                  <a:pt x="6752971" y="1981301"/>
                </a:lnTo>
                <a:lnTo>
                  <a:pt x="6752971" y="447675"/>
                </a:lnTo>
                <a:lnTo>
                  <a:pt x="6749199" y="389229"/>
                </a:lnTo>
                <a:lnTo>
                  <a:pt x="6741337" y="346011"/>
                </a:lnTo>
                <a:lnTo>
                  <a:pt x="6729272" y="303758"/>
                </a:lnTo>
                <a:lnTo>
                  <a:pt x="6713131" y="262890"/>
                </a:lnTo>
                <a:lnTo>
                  <a:pt x="6693052" y="223812"/>
                </a:lnTo>
                <a:lnTo>
                  <a:pt x="6669239" y="186880"/>
                </a:lnTo>
                <a:lnTo>
                  <a:pt x="6641922" y="152463"/>
                </a:lnTo>
                <a:lnTo>
                  <a:pt x="6611365" y="120891"/>
                </a:lnTo>
                <a:lnTo>
                  <a:pt x="6577863" y="92468"/>
                </a:lnTo>
                <a:lnTo>
                  <a:pt x="6541731" y="67462"/>
                </a:lnTo>
                <a:lnTo>
                  <a:pt x="6503327" y="46113"/>
                </a:lnTo>
                <a:lnTo>
                  <a:pt x="6463017" y="28638"/>
                </a:lnTo>
                <a:lnTo>
                  <a:pt x="6421183" y="15201"/>
                </a:lnTo>
                <a:lnTo>
                  <a:pt x="6378232" y="5918"/>
                </a:lnTo>
                <a:lnTo>
                  <a:pt x="6334582" y="901"/>
                </a:lnTo>
                <a:lnTo>
                  <a:pt x="6312623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35"/>
          <p:cNvSpPr/>
          <p:nvPr/>
        </p:nvSpPr>
        <p:spPr>
          <a:xfrm>
            <a:off x="10605492" y="3102152"/>
            <a:ext cx="6753225" cy="2421890"/>
          </a:xfrm>
          <a:custGeom>
            <a:rect b="b" l="l" r="r" t="t"/>
            <a:pathLst>
              <a:path extrusionOk="0" h="2421890" w="6753225">
                <a:moveTo>
                  <a:pt x="6312623" y="0"/>
                </a:moveTo>
                <a:lnTo>
                  <a:pt x="447675" y="0"/>
                </a:lnTo>
                <a:lnTo>
                  <a:pt x="433031" y="177"/>
                </a:lnTo>
                <a:lnTo>
                  <a:pt x="389229" y="3771"/>
                </a:lnTo>
                <a:lnTo>
                  <a:pt x="346011" y="11633"/>
                </a:lnTo>
                <a:lnTo>
                  <a:pt x="303758" y="23698"/>
                </a:lnTo>
                <a:lnTo>
                  <a:pt x="262890" y="39852"/>
                </a:lnTo>
                <a:lnTo>
                  <a:pt x="223812" y="59931"/>
                </a:lnTo>
                <a:lnTo>
                  <a:pt x="186880" y="83731"/>
                </a:lnTo>
                <a:lnTo>
                  <a:pt x="152463" y="111048"/>
                </a:lnTo>
                <a:lnTo>
                  <a:pt x="120891" y="141605"/>
                </a:lnTo>
                <a:lnTo>
                  <a:pt x="92468" y="175107"/>
                </a:lnTo>
                <a:lnTo>
                  <a:pt x="67462" y="211239"/>
                </a:lnTo>
                <a:lnTo>
                  <a:pt x="46113" y="249643"/>
                </a:lnTo>
                <a:lnTo>
                  <a:pt x="28638" y="289953"/>
                </a:lnTo>
                <a:lnTo>
                  <a:pt x="15201" y="331787"/>
                </a:lnTo>
                <a:lnTo>
                  <a:pt x="5918" y="374738"/>
                </a:lnTo>
                <a:lnTo>
                  <a:pt x="901" y="418388"/>
                </a:lnTo>
                <a:lnTo>
                  <a:pt x="0" y="440347"/>
                </a:lnTo>
                <a:lnTo>
                  <a:pt x="0" y="1973986"/>
                </a:lnTo>
                <a:lnTo>
                  <a:pt x="3771" y="2032419"/>
                </a:lnTo>
                <a:lnTo>
                  <a:pt x="11633" y="2075649"/>
                </a:lnTo>
                <a:lnTo>
                  <a:pt x="23698" y="2117902"/>
                </a:lnTo>
                <a:lnTo>
                  <a:pt x="39852" y="2158758"/>
                </a:lnTo>
                <a:lnTo>
                  <a:pt x="59931" y="2197849"/>
                </a:lnTo>
                <a:lnTo>
                  <a:pt x="83731" y="2234768"/>
                </a:lnTo>
                <a:lnTo>
                  <a:pt x="111048" y="2269197"/>
                </a:lnTo>
                <a:lnTo>
                  <a:pt x="141604" y="2300770"/>
                </a:lnTo>
                <a:lnTo>
                  <a:pt x="175107" y="2329192"/>
                </a:lnTo>
                <a:lnTo>
                  <a:pt x="211239" y="2354199"/>
                </a:lnTo>
                <a:lnTo>
                  <a:pt x="249643" y="2375547"/>
                </a:lnTo>
                <a:lnTo>
                  <a:pt x="289953" y="2393022"/>
                </a:lnTo>
                <a:lnTo>
                  <a:pt x="331787" y="2406459"/>
                </a:lnTo>
                <a:lnTo>
                  <a:pt x="374738" y="2415743"/>
                </a:lnTo>
                <a:lnTo>
                  <a:pt x="418388" y="2420759"/>
                </a:lnTo>
                <a:lnTo>
                  <a:pt x="440347" y="2421661"/>
                </a:lnTo>
                <a:lnTo>
                  <a:pt x="6305296" y="2421661"/>
                </a:lnTo>
                <a:lnTo>
                  <a:pt x="6363741" y="2417889"/>
                </a:lnTo>
                <a:lnTo>
                  <a:pt x="6406972" y="2410028"/>
                </a:lnTo>
                <a:lnTo>
                  <a:pt x="6449212" y="2397963"/>
                </a:lnTo>
                <a:lnTo>
                  <a:pt x="6490081" y="2381808"/>
                </a:lnTo>
                <a:lnTo>
                  <a:pt x="6529171" y="2361742"/>
                </a:lnTo>
                <a:lnTo>
                  <a:pt x="6566103" y="2337917"/>
                </a:lnTo>
                <a:lnTo>
                  <a:pt x="6600507" y="2310612"/>
                </a:lnTo>
                <a:lnTo>
                  <a:pt x="6632092" y="2280043"/>
                </a:lnTo>
                <a:lnTo>
                  <a:pt x="6660502" y="2246541"/>
                </a:lnTo>
                <a:lnTo>
                  <a:pt x="6685521" y="2210422"/>
                </a:lnTo>
                <a:lnTo>
                  <a:pt x="6706857" y="2172004"/>
                </a:lnTo>
                <a:lnTo>
                  <a:pt x="6724345" y="2131695"/>
                </a:lnTo>
                <a:lnTo>
                  <a:pt x="6737781" y="2089861"/>
                </a:lnTo>
                <a:lnTo>
                  <a:pt x="6747052" y="2046922"/>
                </a:lnTo>
                <a:lnTo>
                  <a:pt x="6752082" y="2003272"/>
                </a:lnTo>
                <a:lnTo>
                  <a:pt x="6752971" y="1981301"/>
                </a:lnTo>
                <a:lnTo>
                  <a:pt x="6752971" y="447675"/>
                </a:lnTo>
                <a:lnTo>
                  <a:pt x="6749199" y="389229"/>
                </a:lnTo>
                <a:lnTo>
                  <a:pt x="6741337" y="346011"/>
                </a:lnTo>
                <a:lnTo>
                  <a:pt x="6729272" y="303758"/>
                </a:lnTo>
                <a:lnTo>
                  <a:pt x="6713131" y="262890"/>
                </a:lnTo>
                <a:lnTo>
                  <a:pt x="6693052" y="223812"/>
                </a:lnTo>
                <a:lnTo>
                  <a:pt x="6669239" y="186880"/>
                </a:lnTo>
                <a:lnTo>
                  <a:pt x="6641922" y="152463"/>
                </a:lnTo>
                <a:lnTo>
                  <a:pt x="6611365" y="120891"/>
                </a:lnTo>
                <a:lnTo>
                  <a:pt x="6577863" y="92468"/>
                </a:lnTo>
                <a:lnTo>
                  <a:pt x="6541731" y="67462"/>
                </a:lnTo>
                <a:lnTo>
                  <a:pt x="6503327" y="46113"/>
                </a:lnTo>
                <a:lnTo>
                  <a:pt x="6463017" y="28638"/>
                </a:lnTo>
                <a:lnTo>
                  <a:pt x="6421183" y="15201"/>
                </a:lnTo>
                <a:lnTo>
                  <a:pt x="6378232" y="5918"/>
                </a:lnTo>
                <a:lnTo>
                  <a:pt x="6334582" y="901"/>
                </a:lnTo>
                <a:lnTo>
                  <a:pt x="6312623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35"/>
          <p:cNvSpPr/>
          <p:nvPr/>
        </p:nvSpPr>
        <p:spPr>
          <a:xfrm>
            <a:off x="3089821" y="3102152"/>
            <a:ext cx="6753225" cy="2421890"/>
          </a:xfrm>
          <a:custGeom>
            <a:rect b="b" l="l" r="r" t="t"/>
            <a:pathLst>
              <a:path extrusionOk="0" h="2421890" w="6753225">
                <a:moveTo>
                  <a:pt x="6312623" y="0"/>
                </a:moveTo>
                <a:lnTo>
                  <a:pt x="447675" y="0"/>
                </a:lnTo>
                <a:lnTo>
                  <a:pt x="433031" y="177"/>
                </a:lnTo>
                <a:lnTo>
                  <a:pt x="389229" y="3771"/>
                </a:lnTo>
                <a:lnTo>
                  <a:pt x="346011" y="11633"/>
                </a:lnTo>
                <a:lnTo>
                  <a:pt x="303758" y="23698"/>
                </a:lnTo>
                <a:lnTo>
                  <a:pt x="262890" y="39852"/>
                </a:lnTo>
                <a:lnTo>
                  <a:pt x="223812" y="59931"/>
                </a:lnTo>
                <a:lnTo>
                  <a:pt x="186880" y="83731"/>
                </a:lnTo>
                <a:lnTo>
                  <a:pt x="152463" y="111048"/>
                </a:lnTo>
                <a:lnTo>
                  <a:pt x="120891" y="141605"/>
                </a:lnTo>
                <a:lnTo>
                  <a:pt x="92468" y="175107"/>
                </a:lnTo>
                <a:lnTo>
                  <a:pt x="67462" y="211239"/>
                </a:lnTo>
                <a:lnTo>
                  <a:pt x="46113" y="249643"/>
                </a:lnTo>
                <a:lnTo>
                  <a:pt x="28638" y="289953"/>
                </a:lnTo>
                <a:lnTo>
                  <a:pt x="15201" y="331787"/>
                </a:lnTo>
                <a:lnTo>
                  <a:pt x="5918" y="374738"/>
                </a:lnTo>
                <a:lnTo>
                  <a:pt x="901" y="418388"/>
                </a:lnTo>
                <a:lnTo>
                  <a:pt x="0" y="440347"/>
                </a:lnTo>
                <a:lnTo>
                  <a:pt x="0" y="1973986"/>
                </a:lnTo>
                <a:lnTo>
                  <a:pt x="3771" y="2032419"/>
                </a:lnTo>
                <a:lnTo>
                  <a:pt x="11633" y="2075649"/>
                </a:lnTo>
                <a:lnTo>
                  <a:pt x="23698" y="2117902"/>
                </a:lnTo>
                <a:lnTo>
                  <a:pt x="39852" y="2158758"/>
                </a:lnTo>
                <a:lnTo>
                  <a:pt x="59918" y="2197849"/>
                </a:lnTo>
                <a:lnTo>
                  <a:pt x="83731" y="2234768"/>
                </a:lnTo>
                <a:lnTo>
                  <a:pt x="111048" y="2269197"/>
                </a:lnTo>
                <a:lnTo>
                  <a:pt x="141604" y="2300770"/>
                </a:lnTo>
                <a:lnTo>
                  <a:pt x="175107" y="2329192"/>
                </a:lnTo>
                <a:lnTo>
                  <a:pt x="211239" y="2354199"/>
                </a:lnTo>
                <a:lnTo>
                  <a:pt x="249643" y="2375547"/>
                </a:lnTo>
                <a:lnTo>
                  <a:pt x="289953" y="2393022"/>
                </a:lnTo>
                <a:lnTo>
                  <a:pt x="331787" y="2406459"/>
                </a:lnTo>
                <a:lnTo>
                  <a:pt x="374738" y="2415743"/>
                </a:lnTo>
                <a:lnTo>
                  <a:pt x="418388" y="2420759"/>
                </a:lnTo>
                <a:lnTo>
                  <a:pt x="440347" y="2421661"/>
                </a:lnTo>
                <a:lnTo>
                  <a:pt x="6305296" y="2421661"/>
                </a:lnTo>
                <a:lnTo>
                  <a:pt x="6363741" y="2417889"/>
                </a:lnTo>
                <a:lnTo>
                  <a:pt x="6406972" y="2410028"/>
                </a:lnTo>
                <a:lnTo>
                  <a:pt x="6449212" y="2397963"/>
                </a:lnTo>
                <a:lnTo>
                  <a:pt x="6490081" y="2381808"/>
                </a:lnTo>
                <a:lnTo>
                  <a:pt x="6529171" y="2361742"/>
                </a:lnTo>
                <a:lnTo>
                  <a:pt x="6566103" y="2337917"/>
                </a:lnTo>
                <a:lnTo>
                  <a:pt x="6600507" y="2310612"/>
                </a:lnTo>
                <a:lnTo>
                  <a:pt x="6632092" y="2280043"/>
                </a:lnTo>
                <a:lnTo>
                  <a:pt x="6660502" y="2246541"/>
                </a:lnTo>
                <a:lnTo>
                  <a:pt x="6685521" y="2210422"/>
                </a:lnTo>
                <a:lnTo>
                  <a:pt x="6706857" y="2172004"/>
                </a:lnTo>
                <a:lnTo>
                  <a:pt x="6724345" y="2131695"/>
                </a:lnTo>
                <a:lnTo>
                  <a:pt x="6737781" y="2089861"/>
                </a:lnTo>
                <a:lnTo>
                  <a:pt x="6747052" y="2046922"/>
                </a:lnTo>
                <a:lnTo>
                  <a:pt x="6752082" y="2003272"/>
                </a:lnTo>
                <a:lnTo>
                  <a:pt x="6752971" y="1981301"/>
                </a:lnTo>
                <a:lnTo>
                  <a:pt x="6752971" y="447675"/>
                </a:lnTo>
                <a:lnTo>
                  <a:pt x="6749199" y="389229"/>
                </a:lnTo>
                <a:lnTo>
                  <a:pt x="6741337" y="346011"/>
                </a:lnTo>
                <a:lnTo>
                  <a:pt x="6729272" y="303758"/>
                </a:lnTo>
                <a:lnTo>
                  <a:pt x="6713131" y="262890"/>
                </a:lnTo>
                <a:lnTo>
                  <a:pt x="6693052" y="223812"/>
                </a:lnTo>
                <a:lnTo>
                  <a:pt x="6669239" y="186880"/>
                </a:lnTo>
                <a:lnTo>
                  <a:pt x="6641922" y="152463"/>
                </a:lnTo>
                <a:lnTo>
                  <a:pt x="6611365" y="120891"/>
                </a:lnTo>
                <a:lnTo>
                  <a:pt x="6577863" y="92468"/>
                </a:lnTo>
                <a:lnTo>
                  <a:pt x="6541731" y="67462"/>
                </a:lnTo>
                <a:lnTo>
                  <a:pt x="6503327" y="46113"/>
                </a:lnTo>
                <a:lnTo>
                  <a:pt x="6463017" y="28638"/>
                </a:lnTo>
                <a:lnTo>
                  <a:pt x="6421183" y="15201"/>
                </a:lnTo>
                <a:lnTo>
                  <a:pt x="6378232" y="5918"/>
                </a:lnTo>
                <a:lnTo>
                  <a:pt x="6334582" y="901"/>
                </a:lnTo>
                <a:lnTo>
                  <a:pt x="6312623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35"/>
          <p:cNvSpPr txBox="1"/>
          <p:nvPr/>
        </p:nvSpPr>
        <p:spPr>
          <a:xfrm>
            <a:off x="3060600" y="9629773"/>
            <a:ext cx="46736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Caso práctico y recomendaciones finales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22" name="Google Shape;1022;p35"/>
          <p:cNvSpPr txBox="1"/>
          <p:nvPr/>
        </p:nvSpPr>
        <p:spPr>
          <a:xfrm>
            <a:off x="16253107" y="9632059"/>
            <a:ext cx="106362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3/3/2026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023" name="Google Shape;1023;p35"/>
          <p:cNvGrpSpPr/>
          <p:nvPr/>
        </p:nvGrpSpPr>
        <p:grpSpPr>
          <a:xfrm>
            <a:off x="0" y="1"/>
            <a:ext cx="14536419" cy="948701"/>
            <a:chOff x="0" y="1"/>
            <a:chExt cx="14536419" cy="948701"/>
          </a:xfrm>
        </p:grpSpPr>
        <p:sp>
          <p:nvSpPr>
            <p:cNvPr id="1024" name="Google Shape;1024;p35"/>
            <p:cNvSpPr/>
            <p:nvPr/>
          </p:nvSpPr>
          <p:spPr>
            <a:xfrm>
              <a:off x="0" y="12"/>
              <a:ext cx="14536419" cy="948690"/>
            </a:xfrm>
            <a:custGeom>
              <a:rect b="b" l="l" r="r" t="t"/>
              <a:pathLst>
                <a:path extrusionOk="0" h="948690" w="14536419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35"/>
            <p:cNvSpPr/>
            <p:nvPr/>
          </p:nvSpPr>
          <p:spPr>
            <a:xfrm>
              <a:off x="0" y="1"/>
              <a:ext cx="8891905" cy="948690"/>
            </a:xfrm>
            <a:custGeom>
              <a:rect b="b" l="l" r="r" t="t"/>
              <a:pathLst>
                <a:path extrusionOk="0" h="948690" w="8891905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35"/>
            <p:cNvSpPr/>
            <p:nvPr/>
          </p:nvSpPr>
          <p:spPr>
            <a:xfrm>
              <a:off x="0" y="1"/>
              <a:ext cx="7482205" cy="948690"/>
            </a:xfrm>
            <a:custGeom>
              <a:rect b="b" l="l" r="r" t="t"/>
              <a:pathLst>
                <a:path extrusionOk="0" h="948690" w="7482205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7" name="Google Shape;1027;p35"/>
          <p:cNvSpPr txBox="1"/>
          <p:nvPr/>
        </p:nvSpPr>
        <p:spPr>
          <a:xfrm>
            <a:off x="903857" y="9549700"/>
            <a:ext cx="550545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2620F"/>
                </a:solidFill>
                <a:latin typeface="Lucida Sans"/>
                <a:ea typeface="Lucida Sans"/>
                <a:cs typeface="Lucida Sans"/>
                <a:sym typeface="Lucida Sans"/>
              </a:rPr>
              <a:t>35.</a:t>
            </a:r>
            <a:endParaRPr b="0" i="0" sz="26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028" name="Google Shape;1028;p35"/>
          <p:cNvSpPr txBox="1"/>
          <p:nvPr/>
        </p:nvSpPr>
        <p:spPr>
          <a:xfrm>
            <a:off x="12243146" y="6464311"/>
            <a:ext cx="4504690" cy="1971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89344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Importancia del diseño conceptual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8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El valor de un tablero depende de su fundamento conceptual y alineación con objetivos organizacionales.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29" name="Google Shape;1029;p35"/>
          <p:cNvSpPr txBox="1"/>
          <p:nvPr/>
        </p:nvSpPr>
        <p:spPr>
          <a:xfrm>
            <a:off x="4727475" y="6464176"/>
            <a:ext cx="4229100" cy="1971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876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Soluciones orientadas a estrategia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Herramientas como Power BI permiten construir tableros para seguimiento estratégico y presupuestario.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0" name="Google Shape;1030;p35"/>
          <p:cNvSpPr txBox="1"/>
          <p:nvPr/>
        </p:nvSpPr>
        <p:spPr>
          <a:xfrm>
            <a:off x="12243146" y="3265740"/>
            <a:ext cx="4683760" cy="1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Competencias clave en BI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Pensamiento estratégico, rigor analítico, responsabilidad e innovación aplicada son esenciales para diseñar reportes conﬁables.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1" name="Google Shape;1031;p35"/>
          <p:cNvSpPr txBox="1"/>
          <p:nvPr/>
        </p:nvSpPr>
        <p:spPr>
          <a:xfrm>
            <a:off x="4727475" y="3265740"/>
            <a:ext cx="4507865" cy="1971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90296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Conexión entre datos y gestión</a:t>
            </a:r>
            <a:endParaRPr b="0" i="0" sz="2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La visualización estratégica en BI traduce datos en señales ejecutivas para la toma de decisiones.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$PPTXTitle" id="1032" name="Google Shape;1032;p35"/>
          <p:cNvSpPr txBox="1"/>
          <p:nvPr>
            <p:ph type="title"/>
          </p:nvPr>
        </p:nvSpPr>
        <p:spPr>
          <a:xfrm>
            <a:off x="3031356" y="1550978"/>
            <a:ext cx="1374394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Conclusiones y aprendizajes clave</a:t>
            </a:r>
            <a:endParaRPr/>
          </a:p>
        </p:txBody>
      </p:sp>
      <p:grpSp>
        <p:nvGrpSpPr>
          <p:cNvPr id="1033" name="Google Shape;1033;p35"/>
          <p:cNvGrpSpPr/>
          <p:nvPr/>
        </p:nvGrpSpPr>
        <p:grpSpPr>
          <a:xfrm>
            <a:off x="989577" y="1692498"/>
            <a:ext cx="845838" cy="846028"/>
            <a:chOff x="989577" y="1692498"/>
            <a:chExt cx="845838" cy="846028"/>
          </a:xfrm>
        </p:grpSpPr>
        <p:sp>
          <p:nvSpPr>
            <p:cNvPr id="1034" name="Google Shape;1034;p35"/>
            <p:cNvSpPr/>
            <p:nvPr/>
          </p:nvSpPr>
          <p:spPr>
            <a:xfrm>
              <a:off x="989577" y="1692498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35"/>
            <p:cNvSpPr/>
            <p:nvPr/>
          </p:nvSpPr>
          <p:spPr>
            <a:xfrm>
              <a:off x="1287792" y="1692527"/>
              <a:ext cx="547370" cy="547370"/>
            </a:xfrm>
            <a:custGeom>
              <a:rect b="b" l="l" r="r" t="t"/>
              <a:pathLst>
                <a:path extrusionOk="0" h="547369" w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35"/>
            <p:cNvSpPr/>
            <p:nvPr/>
          </p:nvSpPr>
          <p:spPr>
            <a:xfrm>
              <a:off x="989596" y="1843201"/>
              <a:ext cx="845819" cy="695325"/>
            </a:xfrm>
            <a:custGeom>
              <a:rect b="b" l="l" r="r" t="t"/>
              <a:pathLst>
                <a:path extrusionOk="0" h="695325" w="845819">
                  <a:moveTo>
                    <a:pt x="845527" y="518782"/>
                  </a:moveTo>
                  <a:lnTo>
                    <a:pt x="839520" y="473151"/>
                  </a:lnTo>
                  <a:lnTo>
                    <a:pt x="821905" y="430618"/>
                  </a:lnTo>
                  <a:lnTo>
                    <a:pt x="793877" y="394106"/>
                  </a:lnTo>
                  <a:lnTo>
                    <a:pt x="671830" y="272072"/>
                  </a:lnTo>
                  <a:lnTo>
                    <a:pt x="422757" y="22961"/>
                  </a:lnTo>
                  <a:lnTo>
                    <a:pt x="399770" y="0"/>
                  </a:lnTo>
                  <a:lnTo>
                    <a:pt x="150685" y="249085"/>
                  </a:lnTo>
                  <a:lnTo>
                    <a:pt x="173659" y="272072"/>
                  </a:lnTo>
                  <a:lnTo>
                    <a:pt x="51650" y="394081"/>
                  </a:lnTo>
                  <a:lnTo>
                    <a:pt x="23622" y="430593"/>
                  </a:lnTo>
                  <a:lnTo>
                    <a:pt x="6007" y="473125"/>
                  </a:lnTo>
                  <a:lnTo>
                    <a:pt x="0" y="518756"/>
                  </a:lnTo>
                  <a:lnTo>
                    <a:pt x="381" y="530301"/>
                  </a:lnTo>
                  <a:lnTo>
                    <a:pt x="9359" y="575449"/>
                  </a:lnTo>
                  <a:lnTo>
                    <a:pt x="29718" y="616724"/>
                  </a:lnTo>
                  <a:lnTo>
                    <a:pt x="59855" y="651116"/>
                  </a:lnTo>
                  <a:lnTo>
                    <a:pt x="98069" y="676630"/>
                  </a:lnTo>
                  <a:lnTo>
                    <a:pt x="141655" y="691426"/>
                  </a:lnTo>
                  <a:lnTo>
                    <a:pt x="176060" y="694817"/>
                  </a:lnTo>
                  <a:lnTo>
                    <a:pt x="187591" y="694436"/>
                  </a:lnTo>
                  <a:lnTo>
                    <a:pt x="232740" y="685457"/>
                  </a:lnTo>
                  <a:lnTo>
                    <a:pt x="274027" y="665099"/>
                  </a:lnTo>
                  <a:lnTo>
                    <a:pt x="422744" y="521157"/>
                  </a:lnTo>
                  <a:lnTo>
                    <a:pt x="544791" y="643191"/>
                  </a:lnTo>
                  <a:lnTo>
                    <a:pt x="581304" y="671220"/>
                  </a:lnTo>
                  <a:lnTo>
                    <a:pt x="623836" y="688835"/>
                  </a:lnTo>
                  <a:lnTo>
                    <a:pt x="669467" y="694842"/>
                  </a:lnTo>
                  <a:lnTo>
                    <a:pt x="680999" y="694474"/>
                  </a:lnTo>
                  <a:lnTo>
                    <a:pt x="726147" y="685482"/>
                  </a:lnTo>
                  <a:lnTo>
                    <a:pt x="767422" y="665124"/>
                  </a:lnTo>
                  <a:lnTo>
                    <a:pt x="801827" y="634987"/>
                  </a:lnTo>
                  <a:lnTo>
                    <a:pt x="827341" y="596773"/>
                  </a:lnTo>
                  <a:lnTo>
                    <a:pt x="842137" y="553186"/>
                  </a:lnTo>
                  <a:lnTo>
                    <a:pt x="845146" y="530326"/>
                  </a:lnTo>
                  <a:lnTo>
                    <a:pt x="845527" y="518782"/>
                  </a:lnTo>
                  <a:close/>
                </a:path>
              </a:pathLst>
            </a:custGeom>
            <a:solidFill>
              <a:srgbClr val="F262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7" name="Google Shape;1037;p35"/>
          <p:cNvSpPr/>
          <p:nvPr/>
        </p:nvSpPr>
        <p:spPr>
          <a:xfrm>
            <a:off x="0" y="9358312"/>
            <a:ext cx="17358995" cy="9525"/>
          </a:xfrm>
          <a:custGeom>
            <a:rect b="b" l="l" r="r" t="t"/>
            <a:pathLst>
              <a:path extrusionOk="0" h="9525" w="1735899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35"/>
          <p:cNvSpPr/>
          <p:nvPr/>
        </p:nvSpPr>
        <p:spPr>
          <a:xfrm>
            <a:off x="10589000" y="6481564"/>
            <a:ext cx="1235710" cy="948690"/>
          </a:xfrm>
          <a:custGeom>
            <a:rect b="b" l="l" r="r" t="t"/>
            <a:pathLst>
              <a:path extrusionOk="0" h="948690" w="1235709">
                <a:moveTo>
                  <a:pt x="760387" y="0"/>
                </a:moveTo>
                <a:lnTo>
                  <a:pt x="0" y="0"/>
                </a:lnTo>
                <a:lnTo>
                  <a:pt x="0" y="948385"/>
                </a:lnTo>
                <a:lnTo>
                  <a:pt x="760387" y="948385"/>
                </a:lnTo>
                <a:lnTo>
                  <a:pt x="791455" y="947368"/>
                </a:lnTo>
                <a:lnTo>
                  <a:pt x="852991" y="939266"/>
                </a:lnTo>
                <a:lnTo>
                  <a:pt x="913000" y="923184"/>
                </a:lnTo>
                <a:lnTo>
                  <a:pt x="970338" y="899433"/>
                </a:lnTo>
                <a:lnTo>
                  <a:pt x="1024144" y="868372"/>
                </a:lnTo>
                <a:lnTo>
                  <a:pt x="1073386" y="830592"/>
                </a:lnTo>
                <a:lnTo>
                  <a:pt x="1117320" y="786658"/>
                </a:lnTo>
                <a:lnTo>
                  <a:pt x="1155100" y="737416"/>
                </a:lnTo>
                <a:lnTo>
                  <a:pt x="1186161" y="683610"/>
                </a:lnTo>
                <a:lnTo>
                  <a:pt x="1209912" y="626272"/>
                </a:lnTo>
                <a:lnTo>
                  <a:pt x="1225994" y="566271"/>
                </a:lnTo>
                <a:lnTo>
                  <a:pt x="1234095" y="504952"/>
                </a:lnTo>
                <a:lnTo>
                  <a:pt x="1235113" y="474192"/>
                </a:lnTo>
                <a:lnTo>
                  <a:pt x="1234095" y="443432"/>
                </a:lnTo>
                <a:lnTo>
                  <a:pt x="1225994" y="382113"/>
                </a:lnTo>
                <a:lnTo>
                  <a:pt x="1209912" y="322112"/>
                </a:lnTo>
                <a:lnTo>
                  <a:pt x="1186161" y="264774"/>
                </a:lnTo>
                <a:lnTo>
                  <a:pt x="1155100" y="210968"/>
                </a:lnTo>
                <a:lnTo>
                  <a:pt x="1117320" y="161726"/>
                </a:lnTo>
                <a:lnTo>
                  <a:pt x="1073386" y="117792"/>
                </a:lnTo>
                <a:lnTo>
                  <a:pt x="1024144" y="80012"/>
                </a:lnTo>
                <a:lnTo>
                  <a:pt x="970338" y="48951"/>
                </a:lnTo>
                <a:lnTo>
                  <a:pt x="913000" y="25200"/>
                </a:lnTo>
                <a:lnTo>
                  <a:pt x="852991" y="9118"/>
                </a:lnTo>
                <a:lnTo>
                  <a:pt x="791455" y="1017"/>
                </a:lnTo>
                <a:lnTo>
                  <a:pt x="760387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35"/>
          <p:cNvSpPr/>
          <p:nvPr/>
        </p:nvSpPr>
        <p:spPr>
          <a:xfrm>
            <a:off x="3073317" y="6481564"/>
            <a:ext cx="1235710" cy="948690"/>
          </a:xfrm>
          <a:custGeom>
            <a:rect b="b" l="l" r="r" t="t"/>
            <a:pathLst>
              <a:path extrusionOk="0" h="948690" w="1235710">
                <a:moveTo>
                  <a:pt x="760399" y="0"/>
                </a:moveTo>
                <a:lnTo>
                  <a:pt x="0" y="0"/>
                </a:lnTo>
                <a:lnTo>
                  <a:pt x="0" y="948385"/>
                </a:lnTo>
                <a:lnTo>
                  <a:pt x="760399" y="948385"/>
                </a:lnTo>
                <a:lnTo>
                  <a:pt x="791467" y="947368"/>
                </a:lnTo>
                <a:lnTo>
                  <a:pt x="853004" y="939266"/>
                </a:lnTo>
                <a:lnTo>
                  <a:pt x="913012" y="923184"/>
                </a:lnTo>
                <a:lnTo>
                  <a:pt x="970351" y="899433"/>
                </a:lnTo>
                <a:lnTo>
                  <a:pt x="1024157" y="868372"/>
                </a:lnTo>
                <a:lnTo>
                  <a:pt x="1073399" y="830592"/>
                </a:lnTo>
                <a:lnTo>
                  <a:pt x="1117333" y="786658"/>
                </a:lnTo>
                <a:lnTo>
                  <a:pt x="1155113" y="737416"/>
                </a:lnTo>
                <a:lnTo>
                  <a:pt x="1186174" y="683610"/>
                </a:lnTo>
                <a:lnTo>
                  <a:pt x="1209925" y="626272"/>
                </a:lnTo>
                <a:lnTo>
                  <a:pt x="1226006" y="566271"/>
                </a:lnTo>
                <a:lnTo>
                  <a:pt x="1234108" y="504952"/>
                </a:lnTo>
                <a:lnTo>
                  <a:pt x="1235125" y="474192"/>
                </a:lnTo>
                <a:lnTo>
                  <a:pt x="1234108" y="443432"/>
                </a:lnTo>
                <a:lnTo>
                  <a:pt x="1226006" y="382113"/>
                </a:lnTo>
                <a:lnTo>
                  <a:pt x="1209925" y="322112"/>
                </a:lnTo>
                <a:lnTo>
                  <a:pt x="1186174" y="264774"/>
                </a:lnTo>
                <a:lnTo>
                  <a:pt x="1155113" y="210968"/>
                </a:lnTo>
                <a:lnTo>
                  <a:pt x="1117333" y="161726"/>
                </a:lnTo>
                <a:lnTo>
                  <a:pt x="1073399" y="117792"/>
                </a:lnTo>
                <a:lnTo>
                  <a:pt x="1024157" y="80012"/>
                </a:lnTo>
                <a:lnTo>
                  <a:pt x="970351" y="48951"/>
                </a:lnTo>
                <a:lnTo>
                  <a:pt x="913012" y="25200"/>
                </a:lnTo>
                <a:lnTo>
                  <a:pt x="853004" y="9118"/>
                </a:lnTo>
                <a:lnTo>
                  <a:pt x="791467" y="1017"/>
                </a:lnTo>
                <a:lnTo>
                  <a:pt x="760399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35"/>
          <p:cNvSpPr/>
          <p:nvPr/>
        </p:nvSpPr>
        <p:spPr>
          <a:xfrm>
            <a:off x="10589000" y="3283129"/>
            <a:ext cx="1235710" cy="948690"/>
          </a:xfrm>
          <a:custGeom>
            <a:rect b="b" l="l" r="r" t="t"/>
            <a:pathLst>
              <a:path extrusionOk="0" h="948689" w="1235709">
                <a:moveTo>
                  <a:pt x="760387" y="0"/>
                </a:moveTo>
                <a:lnTo>
                  <a:pt x="0" y="0"/>
                </a:lnTo>
                <a:lnTo>
                  <a:pt x="0" y="948385"/>
                </a:lnTo>
                <a:lnTo>
                  <a:pt x="760387" y="948385"/>
                </a:lnTo>
                <a:lnTo>
                  <a:pt x="791455" y="947368"/>
                </a:lnTo>
                <a:lnTo>
                  <a:pt x="852991" y="939266"/>
                </a:lnTo>
                <a:lnTo>
                  <a:pt x="913000" y="923184"/>
                </a:lnTo>
                <a:lnTo>
                  <a:pt x="970338" y="899433"/>
                </a:lnTo>
                <a:lnTo>
                  <a:pt x="1024144" y="868372"/>
                </a:lnTo>
                <a:lnTo>
                  <a:pt x="1073386" y="830592"/>
                </a:lnTo>
                <a:lnTo>
                  <a:pt x="1117320" y="786658"/>
                </a:lnTo>
                <a:lnTo>
                  <a:pt x="1155100" y="737416"/>
                </a:lnTo>
                <a:lnTo>
                  <a:pt x="1186161" y="683610"/>
                </a:lnTo>
                <a:lnTo>
                  <a:pt x="1209912" y="626272"/>
                </a:lnTo>
                <a:lnTo>
                  <a:pt x="1225994" y="566271"/>
                </a:lnTo>
                <a:lnTo>
                  <a:pt x="1234095" y="504952"/>
                </a:lnTo>
                <a:lnTo>
                  <a:pt x="1235113" y="474192"/>
                </a:lnTo>
                <a:lnTo>
                  <a:pt x="1234095" y="443432"/>
                </a:lnTo>
                <a:lnTo>
                  <a:pt x="1225994" y="382113"/>
                </a:lnTo>
                <a:lnTo>
                  <a:pt x="1209912" y="322112"/>
                </a:lnTo>
                <a:lnTo>
                  <a:pt x="1186161" y="264774"/>
                </a:lnTo>
                <a:lnTo>
                  <a:pt x="1155100" y="210968"/>
                </a:lnTo>
                <a:lnTo>
                  <a:pt x="1117320" y="161726"/>
                </a:lnTo>
                <a:lnTo>
                  <a:pt x="1073386" y="117792"/>
                </a:lnTo>
                <a:lnTo>
                  <a:pt x="1024144" y="80012"/>
                </a:lnTo>
                <a:lnTo>
                  <a:pt x="970338" y="48946"/>
                </a:lnTo>
                <a:lnTo>
                  <a:pt x="913000" y="25198"/>
                </a:lnTo>
                <a:lnTo>
                  <a:pt x="852991" y="9118"/>
                </a:lnTo>
                <a:lnTo>
                  <a:pt x="791455" y="1017"/>
                </a:lnTo>
                <a:lnTo>
                  <a:pt x="760387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35"/>
          <p:cNvSpPr/>
          <p:nvPr/>
        </p:nvSpPr>
        <p:spPr>
          <a:xfrm>
            <a:off x="3073317" y="3283129"/>
            <a:ext cx="1235710" cy="948690"/>
          </a:xfrm>
          <a:custGeom>
            <a:rect b="b" l="l" r="r" t="t"/>
            <a:pathLst>
              <a:path extrusionOk="0" h="948689" w="1235710">
                <a:moveTo>
                  <a:pt x="760399" y="0"/>
                </a:moveTo>
                <a:lnTo>
                  <a:pt x="0" y="0"/>
                </a:lnTo>
                <a:lnTo>
                  <a:pt x="0" y="948385"/>
                </a:lnTo>
                <a:lnTo>
                  <a:pt x="760399" y="948385"/>
                </a:lnTo>
                <a:lnTo>
                  <a:pt x="791467" y="947368"/>
                </a:lnTo>
                <a:lnTo>
                  <a:pt x="853004" y="939266"/>
                </a:lnTo>
                <a:lnTo>
                  <a:pt x="913012" y="923184"/>
                </a:lnTo>
                <a:lnTo>
                  <a:pt x="970351" y="899433"/>
                </a:lnTo>
                <a:lnTo>
                  <a:pt x="1024157" y="868372"/>
                </a:lnTo>
                <a:lnTo>
                  <a:pt x="1073399" y="830592"/>
                </a:lnTo>
                <a:lnTo>
                  <a:pt x="1117333" y="786658"/>
                </a:lnTo>
                <a:lnTo>
                  <a:pt x="1155113" y="737416"/>
                </a:lnTo>
                <a:lnTo>
                  <a:pt x="1186174" y="683610"/>
                </a:lnTo>
                <a:lnTo>
                  <a:pt x="1209925" y="626272"/>
                </a:lnTo>
                <a:lnTo>
                  <a:pt x="1226006" y="566271"/>
                </a:lnTo>
                <a:lnTo>
                  <a:pt x="1234108" y="504952"/>
                </a:lnTo>
                <a:lnTo>
                  <a:pt x="1235125" y="474192"/>
                </a:lnTo>
                <a:lnTo>
                  <a:pt x="1234108" y="443432"/>
                </a:lnTo>
                <a:lnTo>
                  <a:pt x="1226006" y="382113"/>
                </a:lnTo>
                <a:lnTo>
                  <a:pt x="1209925" y="322112"/>
                </a:lnTo>
                <a:lnTo>
                  <a:pt x="1186174" y="264774"/>
                </a:lnTo>
                <a:lnTo>
                  <a:pt x="1155113" y="210968"/>
                </a:lnTo>
                <a:lnTo>
                  <a:pt x="1117333" y="161726"/>
                </a:lnTo>
                <a:lnTo>
                  <a:pt x="1073399" y="117792"/>
                </a:lnTo>
                <a:lnTo>
                  <a:pt x="1024157" y="80012"/>
                </a:lnTo>
                <a:lnTo>
                  <a:pt x="970351" y="48946"/>
                </a:lnTo>
                <a:lnTo>
                  <a:pt x="913012" y="25198"/>
                </a:lnTo>
                <a:lnTo>
                  <a:pt x="853004" y="9118"/>
                </a:lnTo>
                <a:lnTo>
                  <a:pt x="791467" y="1017"/>
                </a:lnTo>
                <a:lnTo>
                  <a:pt x="760399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35"/>
          <p:cNvSpPr txBox="1"/>
          <p:nvPr/>
        </p:nvSpPr>
        <p:spPr>
          <a:xfrm>
            <a:off x="10940312" y="6576797"/>
            <a:ext cx="40386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7F7F7"/>
                </a:solidFill>
                <a:latin typeface="Lucida Sans"/>
                <a:ea typeface="Lucida Sans"/>
                <a:cs typeface="Lucida Sans"/>
                <a:sym typeface="Lucida Sans"/>
              </a:rPr>
              <a:t>4</a:t>
            </a:r>
            <a:endParaRPr b="0" i="0" sz="45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043" name="Google Shape;1043;p35"/>
          <p:cNvSpPr txBox="1"/>
          <p:nvPr/>
        </p:nvSpPr>
        <p:spPr>
          <a:xfrm>
            <a:off x="3424515" y="6576797"/>
            <a:ext cx="40386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7F7F7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endParaRPr b="0" i="0" sz="45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044" name="Google Shape;1044;p35"/>
          <p:cNvSpPr txBox="1"/>
          <p:nvPr/>
        </p:nvSpPr>
        <p:spPr>
          <a:xfrm>
            <a:off x="10940312" y="3378112"/>
            <a:ext cx="40386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7F7F7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 b="0" i="0" sz="45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045" name="Google Shape;1045;p35"/>
          <p:cNvSpPr txBox="1"/>
          <p:nvPr/>
        </p:nvSpPr>
        <p:spPr>
          <a:xfrm>
            <a:off x="3424515" y="3378112"/>
            <a:ext cx="40386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7F7F7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endParaRPr b="0" i="0" sz="45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g3cd082ef7fa_0_566"/>
          <p:cNvGrpSpPr/>
          <p:nvPr/>
        </p:nvGrpSpPr>
        <p:grpSpPr>
          <a:xfrm>
            <a:off x="518005" y="5493487"/>
            <a:ext cx="5727683" cy="4441351"/>
            <a:chOff x="0" y="-47625"/>
            <a:chExt cx="1508476" cy="1169700"/>
          </a:xfrm>
        </p:grpSpPr>
        <p:sp>
          <p:nvSpPr>
            <p:cNvPr id="1051" name="Google Shape;1051;g3cd082ef7fa_0_566"/>
            <p:cNvSpPr/>
            <p:nvPr/>
          </p:nvSpPr>
          <p:spPr>
            <a:xfrm>
              <a:off x="0" y="0"/>
              <a:ext cx="1508476" cy="1122056"/>
            </a:xfrm>
            <a:custGeom>
              <a:rect b="b" l="l" r="r" t="t"/>
              <a:pathLst>
                <a:path extrusionOk="0" h="1122056" w="1508476">
                  <a:moveTo>
                    <a:pt x="0" y="0"/>
                  </a:moveTo>
                  <a:lnTo>
                    <a:pt x="1508476" y="0"/>
                  </a:lnTo>
                  <a:lnTo>
                    <a:pt x="1508476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52" name="Google Shape;1052;g3cd082ef7fa_0_566"/>
            <p:cNvSpPr txBox="1"/>
            <p:nvPr/>
          </p:nvSpPr>
          <p:spPr>
            <a:xfrm>
              <a:off x="0" y="-47625"/>
              <a:ext cx="15084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3" name="Google Shape;1053;g3cd082ef7fa_0_566"/>
          <p:cNvSpPr/>
          <p:nvPr/>
        </p:nvSpPr>
        <p:spPr>
          <a:xfrm>
            <a:off x="0" y="0"/>
            <a:ext cx="182880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54" name="Google Shape;1054;g3cd082ef7fa_0_566"/>
          <p:cNvGrpSpPr/>
          <p:nvPr/>
        </p:nvGrpSpPr>
        <p:grpSpPr>
          <a:xfrm>
            <a:off x="10589457" y="1951804"/>
            <a:ext cx="7106845" cy="1052528"/>
            <a:chOff x="0" y="-47625"/>
            <a:chExt cx="1871700" cy="277200"/>
          </a:xfrm>
        </p:grpSpPr>
        <p:sp>
          <p:nvSpPr>
            <p:cNvPr id="1055" name="Google Shape;1055;g3cd082ef7fa_0_566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56" name="Google Shape;1056;g3cd082ef7fa_0_566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7" name="Google Shape;1057;g3cd082ef7fa_0_566"/>
          <p:cNvGrpSpPr/>
          <p:nvPr/>
        </p:nvGrpSpPr>
        <p:grpSpPr>
          <a:xfrm>
            <a:off x="10589457" y="2788226"/>
            <a:ext cx="7106845" cy="976209"/>
            <a:chOff x="0" y="-47625"/>
            <a:chExt cx="1871700" cy="257100"/>
          </a:xfrm>
        </p:grpSpPr>
        <p:sp>
          <p:nvSpPr>
            <p:cNvPr id="1058" name="Google Shape;1058;g3cd082ef7fa_0_566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59" name="Google Shape;1059;g3cd082ef7fa_0_566"/>
            <p:cNvSpPr txBox="1"/>
            <p:nvPr/>
          </p:nvSpPr>
          <p:spPr>
            <a:xfrm>
              <a:off x="0" y="-47625"/>
              <a:ext cx="18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60" name="Google Shape;1060;g3cd082ef7fa_0_566"/>
          <p:cNvCxnSpPr/>
          <p:nvPr/>
        </p:nvCxnSpPr>
        <p:spPr>
          <a:xfrm>
            <a:off x="13482182" y="2148133"/>
            <a:ext cx="0" cy="1616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61" name="Google Shape;1061;g3cd082ef7fa_0_566"/>
          <p:cNvGrpSpPr/>
          <p:nvPr/>
        </p:nvGrpSpPr>
        <p:grpSpPr>
          <a:xfrm>
            <a:off x="10589457" y="3547783"/>
            <a:ext cx="7106845" cy="1052528"/>
            <a:chOff x="0" y="-47625"/>
            <a:chExt cx="1871700" cy="277200"/>
          </a:xfrm>
        </p:grpSpPr>
        <p:sp>
          <p:nvSpPr>
            <p:cNvPr id="1062" name="Google Shape;1062;g3cd082ef7fa_0_566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63" name="Google Shape;1063;g3cd082ef7fa_0_566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64" name="Google Shape;1064;g3cd082ef7fa_0_566"/>
          <p:cNvCxnSpPr/>
          <p:nvPr/>
        </p:nvCxnSpPr>
        <p:spPr>
          <a:xfrm>
            <a:off x="13482182" y="3744112"/>
            <a:ext cx="0" cy="855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65" name="Google Shape;1065;g3cd082ef7fa_0_566"/>
          <p:cNvGrpSpPr/>
          <p:nvPr/>
        </p:nvGrpSpPr>
        <p:grpSpPr>
          <a:xfrm>
            <a:off x="518005" y="1616524"/>
            <a:ext cx="9297334" cy="1052528"/>
            <a:chOff x="0" y="-47625"/>
            <a:chExt cx="2448600" cy="277200"/>
          </a:xfrm>
        </p:grpSpPr>
        <p:sp>
          <p:nvSpPr>
            <p:cNvPr id="1066" name="Google Shape;1066;g3cd082ef7fa_0_566"/>
            <p:cNvSpPr/>
            <p:nvPr/>
          </p:nvSpPr>
          <p:spPr>
            <a:xfrm>
              <a:off x="0" y="0"/>
              <a:ext cx="2448537" cy="229442"/>
            </a:xfrm>
            <a:custGeom>
              <a:rect b="b" l="l" r="r" t="t"/>
              <a:pathLst>
                <a:path extrusionOk="0" h="229442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67" name="Google Shape;1067;g3cd082ef7fa_0_566"/>
            <p:cNvSpPr txBox="1"/>
            <p:nvPr/>
          </p:nvSpPr>
          <p:spPr>
            <a:xfrm>
              <a:off x="0" y="-47625"/>
              <a:ext cx="2448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8" name="Google Shape;1068;g3cd082ef7fa_0_566"/>
          <p:cNvGrpSpPr/>
          <p:nvPr/>
        </p:nvGrpSpPr>
        <p:grpSpPr>
          <a:xfrm>
            <a:off x="518005" y="2455645"/>
            <a:ext cx="9297334" cy="976209"/>
            <a:chOff x="0" y="-47625"/>
            <a:chExt cx="2448600" cy="257100"/>
          </a:xfrm>
        </p:grpSpPr>
        <p:sp>
          <p:nvSpPr>
            <p:cNvPr id="1069" name="Google Shape;1069;g3cd082ef7fa_0_566"/>
            <p:cNvSpPr/>
            <p:nvPr/>
          </p:nvSpPr>
          <p:spPr>
            <a:xfrm>
              <a:off x="0" y="0"/>
              <a:ext cx="2448537" cy="209439"/>
            </a:xfrm>
            <a:custGeom>
              <a:rect b="b" l="l" r="r" t="t"/>
              <a:pathLst>
                <a:path extrusionOk="0" h="209439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70" name="Google Shape;1070;g3cd082ef7fa_0_566"/>
            <p:cNvSpPr txBox="1"/>
            <p:nvPr/>
          </p:nvSpPr>
          <p:spPr>
            <a:xfrm>
              <a:off x="0" y="-47625"/>
              <a:ext cx="24486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71" name="Google Shape;1071;g3cd082ef7fa_0_566"/>
          <p:cNvCxnSpPr/>
          <p:nvPr/>
        </p:nvCxnSpPr>
        <p:spPr>
          <a:xfrm flipH="1">
            <a:off x="4908135" y="1797356"/>
            <a:ext cx="4200" cy="839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72" name="Google Shape;1072;g3cd082ef7fa_0_566"/>
          <p:cNvGrpSpPr/>
          <p:nvPr/>
        </p:nvGrpSpPr>
        <p:grpSpPr>
          <a:xfrm>
            <a:off x="518005" y="3212503"/>
            <a:ext cx="9297334" cy="1387424"/>
            <a:chOff x="0" y="-47625"/>
            <a:chExt cx="2448600" cy="365400"/>
          </a:xfrm>
        </p:grpSpPr>
        <p:sp>
          <p:nvSpPr>
            <p:cNvPr id="1073" name="Google Shape;1073;g3cd082ef7fa_0_566"/>
            <p:cNvSpPr/>
            <p:nvPr/>
          </p:nvSpPr>
          <p:spPr>
            <a:xfrm>
              <a:off x="0" y="0"/>
              <a:ext cx="2448537" cy="317747"/>
            </a:xfrm>
            <a:custGeom>
              <a:rect b="b" l="l" r="r" t="t"/>
              <a:pathLst>
                <a:path extrusionOk="0" h="317747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317747"/>
                  </a:lnTo>
                  <a:lnTo>
                    <a:pt x="0" y="317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74" name="Google Shape;1074;g3cd082ef7fa_0_566"/>
            <p:cNvSpPr txBox="1"/>
            <p:nvPr/>
          </p:nvSpPr>
          <p:spPr>
            <a:xfrm>
              <a:off x="0" y="-47625"/>
              <a:ext cx="2448600" cy="36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75" name="Google Shape;1075;g3cd082ef7fa_0_566"/>
          <p:cNvCxnSpPr/>
          <p:nvPr/>
        </p:nvCxnSpPr>
        <p:spPr>
          <a:xfrm>
            <a:off x="4907814" y="3431692"/>
            <a:ext cx="4800" cy="1168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6" name="Google Shape;1076;g3cd082ef7fa_0_566"/>
          <p:cNvCxnSpPr/>
          <p:nvPr/>
        </p:nvCxnSpPr>
        <p:spPr>
          <a:xfrm flipH="1">
            <a:off x="4908135" y="2626616"/>
            <a:ext cx="4200" cy="805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7" name="Google Shape;1077;g3cd082ef7fa_0_566"/>
          <p:cNvSpPr txBox="1"/>
          <p:nvPr/>
        </p:nvSpPr>
        <p:spPr>
          <a:xfrm>
            <a:off x="10767769" y="2272944"/>
            <a:ext cx="25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g3cd082ef7fa_0_566"/>
          <p:cNvSpPr txBox="1"/>
          <p:nvPr/>
        </p:nvSpPr>
        <p:spPr>
          <a:xfrm>
            <a:off x="10939368" y="3071390"/>
            <a:ext cx="218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fin: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g3cd082ef7fa_0_566"/>
          <p:cNvSpPr txBox="1"/>
          <p:nvPr/>
        </p:nvSpPr>
        <p:spPr>
          <a:xfrm>
            <a:off x="13482182" y="2272944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18: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g3cd082ef7fa_0_566"/>
          <p:cNvSpPr txBox="1"/>
          <p:nvPr/>
        </p:nvSpPr>
        <p:spPr>
          <a:xfrm>
            <a:off x="13482182" y="3071390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19:00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g3cd082ef7fa_0_566"/>
          <p:cNvSpPr txBox="1"/>
          <p:nvPr/>
        </p:nvSpPr>
        <p:spPr>
          <a:xfrm>
            <a:off x="10654436" y="3869048"/>
            <a:ext cx="275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Duración (min)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g3cd082ef7fa_0_566"/>
          <p:cNvSpPr txBox="1"/>
          <p:nvPr/>
        </p:nvSpPr>
        <p:spPr>
          <a:xfrm>
            <a:off x="13482182" y="3868922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g3cd082ef7fa_0_566"/>
          <p:cNvSpPr txBox="1"/>
          <p:nvPr/>
        </p:nvSpPr>
        <p:spPr>
          <a:xfrm>
            <a:off x="588368" y="1931291"/>
            <a:ext cx="416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Nombre de la 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g3cd082ef7fa_0_566"/>
          <p:cNvSpPr txBox="1"/>
          <p:nvPr/>
        </p:nvSpPr>
        <p:spPr>
          <a:xfrm>
            <a:off x="588368" y="2748334"/>
            <a:ext cx="410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Cantidad Participantes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g3cd082ef7fa_0_566"/>
          <p:cNvSpPr txBox="1"/>
          <p:nvPr/>
        </p:nvSpPr>
        <p:spPr>
          <a:xfrm>
            <a:off x="5208072" y="1937664"/>
            <a:ext cx="4213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Tarea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86" name="Google Shape;1086;g3cd082ef7fa_0_566"/>
          <p:cNvSpPr txBox="1"/>
          <p:nvPr/>
        </p:nvSpPr>
        <p:spPr>
          <a:xfrm>
            <a:off x="5208072" y="2738809"/>
            <a:ext cx="229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g3cd082ef7fa_0_566"/>
          <p:cNvSpPr txBox="1"/>
          <p:nvPr/>
        </p:nvSpPr>
        <p:spPr>
          <a:xfrm>
            <a:off x="588368" y="3517417"/>
            <a:ext cx="41094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Doy fe que esta actividad está planificada en dtt (Sí/No):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88" name="Google Shape;1088;g3cd082ef7fa_0_566"/>
          <p:cNvSpPr txBox="1"/>
          <p:nvPr/>
        </p:nvSpPr>
        <p:spPr>
          <a:xfrm>
            <a:off x="5121884" y="3740625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g3cd082ef7fa_0_566"/>
          <p:cNvSpPr txBox="1"/>
          <p:nvPr/>
        </p:nvSpPr>
        <p:spPr>
          <a:xfrm>
            <a:off x="517999" y="4738300"/>
            <a:ext cx="1717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Participantes: llenar las siguientes cajas de texto (tomar información del chat del meet)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g3cd082ef7fa_0_566"/>
          <p:cNvSpPr txBox="1"/>
          <p:nvPr/>
        </p:nvSpPr>
        <p:spPr>
          <a:xfrm>
            <a:off x="588368" y="5776526"/>
            <a:ext cx="56064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Omar Vides - 201709146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Tobías Rafael Zamora Santos - 202010828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Jonatan Samuel Rojas Maeda - 202200061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Williams Constanza - 199919737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Javier Alejandro Matías Guarcas - 202000896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Gabriel Sebastián Jerez Oliva - 201902885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Roni Eduardo Vásquez Flores - 201612440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Ludwing alexander López Ortiz - 201907608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Walter Daniel Jiménez Hernández - 201901108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Marvin Geobani Pretzantzín Rosalío - 202011394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Allan Josué Rafael Morales - 201709196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Carlos Estuardo Monterroso Santos - 201903767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Rocío Samaí López Vásquez - 201709035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Pablo Alejandro Marroquin Cutz- 202200214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Oscar Fernando López Pirir - 201908376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Fernando Misael Morales Ortiz - 202001950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Neidy Aracely Flores Molina -201801671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Marco Fernando Cruz Mendoza - 202001076 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/>
          </a:p>
        </p:txBody>
      </p:sp>
      <p:grpSp>
        <p:nvGrpSpPr>
          <p:cNvPr id="1091" name="Google Shape;1091;g3cd082ef7fa_0_566"/>
          <p:cNvGrpSpPr/>
          <p:nvPr/>
        </p:nvGrpSpPr>
        <p:grpSpPr>
          <a:xfrm>
            <a:off x="6356860" y="5493487"/>
            <a:ext cx="5782129" cy="4441351"/>
            <a:chOff x="0" y="-47625"/>
            <a:chExt cx="1522815" cy="1169700"/>
          </a:xfrm>
        </p:grpSpPr>
        <p:sp>
          <p:nvSpPr>
            <p:cNvPr id="1092" name="Google Shape;1092;g3cd082ef7fa_0_566"/>
            <p:cNvSpPr/>
            <p:nvPr/>
          </p:nvSpPr>
          <p:spPr>
            <a:xfrm>
              <a:off x="0" y="0"/>
              <a:ext cx="1522815" cy="1122056"/>
            </a:xfrm>
            <a:custGeom>
              <a:rect b="b" l="l" r="r" t="t"/>
              <a:pathLst>
                <a:path extrusionOk="0" h="1122056" w="1522815">
                  <a:moveTo>
                    <a:pt x="0" y="0"/>
                  </a:moveTo>
                  <a:lnTo>
                    <a:pt x="1522815" y="0"/>
                  </a:lnTo>
                  <a:lnTo>
                    <a:pt x="1522815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93" name="Google Shape;1093;g3cd082ef7fa_0_566"/>
            <p:cNvSpPr txBox="1"/>
            <p:nvPr/>
          </p:nvSpPr>
          <p:spPr>
            <a:xfrm>
              <a:off x="0" y="-47625"/>
              <a:ext cx="15228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4" name="Google Shape;1094;g3cd082ef7fa_0_566"/>
          <p:cNvGrpSpPr/>
          <p:nvPr/>
        </p:nvGrpSpPr>
        <p:grpSpPr>
          <a:xfrm>
            <a:off x="12253100" y="5493494"/>
            <a:ext cx="5442743" cy="4441351"/>
            <a:chOff x="0" y="-47625"/>
            <a:chExt cx="1505100" cy="1169700"/>
          </a:xfrm>
        </p:grpSpPr>
        <p:sp>
          <p:nvSpPr>
            <p:cNvPr id="1095" name="Google Shape;1095;g3cd082ef7fa_0_566"/>
            <p:cNvSpPr/>
            <p:nvPr/>
          </p:nvSpPr>
          <p:spPr>
            <a:xfrm>
              <a:off x="0" y="0"/>
              <a:ext cx="1505027" cy="1122056"/>
            </a:xfrm>
            <a:custGeom>
              <a:rect b="b" l="l" r="r" t="t"/>
              <a:pathLst>
                <a:path extrusionOk="0" h="1122056" w="1505027">
                  <a:moveTo>
                    <a:pt x="0" y="0"/>
                  </a:moveTo>
                  <a:lnTo>
                    <a:pt x="1505027" y="0"/>
                  </a:lnTo>
                  <a:lnTo>
                    <a:pt x="1505027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96" name="Google Shape;1096;g3cd082ef7fa_0_566"/>
            <p:cNvSpPr txBox="1"/>
            <p:nvPr/>
          </p:nvSpPr>
          <p:spPr>
            <a:xfrm>
              <a:off x="0" y="-47625"/>
              <a:ext cx="15051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7" name="Google Shape;1097;g3cd082ef7fa_0_566"/>
          <p:cNvSpPr txBox="1"/>
          <p:nvPr/>
        </p:nvSpPr>
        <p:spPr>
          <a:xfrm>
            <a:off x="6446197" y="5735926"/>
            <a:ext cx="5606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098" name="Google Shape;1098;g3cd082ef7fa_0_566"/>
          <p:cNvSpPr txBox="1"/>
          <p:nvPr/>
        </p:nvSpPr>
        <p:spPr>
          <a:xfrm>
            <a:off x="12301094" y="5778551"/>
            <a:ext cx="5606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2026-03-03T20:51:37Z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2026-03-03T00:00:00Z</vt:filetime>
  </property>
  <property fmtid="{D5CDD505-2E9C-101B-9397-08002B2CF9AE}" pid="3" name="CreationClient">
    <vt:lpwstr>outline-to-presentation</vt:lpwstr>
  </property>
  <property fmtid="{D5CDD505-2E9C-101B-9397-08002B2CF9AE}" pid="4" name="Creator">
    <vt:lpwstr>Adobe Express</vt:lpwstr>
  </property>
  <property fmtid="{D5CDD505-2E9C-101B-9397-08002B2CF9AE}" pid="5" name="LastSaved">
    <vt:filetime>2026-03-03T00:00:00Z</vt:filetime>
  </property>
  <property fmtid="{D5CDD505-2E9C-101B-9397-08002B2CF9AE}" pid="6" name="Producer">
    <vt:lpwstr>Adobe Express</vt:lpwstr>
  </property>
</Properties>
</file>